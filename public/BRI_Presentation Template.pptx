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81" r:id="rId12"/>
    <p:sldId id="290" r:id="rId13"/>
    <p:sldId id="289" r:id="rId14"/>
    <p:sldId id="282" r:id="rId15"/>
    <p:sldId id="283" r:id="rId16"/>
    <p:sldId id="284" r:id="rId17"/>
    <p:sldId id="285" r:id="rId18"/>
    <p:sldId id="286" r:id="rId19"/>
    <p:sldId id="287" r:id="rId20"/>
    <p:sldId id="288" r:id="rId21"/>
  </p:sldIdLst>
  <p:sldSz cx="18288000" cy="10287000"/>
  <p:notesSz cx="6858000" cy="9144000"/>
  <p:embeddedFontLst>
    <p:embeddedFont>
      <p:font typeface="Inter" panose="02000503000000020004" pitchFamily="2" charset="0"/>
      <p:regular r:id="rId23"/>
      <p:bold r:id="rId24"/>
      <p:italic r:id="rId25"/>
      <p:boldItalic r:id="rId26"/>
    </p:embeddedFont>
    <p:embeddedFont>
      <p:font typeface="Inter Bold" panose="02000503000000020004" pitchFamily="2" charset="0"/>
      <p:regular r:id="rId27"/>
      <p:bold r:id="rId28"/>
    </p:embeddedFont>
    <p:embeddedFont>
      <p:font typeface="Inter Medium" panose="02000503000000020004" pitchFamily="2" charset="0"/>
      <p:regular r:id="rId29"/>
      <p:italic r:id="rId30"/>
    </p:embeddedFont>
    <p:embeddedFont>
      <p:font typeface="Inter SemiBold" panose="02000503000000020004" pitchFamily="2" charset="0"/>
      <p:bold r:id="rId31"/>
      <p:boldItalic r:id="rId32"/>
    </p:embeddedFont>
    <p:embeddedFont>
      <p:font typeface="Inter Semi-Bold" panose="020B0604020202020204" charset="0"/>
      <p:regular r:id="rId33"/>
    </p:embeddedFont>
    <p:embeddedFont>
      <p:font typeface="Tahoma" panose="020B0604030504040204" pitchFamily="34" charset="0"/>
      <p:regular r:id="rId34"/>
      <p:bold r:id="rId35"/>
    </p:embeddedFon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11" autoAdjust="0"/>
    <p:restoredTop sz="94622" autoAdjust="0"/>
  </p:normalViewPr>
  <p:slideViewPr>
    <p:cSldViewPr>
      <p:cViewPr varScale="1">
        <p:scale>
          <a:sx n="46" d="100"/>
          <a:sy n="46" d="100"/>
        </p:scale>
        <p:origin x="68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Naufal Raputra" userId="823ade90-b393-44f0-b391-613c953de28e" providerId="ADAL" clId="{DD8D7D0D-298D-4B05-9539-22AEA2E7C492}"/>
    <pc:docChg chg="undo redo custSel addSld delSld modSld">
      <pc:chgData name="Muhammad Naufal Raputra" userId="823ade90-b393-44f0-b391-613c953de28e" providerId="ADAL" clId="{DD8D7D0D-298D-4B05-9539-22AEA2E7C492}" dt="2025-12-29T01:42:56.329" v="164" actId="207"/>
      <pc:docMkLst>
        <pc:docMk/>
      </pc:docMkLst>
      <pc:sldChg chg="modSp mod">
        <pc:chgData name="Muhammad Naufal Raputra" userId="823ade90-b393-44f0-b391-613c953de28e" providerId="ADAL" clId="{DD8D7D0D-298D-4B05-9539-22AEA2E7C492}" dt="2025-12-24T07:09:06.811" v="51" actId="20577"/>
        <pc:sldMkLst>
          <pc:docMk/>
          <pc:sldMk cId="0" sldId="260"/>
        </pc:sldMkLst>
        <pc:spChg chg="mod">
          <ac:chgData name="Muhammad Naufal Raputra" userId="823ade90-b393-44f0-b391-613c953de28e" providerId="ADAL" clId="{DD8D7D0D-298D-4B05-9539-22AEA2E7C492}" dt="2025-12-24T07:08:56.875" v="36" actId="20577"/>
          <ac:spMkLst>
            <pc:docMk/>
            <pc:sldMk cId="0" sldId="260"/>
            <ac:spMk id="13" creationId="{00000000-0000-0000-0000-000000000000}"/>
          </ac:spMkLst>
        </pc:spChg>
        <pc:spChg chg="mod">
          <ac:chgData name="Muhammad Naufal Raputra" userId="823ade90-b393-44f0-b391-613c953de28e" providerId="ADAL" clId="{DD8D7D0D-298D-4B05-9539-22AEA2E7C492}" dt="2025-12-24T07:09:06.811" v="51" actId="20577"/>
          <ac:spMkLst>
            <pc:docMk/>
            <pc:sldMk cId="0" sldId="260"/>
            <ac:spMk id="14" creationId="{00000000-0000-0000-0000-000000000000}"/>
          </ac:spMkLst>
        </pc:spChg>
      </pc:sldChg>
      <pc:sldChg chg="modSp mod">
        <pc:chgData name="Muhammad Naufal Raputra" userId="823ade90-b393-44f0-b391-613c953de28e" providerId="ADAL" clId="{DD8D7D0D-298D-4B05-9539-22AEA2E7C492}" dt="2025-12-29T01:40:35.414" v="163" actId="1037"/>
        <pc:sldMkLst>
          <pc:docMk/>
          <pc:sldMk cId="0" sldId="263"/>
        </pc:sldMkLst>
        <pc:grpChg chg="mod">
          <ac:chgData name="Muhammad Naufal Raputra" userId="823ade90-b393-44f0-b391-613c953de28e" providerId="ADAL" clId="{DD8D7D0D-298D-4B05-9539-22AEA2E7C492}" dt="2025-12-29T01:40:35.414" v="163" actId="1037"/>
          <ac:grpSpMkLst>
            <pc:docMk/>
            <pc:sldMk cId="0" sldId="263"/>
            <ac:grpSpMk id="19" creationId="{00000000-0000-0000-0000-000000000000}"/>
          </ac:grpSpMkLst>
        </pc:grpChg>
        <pc:picChg chg="mod modCrop">
          <ac:chgData name="Muhammad Naufal Raputra" userId="823ade90-b393-44f0-b391-613c953de28e" providerId="ADAL" clId="{DD8D7D0D-298D-4B05-9539-22AEA2E7C492}" dt="2025-12-29T01:40:17.450" v="150" actId="18131"/>
          <ac:picMkLst>
            <pc:docMk/>
            <pc:sldMk cId="0" sldId="263"/>
            <ac:picMk id="26" creationId="{C0C587E9-AE27-3014-04B7-42100CB89014}"/>
          </ac:picMkLst>
        </pc:picChg>
      </pc:sldChg>
      <pc:sldChg chg="addSp delSp modSp mod setBg">
        <pc:chgData name="Muhammad Naufal Raputra" userId="823ade90-b393-44f0-b391-613c953de28e" providerId="ADAL" clId="{DD8D7D0D-298D-4B05-9539-22AEA2E7C492}" dt="2025-12-24T07:17:07.855" v="121" actId="1076"/>
        <pc:sldMkLst>
          <pc:docMk/>
          <pc:sldMk cId="2131072366" sldId="281"/>
        </pc:sldMkLst>
        <pc:spChg chg="add mod">
          <ac:chgData name="Muhammad Naufal Raputra" userId="823ade90-b393-44f0-b391-613c953de28e" providerId="ADAL" clId="{DD8D7D0D-298D-4B05-9539-22AEA2E7C492}" dt="2025-12-24T07:17:07.855" v="121" actId="1076"/>
          <ac:spMkLst>
            <pc:docMk/>
            <pc:sldMk cId="2131072366" sldId="281"/>
            <ac:spMk id="6" creationId="{84EA6847-48F9-A9D7-785E-884B27269E35}"/>
          </ac:spMkLst>
        </pc:spChg>
      </pc:sldChg>
      <pc:sldChg chg="addSp delSp modSp mod">
        <pc:chgData name="Muhammad Naufal Raputra" userId="823ade90-b393-44f0-b391-613c953de28e" providerId="ADAL" clId="{DD8D7D0D-298D-4B05-9539-22AEA2E7C492}" dt="2025-12-29T01:42:56.329" v="164" actId="207"/>
        <pc:sldMkLst>
          <pc:docMk/>
          <pc:sldMk cId="2503033576" sldId="288"/>
        </pc:sldMkLst>
        <pc:spChg chg="mod topLvl">
          <ac:chgData name="Muhammad Naufal Raputra" userId="823ade90-b393-44f0-b391-613c953de28e" providerId="ADAL" clId="{DD8D7D0D-298D-4B05-9539-22AEA2E7C492}" dt="2025-12-24T07:17:11.723" v="123" actId="165"/>
          <ac:spMkLst>
            <pc:docMk/>
            <pc:sldMk cId="2503033576" sldId="288"/>
            <ac:spMk id="5" creationId="{15874B06-945D-52FB-1E2E-7DA894528F9E}"/>
          </ac:spMkLst>
        </pc:spChg>
        <pc:spChg chg="mod topLvl">
          <ac:chgData name="Muhammad Naufal Raputra" userId="823ade90-b393-44f0-b391-613c953de28e" providerId="ADAL" clId="{DD8D7D0D-298D-4B05-9539-22AEA2E7C492}" dt="2025-12-24T07:17:08.308" v="122" actId="165"/>
          <ac:spMkLst>
            <pc:docMk/>
            <pc:sldMk cId="2503033576" sldId="288"/>
            <ac:spMk id="6" creationId="{3E591A37-17AD-C421-7A3B-1CE438494B80}"/>
          </ac:spMkLst>
        </pc:spChg>
        <pc:spChg chg="mod topLvl">
          <ac:chgData name="Muhammad Naufal Raputra" userId="823ade90-b393-44f0-b391-613c953de28e" providerId="ADAL" clId="{DD8D7D0D-298D-4B05-9539-22AEA2E7C492}" dt="2025-12-24T07:17:11.723" v="123" actId="165"/>
          <ac:spMkLst>
            <pc:docMk/>
            <pc:sldMk cId="2503033576" sldId="288"/>
            <ac:spMk id="22" creationId="{DFBBEC92-D8CB-53D8-1E16-E0D05D43EC1F}"/>
          </ac:spMkLst>
        </pc:spChg>
        <pc:spChg chg="mod topLvl">
          <ac:chgData name="Muhammad Naufal Raputra" userId="823ade90-b393-44f0-b391-613c953de28e" providerId="ADAL" clId="{DD8D7D0D-298D-4B05-9539-22AEA2E7C492}" dt="2025-12-24T07:17:11.723" v="123" actId="165"/>
          <ac:spMkLst>
            <pc:docMk/>
            <pc:sldMk cId="2503033576" sldId="288"/>
            <ac:spMk id="23" creationId="{A24CF935-0D12-6A2A-730C-878C09A54A72}"/>
          </ac:spMkLst>
        </pc:spChg>
        <pc:spChg chg="mod topLvl">
          <ac:chgData name="Muhammad Naufal Raputra" userId="823ade90-b393-44f0-b391-613c953de28e" providerId="ADAL" clId="{DD8D7D0D-298D-4B05-9539-22AEA2E7C492}" dt="2025-12-24T07:17:11.723" v="123" actId="165"/>
          <ac:spMkLst>
            <pc:docMk/>
            <pc:sldMk cId="2503033576" sldId="288"/>
            <ac:spMk id="25" creationId="{7130BA1F-F3F1-1BE8-EEB3-F3F4C1304C8F}"/>
          </ac:spMkLst>
        </pc:spChg>
        <pc:spChg chg="mod topLvl">
          <ac:chgData name="Muhammad Naufal Raputra" userId="823ade90-b393-44f0-b391-613c953de28e" providerId="ADAL" clId="{DD8D7D0D-298D-4B05-9539-22AEA2E7C492}" dt="2025-12-24T07:17:11.723" v="123" actId="165"/>
          <ac:spMkLst>
            <pc:docMk/>
            <pc:sldMk cId="2503033576" sldId="288"/>
            <ac:spMk id="26" creationId="{C5CBE135-9D6A-09A6-E537-47B692EB4BD9}"/>
          </ac:spMkLst>
        </pc:spChg>
        <pc:spChg chg="mod topLvl">
          <ac:chgData name="Muhammad Naufal Raputra" userId="823ade90-b393-44f0-b391-613c953de28e" providerId="ADAL" clId="{DD8D7D0D-298D-4B05-9539-22AEA2E7C492}" dt="2025-12-24T07:17:11.723" v="123" actId="165"/>
          <ac:spMkLst>
            <pc:docMk/>
            <pc:sldMk cId="2503033576" sldId="288"/>
            <ac:spMk id="27" creationId="{9590BDF1-A5AE-0D88-9DEF-EE730CA03DAF}"/>
          </ac:spMkLst>
        </pc:spChg>
        <pc:spChg chg="mod topLvl">
          <ac:chgData name="Muhammad Naufal Raputra" userId="823ade90-b393-44f0-b391-613c953de28e" providerId="ADAL" clId="{DD8D7D0D-298D-4B05-9539-22AEA2E7C492}" dt="2025-12-24T07:17:11.723" v="123" actId="165"/>
          <ac:spMkLst>
            <pc:docMk/>
            <pc:sldMk cId="2503033576" sldId="288"/>
            <ac:spMk id="28" creationId="{F65E923C-122E-6444-F021-DB364F026BF1}"/>
          </ac:spMkLst>
        </pc:spChg>
        <pc:spChg chg="mod topLvl">
          <ac:chgData name="Muhammad Naufal Raputra" userId="823ade90-b393-44f0-b391-613c953de28e" providerId="ADAL" clId="{DD8D7D0D-298D-4B05-9539-22AEA2E7C492}" dt="2025-12-24T07:17:11.723" v="123" actId="165"/>
          <ac:spMkLst>
            <pc:docMk/>
            <pc:sldMk cId="2503033576" sldId="288"/>
            <ac:spMk id="35" creationId="{5003DDDB-1AB8-F9FC-5099-51170112F008}"/>
          </ac:spMkLst>
        </pc:spChg>
        <pc:spChg chg="mod topLvl">
          <ac:chgData name="Muhammad Naufal Raputra" userId="823ade90-b393-44f0-b391-613c953de28e" providerId="ADAL" clId="{DD8D7D0D-298D-4B05-9539-22AEA2E7C492}" dt="2025-12-24T07:17:11.723" v="123" actId="165"/>
          <ac:spMkLst>
            <pc:docMk/>
            <pc:sldMk cId="2503033576" sldId="288"/>
            <ac:spMk id="36" creationId="{50E49486-9F93-7CF3-3A57-19B41190FF75}"/>
          </ac:spMkLst>
        </pc:spChg>
        <pc:spChg chg="mod topLvl">
          <ac:chgData name="Muhammad Naufal Raputra" userId="823ade90-b393-44f0-b391-613c953de28e" providerId="ADAL" clId="{DD8D7D0D-298D-4B05-9539-22AEA2E7C492}" dt="2025-12-24T07:17:11.723" v="123" actId="165"/>
          <ac:spMkLst>
            <pc:docMk/>
            <pc:sldMk cId="2503033576" sldId="288"/>
            <ac:spMk id="37" creationId="{8C8112DD-BDEB-5C02-527B-F348C9E56D21}"/>
          </ac:spMkLst>
        </pc:spChg>
        <pc:picChg chg="mod">
          <ac:chgData name="Muhammad Naufal Raputra" userId="823ade90-b393-44f0-b391-613c953de28e" providerId="ADAL" clId="{DD8D7D0D-298D-4B05-9539-22AEA2E7C492}" dt="2025-12-24T07:17:26.468" v="131" actId="207"/>
          <ac:picMkLst>
            <pc:docMk/>
            <pc:sldMk cId="2503033576" sldId="288"/>
            <ac:picMk id="9" creationId="{8484F91F-456A-96A0-D4A9-2DB2EA0E2F03}"/>
          </ac:picMkLst>
        </pc:picChg>
        <pc:picChg chg="mod">
          <ac:chgData name="Muhammad Naufal Raputra" userId="823ade90-b393-44f0-b391-613c953de28e" providerId="ADAL" clId="{DD8D7D0D-298D-4B05-9539-22AEA2E7C492}" dt="2025-12-24T07:17:34.190" v="133" actId="1076"/>
          <ac:picMkLst>
            <pc:docMk/>
            <pc:sldMk cId="2503033576" sldId="288"/>
            <ac:picMk id="10" creationId="{E356669E-B75C-D8FF-0F0E-A474DEDF1D77}"/>
          </ac:picMkLst>
        </pc:picChg>
        <pc:picChg chg="mod">
          <ac:chgData name="Muhammad Naufal Raputra" userId="823ade90-b393-44f0-b391-613c953de28e" providerId="ADAL" clId="{DD8D7D0D-298D-4B05-9539-22AEA2E7C492}" dt="2025-12-24T07:17:14.243" v="125" actId="1076"/>
          <ac:picMkLst>
            <pc:docMk/>
            <pc:sldMk cId="2503033576" sldId="288"/>
            <ac:picMk id="11" creationId="{40B8B88A-A97D-7131-6B7D-21ECFA17B19C}"/>
          </ac:picMkLst>
        </pc:picChg>
        <pc:picChg chg="mod">
          <ac:chgData name="Muhammad Naufal Raputra" userId="823ade90-b393-44f0-b391-613c953de28e" providerId="ADAL" clId="{DD8D7D0D-298D-4B05-9539-22AEA2E7C492}" dt="2025-12-24T07:17:15.641" v="127" actId="1076"/>
          <ac:picMkLst>
            <pc:docMk/>
            <pc:sldMk cId="2503033576" sldId="288"/>
            <ac:picMk id="13" creationId="{FBC8E7C9-1C09-C66D-4086-63222F751809}"/>
          </ac:picMkLst>
        </pc:picChg>
        <pc:picChg chg="mod">
          <ac:chgData name="Muhammad Naufal Raputra" userId="823ade90-b393-44f0-b391-613c953de28e" providerId="ADAL" clId="{DD8D7D0D-298D-4B05-9539-22AEA2E7C492}" dt="2025-12-24T07:17:22.649" v="130" actId="207"/>
          <ac:picMkLst>
            <pc:docMk/>
            <pc:sldMk cId="2503033576" sldId="288"/>
            <ac:picMk id="14" creationId="{669B9AF3-4FFE-FBA4-1385-A83A7F5A42E0}"/>
          </ac:picMkLst>
        </pc:picChg>
        <pc:picChg chg="mod">
          <ac:chgData name="Muhammad Naufal Raputra" userId="823ade90-b393-44f0-b391-613c953de28e" providerId="ADAL" clId="{DD8D7D0D-298D-4B05-9539-22AEA2E7C492}" dt="2025-12-29T01:42:56.329" v="164" actId="207"/>
          <ac:picMkLst>
            <pc:docMk/>
            <pc:sldMk cId="2503033576" sldId="288"/>
            <ac:picMk id="19" creationId="{0F6FFDDC-4A35-F27A-32BF-60A729ED4DCE}"/>
          </ac:picMkLst>
        </pc:picChg>
      </pc:sldChg>
      <pc:sldChg chg="add">
        <pc:chgData name="Muhammad Naufal Raputra" userId="823ade90-b393-44f0-b391-613c953de28e" providerId="ADAL" clId="{DD8D7D0D-298D-4B05-9539-22AEA2E7C492}" dt="2025-12-24T07:14:35.279" v="56"/>
        <pc:sldMkLst>
          <pc:docMk/>
          <pc:sldMk cId="2482600156" sldId="290"/>
        </pc:sldMkLst>
      </pc:sldChg>
      <pc:sldChg chg="new del">
        <pc:chgData name="Muhammad Naufal Raputra" userId="823ade90-b393-44f0-b391-613c953de28e" providerId="ADAL" clId="{DD8D7D0D-298D-4B05-9539-22AEA2E7C492}" dt="2025-12-24T07:03:09.548" v="1" actId="680"/>
        <pc:sldMkLst>
          <pc:docMk/>
          <pc:sldMk cId="3014007297"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1A3539-369A-4EF5-A64B-548ABBAD6CC7}" type="datetimeFigureOut">
              <a:rPr lang="en-US" smtClean="0"/>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F24253-A1FF-4A01-9CF5-31FA243B09F4}" type="slidenum">
              <a:rPr lang="en-US" smtClean="0"/>
              <a:t>‹#›</a:t>
            </a:fld>
            <a:endParaRPr lang="en-US"/>
          </a:p>
        </p:txBody>
      </p:sp>
    </p:spTree>
    <p:extLst>
      <p:ext uri="{BB962C8B-B14F-4D97-AF65-F5344CB8AC3E}">
        <p14:creationId xmlns:p14="http://schemas.microsoft.com/office/powerpoint/2010/main" val="4168756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19A2487-DAF4-4F7D-8359-9BD4DE8ECD8D}" type="datetime1">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273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8B6019-212F-46B7-A9FA-5BF03ADECF74}" type="datetime1">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68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3F296E-FE67-4C86-8103-55C523F37023}" type="datetime1">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9780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78ADDE-0625-47F2-AEB5-1BE724B438BF}" type="datetime1">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28024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F219D5-5852-49F8-9A51-CA530BF98889}" type="datetime1">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28188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DCDE8B-7DC5-41F8-B02F-7E2DD1DA17E1}" type="datetime1">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33868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A3A102-EF7A-4E74-BB13-B31D19FCB4E2}" type="datetime1">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05763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698D8A-3655-42E0-9D18-963BA85FB68E}" type="datetime1">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06101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C5FB6B-DEAA-4602-AF90-5D8B90BE9D85}" type="datetime1">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12636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5A0A9B-BA4C-496E-A3F5-569951151229}" type="datetime1">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30482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C9CE66-39D4-4100-950E-EDA5717A46EC}" type="datetime1">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51087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F52F49-3166-4436-A0FD-1135A96504EC}" type="datetime1">
              <a:rPr lang="en-US" smtClean="0"/>
              <a:t>12/29/2025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743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2.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9" Type="http://schemas.openxmlformats.org/officeDocument/2006/relationships/image" Target="../media/image67.png"/><Relationship Id="rId21" Type="http://schemas.openxmlformats.org/officeDocument/2006/relationships/image" Target="../media/image49.png"/><Relationship Id="rId34" Type="http://schemas.openxmlformats.org/officeDocument/2006/relationships/image" Target="../media/image62.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33" Type="http://schemas.openxmlformats.org/officeDocument/2006/relationships/image" Target="../media/image61.png"/><Relationship Id="rId38" Type="http://schemas.openxmlformats.org/officeDocument/2006/relationships/image" Target="../media/image66.png"/><Relationship Id="rId2" Type="http://schemas.openxmlformats.org/officeDocument/2006/relationships/image" Target="../media/image1.png"/><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32" Type="http://schemas.openxmlformats.org/officeDocument/2006/relationships/image" Target="../media/image60.png"/><Relationship Id="rId37" Type="http://schemas.openxmlformats.org/officeDocument/2006/relationships/image" Target="../media/image65.png"/><Relationship Id="rId40" Type="http://schemas.openxmlformats.org/officeDocument/2006/relationships/image" Target="../media/image68.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36" Type="http://schemas.openxmlformats.org/officeDocument/2006/relationships/image" Target="../media/image64.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 Id="rId35" Type="http://schemas.openxmlformats.org/officeDocument/2006/relationships/image" Target="../media/image63.png"/><Relationship Id="rId8" Type="http://schemas.openxmlformats.org/officeDocument/2006/relationships/image" Target="../media/image36.png"/><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bri2-my.sharepoint.com/:f:/g/personal/00345955_hq_bri_co_id/IgDO7IiEbYx5TLYtknGUajwLAWFEa1O3rja_PoGcEqaHFt8?e=OnWdDw"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bri2-my.sharepoint.com/:f:/g/personal/00345955_hq_bri_co_id/IgDO7IiEbYx5TLYtknGUajwLAWFEa1O3rja_PoGcEqaHFt8?e=OnWdDw"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bri2-my.sharepoint.com/:f:/g/personal/00345955_hq_bri_co_id/IgDO7IiEbYx5TLYtknGUajwLAWFEa1O3rja_PoGcEqaHFt8?e=OnWdDw"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75.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57C3"/>
        </a:solidFill>
        <a:effectLst/>
      </p:bgPr>
    </p:bg>
    <p:spTree>
      <p:nvGrpSpPr>
        <p:cNvPr id="1" name=""/>
        <p:cNvGrpSpPr/>
        <p:nvPr/>
      </p:nvGrpSpPr>
      <p:grpSpPr>
        <a:xfrm>
          <a:off x="0" y="0"/>
          <a:ext cx="0" cy="0"/>
          <a:chOff x="0" y="0"/>
          <a:chExt cx="0" cy="0"/>
        </a:xfrm>
      </p:grpSpPr>
      <p:grpSp>
        <p:nvGrpSpPr>
          <p:cNvPr id="2" name="Group 2"/>
          <p:cNvGrpSpPr/>
          <p:nvPr/>
        </p:nvGrpSpPr>
        <p:grpSpPr>
          <a:xfrm>
            <a:off x="475931" y="475931"/>
            <a:ext cx="17336138" cy="9335138"/>
            <a:chOff x="0" y="0"/>
            <a:chExt cx="4565897" cy="2458637"/>
          </a:xfrm>
        </p:grpSpPr>
        <p:sp>
          <p:nvSpPr>
            <p:cNvPr id="3" name="Freeform 3"/>
            <p:cNvSpPr/>
            <p:nvPr/>
          </p:nvSpPr>
          <p:spPr>
            <a:xfrm>
              <a:off x="0" y="0"/>
              <a:ext cx="4565896" cy="2458637"/>
            </a:xfrm>
            <a:custGeom>
              <a:avLst/>
              <a:gdLst/>
              <a:ahLst/>
              <a:cxnLst/>
              <a:rect l="l" t="t" r="r" b="b"/>
              <a:pathLst>
                <a:path w="4565896" h="2458637">
                  <a:moveTo>
                    <a:pt x="32600" y="0"/>
                  </a:moveTo>
                  <a:lnTo>
                    <a:pt x="4533297" y="0"/>
                  </a:lnTo>
                  <a:cubicBezTo>
                    <a:pt x="4551301" y="0"/>
                    <a:pt x="4565896" y="14596"/>
                    <a:pt x="4565896" y="32600"/>
                  </a:cubicBezTo>
                  <a:lnTo>
                    <a:pt x="4565896" y="2426037"/>
                  </a:lnTo>
                  <a:cubicBezTo>
                    <a:pt x="4565896" y="2444042"/>
                    <a:pt x="4551301" y="2458637"/>
                    <a:pt x="4533297" y="2458637"/>
                  </a:cubicBezTo>
                  <a:lnTo>
                    <a:pt x="32600" y="2458637"/>
                  </a:lnTo>
                  <a:cubicBezTo>
                    <a:pt x="14596" y="2458637"/>
                    <a:pt x="0" y="2444042"/>
                    <a:pt x="0" y="2426037"/>
                  </a:cubicBezTo>
                  <a:lnTo>
                    <a:pt x="0" y="32600"/>
                  </a:lnTo>
                  <a:cubicBezTo>
                    <a:pt x="0" y="14596"/>
                    <a:pt x="14596" y="0"/>
                    <a:pt x="32600" y="0"/>
                  </a:cubicBezTo>
                  <a:close/>
                </a:path>
              </a:pathLst>
            </a:custGeom>
            <a:solidFill>
              <a:srgbClr val="FFFFFF"/>
            </a:solidFill>
            <a:ln w="171450" cap="rnd">
              <a:solidFill>
                <a:srgbClr val="71C4E7"/>
              </a:solidFill>
              <a:prstDash val="solid"/>
              <a:round/>
            </a:ln>
          </p:spPr>
        </p:sp>
        <p:sp>
          <p:nvSpPr>
            <p:cNvPr id="4" name="TextBox 4"/>
            <p:cNvSpPr txBox="1"/>
            <p:nvPr/>
          </p:nvSpPr>
          <p:spPr>
            <a:xfrm>
              <a:off x="0" y="-38100"/>
              <a:ext cx="4565897" cy="2496737"/>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spcBef>
                  <a:spcPct val="0"/>
                </a:spcBef>
              </a:pPr>
              <a:endParaRPr/>
            </a:p>
          </p:txBody>
        </p:sp>
      </p:grpSp>
      <p:sp>
        <p:nvSpPr>
          <p:cNvPr id="8" name="TextBox 8"/>
          <p:cNvSpPr txBox="1"/>
          <p:nvPr/>
        </p:nvSpPr>
        <p:spPr>
          <a:xfrm>
            <a:off x="1449900" y="8256832"/>
            <a:ext cx="6495014" cy="450215"/>
          </a:xfrm>
          <a:prstGeom prst="rect">
            <a:avLst/>
          </a:prstGeom>
        </p:spPr>
        <p:txBody>
          <a:bodyPr lIns="0" tIns="0" rIns="0" bIns="0" rtlCol="0" anchor="t">
            <a:spAutoFit/>
          </a:bodyPr>
          <a:lstStyle/>
          <a:p>
            <a:pPr marL="0" lvl="0" indent="0" algn="l">
              <a:lnSpc>
                <a:spcPts val="3639"/>
              </a:lnSpc>
              <a:spcBef>
                <a:spcPct val="0"/>
              </a:spcBef>
            </a:pPr>
            <a:r>
              <a:rPr lang="en-US" sz="2799" dirty="0">
                <a:solidFill>
                  <a:srgbClr val="0857C3"/>
                </a:solidFill>
                <a:latin typeface="Inter"/>
                <a:ea typeface="Inter"/>
                <a:cs typeface="Inter"/>
                <a:sym typeface="Inter"/>
              </a:rPr>
              <a:t>Presented by: B.R. </a:t>
            </a:r>
            <a:r>
              <a:rPr lang="en-US" sz="2799" dirty="0" err="1">
                <a:solidFill>
                  <a:srgbClr val="0857C3"/>
                </a:solidFill>
                <a:latin typeface="Inter"/>
                <a:ea typeface="Inter"/>
                <a:cs typeface="Inter"/>
                <a:sym typeface="Inter"/>
              </a:rPr>
              <a:t>Istamitra</a:t>
            </a:r>
            <a:endParaRPr lang="en-US" sz="2799" dirty="0">
              <a:solidFill>
                <a:srgbClr val="0857C3"/>
              </a:solidFill>
              <a:latin typeface="Inter"/>
              <a:ea typeface="Inter"/>
              <a:cs typeface="Inter"/>
              <a:sym typeface="Inter"/>
            </a:endParaRPr>
          </a:p>
        </p:txBody>
      </p:sp>
      <p:sp>
        <p:nvSpPr>
          <p:cNvPr id="9" name="TextBox 9"/>
          <p:cNvSpPr txBox="1"/>
          <p:nvPr/>
        </p:nvSpPr>
        <p:spPr>
          <a:xfrm>
            <a:off x="1449900" y="7715485"/>
            <a:ext cx="4756684" cy="450196"/>
          </a:xfrm>
          <a:prstGeom prst="rect">
            <a:avLst/>
          </a:prstGeom>
        </p:spPr>
        <p:txBody>
          <a:bodyPr lIns="0" tIns="0" rIns="0" bIns="0" rtlCol="0" anchor="t">
            <a:spAutoFit/>
          </a:bodyPr>
          <a:lstStyle/>
          <a:p>
            <a:pPr marL="0" lvl="0" indent="0" algn="l">
              <a:lnSpc>
                <a:spcPts val="3639"/>
              </a:lnSpc>
              <a:spcBef>
                <a:spcPct val="0"/>
              </a:spcBef>
            </a:pPr>
            <a:r>
              <a:rPr lang="en-US" sz="2799">
                <a:solidFill>
                  <a:srgbClr val="0857C3"/>
                </a:solidFill>
                <a:latin typeface="Inter"/>
                <a:ea typeface="Inter"/>
                <a:cs typeface="Inter"/>
                <a:sym typeface="Inter"/>
              </a:rPr>
              <a:t>10 November 2025</a:t>
            </a:r>
          </a:p>
        </p:txBody>
      </p:sp>
      <p:sp>
        <p:nvSpPr>
          <p:cNvPr id="10" name="TextBox 10"/>
          <p:cNvSpPr txBox="1"/>
          <p:nvPr/>
        </p:nvSpPr>
        <p:spPr>
          <a:xfrm>
            <a:off x="1449900" y="6544361"/>
            <a:ext cx="10880863" cy="507960"/>
          </a:xfrm>
          <a:prstGeom prst="rect">
            <a:avLst/>
          </a:prstGeom>
        </p:spPr>
        <p:txBody>
          <a:bodyPr lIns="0" tIns="0" rIns="0" bIns="0" rtlCol="0" anchor="t">
            <a:spAutoFit/>
          </a:bodyPr>
          <a:lstStyle/>
          <a:p>
            <a:pPr algn="l">
              <a:lnSpc>
                <a:spcPts val="4165"/>
              </a:lnSpc>
            </a:pPr>
            <a:r>
              <a:rPr lang="en-US" sz="2975" dirty="0">
                <a:solidFill>
                  <a:srgbClr val="0857C3"/>
                </a:solidFill>
                <a:latin typeface="Inter"/>
                <a:ea typeface="Inter"/>
                <a:cs typeface="Inter"/>
                <a:sym typeface="Inter"/>
              </a:rPr>
              <a:t>Add a subtitle or the company tagline here</a:t>
            </a:r>
          </a:p>
        </p:txBody>
      </p:sp>
      <p:sp>
        <p:nvSpPr>
          <p:cNvPr id="11" name="TextBox 11"/>
          <p:cNvSpPr txBox="1"/>
          <p:nvPr/>
        </p:nvSpPr>
        <p:spPr>
          <a:xfrm>
            <a:off x="1407459" y="3345491"/>
            <a:ext cx="10904255" cy="3065519"/>
          </a:xfrm>
          <a:prstGeom prst="rect">
            <a:avLst/>
          </a:prstGeom>
        </p:spPr>
        <p:txBody>
          <a:bodyPr lIns="0" tIns="0" rIns="0" bIns="0" rtlCol="0" anchor="t">
            <a:spAutoFit/>
          </a:bodyPr>
          <a:lstStyle/>
          <a:p>
            <a:pPr algn="l">
              <a:lnSpc>
                <a:spcPts val="11830"/>
              </a:lnSpc>
            </a:pPr>
            <a:r>
              <a:rPr lang="en-US" sz="11598" b="1" dirty="0">
                <a:solidFill>
                  <a:srgbClr val="0857C3"/>
                </a:solidFill>
                <a:latin typeface="Inter Semi-Bold"/>
                <a:ea typeface="Inter Semi-Bold"/>
                <a:cs typeface="Inter Semi-Bold"/>
                <a:sym typeface="Inter Semi-Bold"/>
              </a:rPr>
              <a:t>Presentation</a:t>
            </a:r>
          </a:p>
          <a:p>
            <a:pPr algn="l">
              <a:lnSpc>
                <a:spcPts val="11830"/>
              </a:lnSpc>
            </a:pPr>
            <a:r>
              <a:rPr lang="en-US" sz="11598" b="1" dirty="0">
                <a:solidFill>
                  <a:srgbClr val="0857C3"/>
                </a:solidFill>
                <a:latin typeface="Inter Semi-Bold"/>
                <a:ea typeface="Inter Semi-Bold"/>
                <a:cs typeface="Inter Semi-Bold"/>
                <a:sym typeface="Inter Semi-Bold"/>
              </a:rPr>
              <a:t>Title</a:t>
            </a:r>
          </a:p>
        </p:txBody>
      </p:sp>
      <p:grpSp>
        <p:nvGrpSpPr>
          <p:cNvPr id="14" name="Group 13">
            <a:extLst>
              <a:ext uri="{FF2B5EF4-FFF2-40B4-BE49-F238E27FC236}">
                <a16:creationId xmlns:a16="http://schemas.microsoft.com/office/drawing/2014/main" id="{DFACA51F-0D7D-602E-4804-8D583D69618E}"/>
              </a:ext>
            </a:extLst>
          </p:cNvPr>
          <p:cNvGrpSpPr/>
          <p:nvPr/>
        </p:nvGrpSpPr>
        <p:grpSpPr>
          <a:xfrm>
            <a:off x="761998" y="374338"/>
            <a:ext cx="16764000" cy="1644962"/>
            <a:chOff x="762000" y="342900"/>
            <a:chExt cx="19887186" cy="1951425"/>
          </a:xfrm>
        </p:grpSpPr>
        <p:sp>
          <p:nvSpPr>
            <p:cNvPr id="6" name="Freeform 6"/>
            <p:cNvSpPr/>
            <p:nvPr/>
          </p:nvSpPr>
          <p:spPr>
            <a:xfrm>
              <a:off x="18356054" y="876300"/>
              <a:ext cx="2293132" cy="1105476"/>
            </a:xfrm>
            <a:custGeom>
              <a:avLst/>
              <a:gdLst/>
              <a:ahLst/>
              <a:cxnLst/>
              <a:rect l="l" t="t" r="r" b="b"/>
              <a:pathLst>
                <a:path w="2293134" h="1105476">
                  <a:moveTo>
                    <a:pt x="0" y="0"/>
                  </a:moveTo>
                  <a:lnTo>
                    <a:pt x="2293134" y="0"/>
                  </a:lnTo>
                  <a:lnTo>
                    <a:pt x="2293134" y="1105476"/>
                  </a:lnTo>
                  <a:lnTo>
                    <a:pt x="0" y="1105476"/>
                  </a:lnTo>
                  <a:lnTo>
                    <a:pt x="0" y="0"/>
                  </a:lnTo>
                  <a:close/>
                </a:path>
              </a:pathLst>
            </a:custGeom>
            <a:blipFill>
              <a:blip r:embed="rId2"/>
              <a:stretch>
                <a:fillRect l="-45171" t="-61047" r="-45171" b="-61047"/>
              </a:stretch>
            </a:blipFill>
          </p:spPr>
          <p:txBody>
            <a:bodyPr/>
            <a:lstStyle/>
            <a:p>
              <a:endParaRPr lang="en-US" dirty="0"/>
            </a:p>
          </p:txBody>
        </p:sp>
        <p:pic>
          <p:nvPicPr>
            <p:cNvPr id="13" name="Picture 12">
              <a:extLst>
                <a:ext uri="{FF2B5EF4-FFF2-40B4-BE49-F238E27FC236}">
                  <a16:creationId xmlns:a16="http://schemas.microsoft.com/office/drawing/2014/main" id="{E76A80AE-D6D4-1C67-80C0-269E68D719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342900"/>
              <a:ext cx="3469198" cy="1951425"/>
            </a:xfrm>
            <a:prstGeom prst="rect">
              <a:avLst/>
            </a:prstGeom>
          </p:spPr>
        </p:pic>
      </p:grpSp>
      <p:sp>
        <p:nvSpPr>
          <p:cNvPr id="15" name="Freeform 11">
            <a:extLst>
              <a:ext uri="{FF2B5EF4-FFF2-40B4-BE49-F238E27FC236}">
                <a16:creationId xmlns:a16="http://schemas.microsoft.com/office/drawing/2014/main" id="{BD12CD8A-B410-7373-4749-4778D2F897AA}"/>
              </a:ext>
            </a:extLst>
          </p:cNvPr>
          <p:cNvSpPr/>
          <p:nvPr/>
        </p:nvSpPr>
        <p:spPr>
          <a:xfrm>
            <a:off x="11132155" y="549756"/>
            <a:ext cx="5098445" cy="9165744"/>
          </a:xfrm>
          <a:custGeom>
            <a:avLst/>
            <a:gdLst/>
            <a:ahLst/>
            <a:cxnLst/>
            <a:rect l="l" t="t" r="r" b="b"/>
            <a:pathLst>
              <a:path w="5098445" h="9165744">
                <a:moveTo>
                  <a:pt x="0" y="0"/>
                </a:moveTo>
                <a:lnTo>
                  <a:pt x="5098445" y="0"/>
                </a:lnTo>
                <a:lnTo>
                  <a:pt x="5098445" y="9165744"/>
                </a:lnTo>
                <a:lnTo>
                  <a:pt x="0" y="9165744"/>
                </a:lnTo>
                <a:lnTo>
                  <a:pt x="0" y="0"/>
                </a:lnTo>
                <a:close/>
              </a:path>
            </a:pathLst>
          </a:custGeom>
          <a:blipFill>
            <a:blip r:embed="rId4"/>
            <a:stretch>
              <a:fillRect/>
            </a:stretch>
          </a:blipFill>
        </p:spPr>
        <p:txBody>
          <a:bodyPr/>
          <a:lstStyle/>
          <a:p>
            <a:endParaRPr lang="en-US" dirty="0"/>
          </a:p>
        </p:txBody>
      </p:sp>
      <p:sp>
        <p:nvSpPr>
          <p:cNvPr id="18" name="TextBox 17">
            <a:extLst>
              <a:ext uri="{FF2B5EF4-FFF2-40B4-BE49-F238E27FC236}">
                <a16:creationId xmlns:a16="http://schemas.microsoft.com/office/drawing/2014/main" id="{6B7CCD52-F6B4-7B18-B887-B276C97B1249}"/>
              </a:ext>
            </a:extLst>
          </p:cNvPr>
          <p:cNvSpPr txBox="1"/>
          <p:nvPr/>
        </p:nvSpPr>
        <p:spPr>
          <a:xfrm>
            <a:off x="17373600" y="9278364"/>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a:t>
            </a:fld>
            <a:endParaRPr lang="en-US" b="1" dirty="0">
              <a:latin typeface="Inter" panose="02000503000000020004" pitchFamily="2" charset="0"/>
              <a:ea typeface="Inter" panose="02000503000000020004"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5931" y="475931"/>
            <a:ext cx="17336138" cy="9335138"/>
            <a:chOff x="0" y="0"/>
            <a:chExt cx="4565897" cy="2458637"/>
          </a:xfrm>
        </p:grpSpPr>
        <p:sp>
          <p:nvSpPr>
            <p:cNvPr id="3" name="Freeform 3"/>
            <p:cNvSpPr/>
            <p:nvPr/>
          </p:nvSpPr>
          <p:spPr>
            <a:xfrm>
              <a:off x="0" y="0"/>
              <a:ext cx="4565896" cy="2458637"/>
            </a:xfrm>
            <a:custGeom>
              <a:avLst/>
              <a:gdLst/>
              <a:ahLst/>
              <a:cxnLst/>
              <a:rect l="l" t="t" r="r" b="b"/>
              <a:pathLst>
                <a:path w="4565896" h="2458637">
                  <a:moveTo>
                    <a:pt x="32600" y="0"/>
                  </a:moveTo>
                  <a:lnTo>
                    <a:pt x="4533297" y="0"/>
                  </a:lnTo>
                  <a:cubicBezTo>
                    <a:pt x="4551301" y="0"/>
                    <a:pt x="4565896" y="14596"/>
                    <a:pt x="4565896" y="32600"/>
                  </a:cubicBezTo>
                  <a:lnTo>
                    <a:pt x="4565896" y="2426037"/>
                  </a:lnTo>
                  <a:cubicBezTo>
                    <a:pt x="4565896" y="2444042"/>
                    <a:pt x="4551301" y="2458637"/>
                    <a:pt x="4533297" y="2458637"/>
                  </a:cubicBezTo>
                  <a:lnTo>
                    <a:pt x="32600" y="2458637"/>
                  </a:lnTo>
                  <a:cubicBezTo>
                    <a:pt x="14596" y="2458637"/>
                    <a:pt x="0" y="2444042"/>
                    <a:pt x="0" y="2426037"/>
                  </a:cubicBezTo>
                  <a:lnTo>
                    <a:pt x="0" y="32600"/>
                  </a:lnTo>
                  <a:cubicBezTo>
                    <a:pt x="0" y="14596"/>
                    <a:pt x="14596" y="0"/>
                    <a:pt x="32600" y="0"/>
                  </a:cubicBezTo>
                  <a:close/>
                </a:path>
              </a:pathLst>
            </a:custGeom>
            <a:solidFill>
              <a:srgbClr val="0857C3"/>
            </a:solidFill>
            <a:ln w="171450" cap="rnd">
              <a:solidFill>
                <a:srgbClr val="71C4E7"/>
              </a:solidFill>
              <a:prstDash val="solid"/>
              <a:round/>
            </a:ln>
          </p:spPr>
        </p:sp>
        <p:sp>
          <p:nvSpPr>
            <p:cNvPr id="4" name="TextBox 4"/>
            <p:cNvSpPr txBox="1"/>
            <p:nvPr/>
          </p:nvSpPr>
          <p:spPr>
            <a:xfrm>
              <a:off x="0" y="-38100"/>
              <a:ext cx="4565897" cy="2496737"/>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1770637" y="8051639"/>
            <a:ext cx="4405616" cy="450196"/>
          </a:xfrm>
          <a:prstGeom prst="rect">
            <a:avLst/>
          </a:prstGeom>
        </p:spPr>
        <p:txBody>
          <a:bodyPr lIns="0" tIns="0" rIns="0" bIns="0" rtlCol="0" anchor="t">
            <a:spAutoFit/>
          </a:bodyPr>
          <a:lstStyle/>
          <a:p>
            <a:pPr marL="0" lvl="0" indent="0" algn="l">
              <a:lnSpc>
                <a:spcPts val="3639"/>
              </a:lnSpc>
              <a:spcBef>
                <a:spcPct val="0"/>
              </a:spcBef>
            </a:pPr>
            <a:r>
              <a:rPr lang="en-US" sz="2799">
                <a:solidFill>
                  <a:srgbClr val="FFFFFF"/>
                </a:solidFill>
                <a:latin typeface="Inter"/>
                <a:ea typeface="Inter"/>
                <a:cs typeface="Inter"/>
                <a:sym typeface="Inter"/>
              </a:rPr>
              <a:t>B.R. Istamitra</a:t>
            </a:r>
          </a:p>
        </p:txBody>
      </p:sp>
      <p:sp>
        <p:nvSpPr>
          <p:cNvPr id="7" name="TextBox 7"/>
          <p:cNvSpPr txBox="1"/>
          <p:nvPr/>
        </p:nvSpPr>
        <p:spPr>
          <a:xfrm>
            <a:off x="1770637" y="7510292"/>
            <a:ext cx="4756684" cy="450196"/>
          </a:xfrm>
          <a:prstGeom prst="rect">
            <a:avLst/>
          </a:prstGeom>
        </p:spPr>
        <p:txBody>
          <a:bodyPr lIns="0" tIns="0" rIns="0" bIns="0" rtlCol="0" anchor="t">
            <a:spAutoFit/>
          </a:bodyPr>
          <a:lstStyle/>
          <a:p>
            <a:pPr marL="0" lvl="0" indent="0" algn="l">
              <a:lnSpc>
                <a:spcPts val="3639"/>
              </a:lnSpc>
              <a:spcBef>
                <a:spcPct val="0"/>
              </a:spcBef>
            </a:pPr>
            <a:r>
              <a:rPr lang="en-US" sz="2799">
                <a:solidFill>
                  <a:srgbClr val="FFFFFF"/>
                </a:solidFill>
                <a:latin typeface="Inter"/>
                <a:ea typeface="Inter"/>
                <a:cs typeface="Inter"/>
                <a:sym typeface="Inter"/>
              </a:rPr>
              <a:t>Presented By:</a:t>
            </a:r>
          </a:p>
        </p:txBody>
      </p:sp>
      <p:sp>
        <p:nvSpPr>
          <p:cNvPr id="8" name="TextBox 8"/>
          <p:cNvSpPr txBox="1"/>
          <p:nvPr/>
        </p:nvSpPr>
        <p:spPr>
          <a:xfrm>
            <a:off x="1789687" y="2476500"/>
            <a:ext cx="6910589" cy="356272"/>
          </a:xfrm>
          <a:prstGeom prst="rect">
            <a:avLst/>
          </a:prstGeom>
        </p:spPr>
        <p:txBody>
          <a:bodyPr lIns="0" tIns="0" rIns="0" bIns="0" rtlCol="0" anchor="t">
            <a:spAutoFit/>
          </a:bodyPr>
          <a:lstStyle/>
          <a:p>
            <a:pPr algn="l">
              <a:lnSpc>
                <a:spcPts val="2940"/>
              </a:lnSpc>
            </a:pPr>
            <a:r>
              <a:rPr lang="en-US" sz="2100" dirty="0">
                <a:solidFill>
                  <a:srgbClr val="FFFFFF"/>
                </a:solidFill>
                <a:latin typeface="Inter"/>
                <a:ea typeface="Inter"/>
                <a:cs typeface="Inter"/>
                <a:sym typeface="Inter"/>
              </a:rPr>
              <a:t>10 November 2025</a:t>
            </a:r>
          </a:p>
        </p:txBody>
      </p:sp>
      <p:sp>
        <p:nvSpPr>
          <p:cNvPr id="9" name="TextBox 9"/>
          <p:cNvSpPr txBox="1"/>
          <p:nvPr/>
        </p:nvSpPr>
        <p:spPr>
          <a:xfrm>
            <a:off x="1770637" y="6180641"/>
            <a:ext cx="10880863" cy="507960"/>
          </a:xfrm>
          <a:prstGeom prst="rect">
            <a:avLst/>
          </a:prstGeom>
        </p:spPr>
        <p:txBody>
          <a:bodyPr lIns="0" tIns="0" rIns="0" bIns="0" rtlCol="0" anchor="t">
            <a:spAutoFit/>
          </a:bodyPr>
          <a:lstStyle/>
          <a:p>
            <a:pPr algn="l">
              <a:lnSpc>
                <a:spcPts val="4165"/>
              </a:lnSpc>
            </a:pPr>
            <a:r>
              <a:rPr lang="en-US" sz="2975">
                <a:solidFill>
                  <a:srgbClr val="FFFFFF"/>
                </a:solidFill>
                <a:latin typeface="Inter"/>
                <a:ea typeface="Inter"/>
                <a:cs typeface="Inter"/>
                <a:sym typeface="Inter"/>
              </a:rPr>
              <a:t>Add a subtitle or the company tagline here</a:t>
            </a:r>
          </a:p>
        </p:txBody>
      </p:sp>
      <p:sp>
        <p:nvSpPr>
          <p:cNvPr id="10" name="TextBox 10"/>
          <p:cNvSpPr txBox="1"/>
          <p:nvPr/>
        </p:nvSpPr>
        <p:spPr>
          <a:xfrm>
            <a:off x="1728196" y="2981772"/>
            <a:ext cx="10904255" cy="3065519"/>
          </a:xfrm>
          <a:prstGeom prst="rect">
            <a:avLst/>
          </a:prstGeom>
        </p:spPr>
        <p:txBody>
          <a:bodyPr lIns="0" tIns="0" rIns="0" bIns="0" rtlCol="0" anchor="t">
            <a:spAutoFit/>
          </a:bodyPr>
          <a:lstStyle/>
          <a:p>
            <a:pPr algn="l">
              <a:lnSpc>
                <a:spcPts val="11830"/>
              </a:lnSpc>
            </a:pPr>
            <a:r>
              <a:rPr lang="en-US" sz="11598" b="1">
                <a:solidFill>
                  <a:srgbClr val="FFFFFF"/>
                </a:solidFill>
                <a:latin typeface="Inter Semi-Bold"/>
                <a:ea typeface="Inter Semi-Bold"/>
                <a:cs typeface="Inter Semi-Bold"/>
                <a:sym typeface="Inter Semi-Bold"/>
              </a:rPr>
              <a:t>Presentation</a:t>
            </a:r>
          </a:p>
          <a:p>
            <a:pPr algn="l">
              <a:lnSpc>
                <a:spcPts val="11830"/>
              </a:lnSpc>
            </a:pPr>
            <a:r>
              <a:rPr lang="en-US" sz="11598" b="1">
                <a:solidFill>
                  <a:srgbClr val="FFFFFF"/>
                </a:solidFill>
                <a:latin typeface="Inter Semi-Bold"/>
                <a:ea typeface="Inter Semi-Bold"/>
                <a:cs typeface="Inter Semi-Bold"/>
                <a:sym typeface="Inter Semi-Bold"/>
              </a:rPr>
              <a:t>Title</a:t>
            </a:r>
          </a:p>
        </p:txBody>
      </p:sp>
      <p:sp>
        <p:nvSpPr>
          <p:cNvPr id="5" name="Freeform 5"/>
          <p:cNvSpPr/>
          <p:nvPr/>
        </p:nvSpPr>
        <p:spPr>
          <a:xfrm>
            <a:off x="15628547" y="823970"/>
            <a:ext cx="1826333" cy="935350"/>
          </a:xfrm>
          <a:custGeom>
            <a:avLst/>
            <a:gdLst/>
            <a:ahLst/>
            <a:cxnLst/>
            <a:rect l="l" t="t" r="r" b="b"/>
            <a:pathLst>
              <a:path w="2293134" h="1174421">
                <a:moveTo>
                  <a:pt x="0" y="0"/>
                </a:moveTo>
                <a:lnTo>
                  <a:pt x="2293134" y="0"/>
                </a:lnTo>
                <a:lnTo>
                  <a:pt x="2293134" y="1174421"/>
                </a:lnTo>
                <a:lnTo>
                  <a:pt x="0" y="1174421"/>
                </a:lnTo>
                <a:lnTo>
                  <a:pt x="0" y="0"/>
                </a:lnTo>
                <a:close/>
              </a:path>
            </a:pathLst>
          </a:custGeom>
          <a:blipFill>
            <a:blip r:embed="rId2"/>
            <a:stretch>
              <a:fillRect l="-48958" t="-58688" r="-48958" b="-58688"/>
            </a:stretch>
          </a:blipFill>
        </p:spPr>
      </p:sp>
      <p:pic>
        <p:nvPicPr>
          <p:cNvPr id="12" name="Picture 11">
            <a:extLst>
              <a:ext uri="{FF2B5EF4-FFF2-40B4-BE49-F238E27FC236}">
                <a16:creationId xmlns:a16="http://schemas.microsoft.com/office/drawing/2014/main" id="{58CFE4BF-2757-2AD4-6394-9664E07FD6D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762000" y="374338"/>
            <a:ext cx="2924370" cy="1644962"/>
          </a:xfrm>
          <a:prstGeom prst="rect">
            <a:avLst/>
          </a:prstGeom>
        </p:spPr>
      </p:pic>
      <p:sp>
        <p:nvSpPr>
          <p:cNvPr id="20" name="TextBox 19">
            <a:extLst>
              <a:ext uri="{FF2B5EF4-FFF2-40B4-BE49-F238E27FC236}">
                <a16:creationId xmlns:a16="http://schemas.microsoft.com/office/drawing/2014/main" id="{04CC054B-9802-36DE-C402-684BCC2771DC}"/>
              </a:ext>
            </a:extLst>
          </p:cNvPr>
          <p:cNvSpPr txBox="1"/>
          <p:nvPr/>
        </p:nvSpPr>
        <p:spPr>
          <a:xfrm>
            <a:off x="17373600" y="9278364"/>
            <a:ext cx="330540" cy="369332"/>
          </a:xfrm>
          <a:prstGeom prst="rect">
            <a:avLst/>
          </a:prstGeom>
          <a:noFill/>
        </p:spPr>
        <p:txBody>
          <a:bodyPr wrap="none" rtlCol="0">
            <a:spAutoFit/>
          </a:bodyPr>
          <a:lstStyle/>
          <a:p>
            <a:fld id="{AA068656-7F57-4BF5-868B-B3B588B9A888}" type="slidenum">
              <a:rPr lang="en-US" b="1" smtClean="0">
                <a:solidFill>
                  <a:schemeClr val="bg1"/>
                </a:solidFill>
                <a:latin typeface="Inter" panose="02000503000000020004" pitchFamily="2" charset="0"/>
                <a:ea typeface="Inter" panose="02000503000000020004" pitchFamily="2" charset="0"/>
              </a:rPr>
              <a:t>2</a:t>
            </a:fld>
            <a:endParaRPr lang="en-US" b="1" dirty="0">
              <a:solidFill>
                <a:schemeClr val="bg1"/>
              </a:solidFill>
              <a:latin typeface="Inter" panose="02000503000000020004" pitchFamily="2" charset="0"/>
              <a:ea typeface="Inter" panose="02000503000000020004"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1C4E7"/>
        </a:solidFill>
        <a:effectLst/>
      </p:bgPr>
    </p:bg>
    <p:spTree>
      <p:nvGrpSpPr>
        <p:cNvPr id="1" name=""/>
        <p:cNvGrpSpPr/>
        <p:nvPr/>
      </p:nvGrpSpPr>
      <p:grpSpPr>
        <a:xfrm>
          <a:off x="0" y="0"/>
          <a:ext cx="0" cy="0"/>
          <a:chOff x="0" y="0"/>
          <a:chExt cx="0" cy="0"/>
        </a:xfrm>
      </p:grpSpPr>
      <p:grpSp>
        <p:nvGrpSpPr>
          <p:cNvPr id="2" name="Group 2"/>
          <p:cNvGrpSpPr/>
          <p:nvPr/>
        </p:nvGrpSpPr>
        <p:grpSpPr>
          <a:xfrm>
            <a:off x="625966" y="621732"/>
            <a:ext cx="9031144" cy="9043537"/>
            <a:chOff x="0" y="0"/>
            <a:chExt cx="2378573" cy="2381837"/>
          </a:xfrm>
        </p:grpSpPr>
        <p:sp>
          <p:nvSpPr>
            <p:cNvPr id="3" name="Freeform 3"/>
            <p:cNvSpPr/>
            <p:nvPr/>
          </p:nvSpPr>
          <p:spPr>
            <a:xfrm>
              <a:off x="0" y="0"/>
              <a:ext cx="2378573" cy="2381837"/>
            </a:xfrm>
            <a:custGeom>
              <a:avLst/>
              <a:gdLst/>
              <a:ahLst/>
              <a:cxnLst/>
              <a:rect l="l" t="t" r="r" b="b"/>
              <a:pathLst>
                <a:path w="2378573" h="2381837">
                  <a:moveTo>
                    <a:pt x="43720" y="0"/>
                  </a:moveTo>
                  <a:lnTo>
                    <a:pt x="2334853" y="0"/>
                  </a:lnTo>
                  <a:cubicBezTo>
                    <a:pt x="2358999" y="0"/>
                    <a:pt x="2378573" y="19574"/>
                    <a:pt x="2378573" y="43720"/>
                  </a:cubicBezTo>
                  <a:lnTo>
                    <a:pt x="2378573" y="2338117"/>
                  </a:lnTo>
                  <a:cubicBezTo>
                    <a:pt x="2378573" y="2362263"/>
                    <a:pt x="2358999" y="2381837"/>
                    <a:pt x="2334853" y="2381837"/>
                  </a:cubicBezTo>
                  <a:lnTo>
                    <a:pt x="43720" y="2381837"/>
                  </a:lnTo>
                  <a:cubicBezTo>
                    <a:pt x="19574" y="2381837"/>
                    <a:pt x="0" y="2362263"/>
                    <a:pt x="0" y="2338117"/>
                  </a:cubicBezTo>
                  <a:lnTo>
                    <a:pt x="0" y="43720"/>
                  </a:lnTo>
                  <a:cubicBezTo>
                    <a:pt x="0" y="19574"/>
                    <a:pt x="19574" y="0"/>
                    <a:pt x="43720" y="0"/>
                  </a:cubicBezTo>
                  <a:close/>
                </a:path>
              </a:pathLst>
            </a:custGeom>
            <a:solidFill>
              <a:srgbClr val="FFFFFF"/>
            </a:solidFill>
          </p:spPr>
        </p:sp>
        <p:sp>
          <p:nvSpPr>
            <p:cNvPr id="4" name="TextBox 4"/>
            <p:cNvSpPr txBox="1"/>
            <p:nvPr/>
          </p:nvSpPr>
          <p:spPr>
            <a:xfrm>
              <a:off x="0" y="-47625"/>
              <a:ext cx="2378573" cy="2429462"/>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0041308" y="621732"/>
            <a:ext cx="7620726" cy="9043537"/>
            <a:chOff x="0" y="0"/>
            <a:chExt cx="840933" cy="997937"/>
          </a:xfrm>
        </p:grpSpPr>
        <p:sp>
          <p:nvSpPr>
            <p:cNvPr id="6" name="Freeform 6"/>
            <p:cNvSpPr/>
            <p:nvPr/>
          </p:nvSpPr>
          <p:spPr>
            <a:xfrm>
              <a:off x="0" y="0"/>
              <a:ext cx="840933" cy="997937"/>
            </a:xfrm>
            <a:custGeom>
              <a:avLst/>
              <a:gdLst/>
              <a:ahLst/>
              <a:cxnLst/>
              <a:rect l="l" t="t" r="r" b="b"/>
              <a:pathLst>
                <a:path w="840933" h="997937">
                  <a:moveTo>
                    <a:pt x="51811" y="0"/>
                  </a:moveTo>
                  <a:lnTo>
                    <a:pt x="789122" y="0"/>
                  </a:lnTo>
                  <a:cubicBezTo>
                    <a:pt x="817736" y="0"/>
                    <a:pt x="840933" y="23197"/>
                    <a:pt x="840933" y="51811"/>
                  </a:cubicBezTo>
                  <a:lnTo>
                    <a:pt x="840933" y="946126"/>
                  </a:lnTo>
                  <a:cubicBezTo>
                    <a:pt x="840933" y="959867"/>
                    <a:pt x="835474" y="973046"/>
                    <a:pt x="825758" y="982762"/>
                  </a:cubicBezTo>
                  <a:cubicBezTo>
                    <a:pt x="816041" y="992479"/>
                    <a:pt x="802863" y="997937"/>
                    <a:pt x="789122" y="997937"/>
                  </a:cubicBezTo>
                  <a:lnTo>
                    <a:pt x="51811" y="997937"/>
                  </a:lnTo>
                  <a:cubicBezTo>
                    <a:pt x="23197" y="997937"/>
                    <a:pt x="0" y="974741"/>
                    <a:pt x="0" y="946126"/>
                  </a:cubicBezTo>
                  <a:lnTo>
                    <a:pt x="0" y="51811"/>
                  </a:lnTo>
                  <a:cubicBezTo>
                    <a:pt x="0" y="38070"/>
                    <a:pt x="5459" y="24892"/>
                    <a:pt x="15175" y="15175"/>
                  </a:cubicBezTo>
                  <a:cubicBezTo>
                    <a:pt x="24892" y="5459"/>
                    <a:pt x="38070" y="0"/>
                    <a:pt x="51811" y="0"/>
                  </a:cubicBezTo>
                  <a:close/>
                </a:path>
              </a:pathLst>
            </a:custGeom>
            <a:blipFill>
              <a:blip r:embed="rId2"/>
              <a:stretch>
                <a:fillRect l="-4564" t="-11306" b="-6178"/>
              </a:stretch>
            </a:blipFill>
          </p:spPr>
        </p:sp>
      </p:grpSp>
      <p:grpSp>
        <p:nvGrpSpPr>
          <p:cNvPr id="7" name="Group 7"/>
          <p:cNvGrpSpPr/>
          <p:nvPr/>
        </p:nvGrpSpPr>
        <p:grpSpPr>
          <a:xfrm>
            <a:off x="12228711" y="1776032"/>
            <a:ext cx="2696853" cy="2788440"/>
            <a:chOff x="0" y="0"/>
            <a:chExt cx="710282" cy="734404"/>
          </a:xfrm>
        </p:grpSpPr>
        <p:sp>
          <p:nvSpPr>
            <p:cNvPr id="8" name="Freeform 8"/>
            <p:cNvSpPr/>
            <p:nvPr/>
          </p:nvSpPr>
          <p:spPr>
            <a:xfrm>
              <a:off x="0" y="0"/>
              <a:ext cx="710282" cy="734404"/>
            </a:xfrm>
            <a:custGeom>
              <a:avLst/>
              <a:gdLst/>
              <a:ahLst/>
              <a:cxnLst/>
              <a:rect l="l" t="t" r="r" b="b"/>
              <a:pathLst>
                <a:path w="710282" h="734404">
                  <a:moveTo>
                    <a:pt x="146407" y="0"/>
                  </a:moveTo>
                  <a:lnTo>
                    <a:pt x="563875" y="0"/>
                  </a:lnTo>
                  <a:cubicBezTo>
                    <a:pt x="602705" y="0"/>
                    <a:pt x="639944" y="15425"/>
                    <a:pt x="667401" y="42882"/>
                  </a:cubicBezTo>
                  <a:cubicBezTo>
                    <a:pt x="694857" y="70338"/>
                    <a:pt x="710282" y="107577"/>
                    <a:pt x="710282" y="146407"/>
                  </a:cubicBezTo>
                  <a:lnTo>
                    <a:pt x="710282" y="587997"/>
                  </a:lnTo>
                  <a:cubicBezTo>
                    <a:pt x="710282" y="668855"/>
                    <a:pt x="644734" y="734404"/>
                    <a:pt x="563875" y="734404"/>
                  </a:cubicBezTo>
                  <a:lnTo>
                    <a:pt x="146407" y="734404"/>
                  </a:lnTo>
                  <a:cubicBezTo>
                    <a:pt x="65549" y="734404"/>
                    <a:pt x="0" y="668855"/>
                    <a:pt x="0" y="587997"/>
                  </a:cubicBezTo>
                  <a:lnTo>
                    <a:pt x="0" y="146407"/>
                  </a:lnTo>
                  <a:cubicBezTo>
                    <a:pt x="0" y="65549"/>
                    <a:pt x="65549" y="0"/>
                    <a:pt x="146407" y="0"/>
                  </a:cubicBezTo>
                  <a:close/>
                </a:path>
              </a:pathLst>
            </a:custGeom>
            <a:solidFill>
              <a:srgbClr val="000000">
                <a:alpha val="0"/>
              </a:srgbClr>
            </a:solidFill>
            <a:ln w="104775" cap="rnd">
              <a:solidFill>
                <a:srgbClr val="0857C3"/>
              </a:solidFill>
              <a:prstDash val="solid"/>
              <a:round/>
            </a:ln>
          </p:spPr>
        </p:sp>
        <p:sp>
          <p:nvSpPr>
            <p:cNvPr id="9" name="TextBox 9"/>
            <p:cNvSpPr txBox="1"/>
            <p:nvPr/>
          </p:nvSpPr>
          <p:spPr>
            <a:xfrm>
              <a:off x="0" y="-47625"/>
              <a:ext cx="710282" cy="782029"/>
            </a:xfrm>
            <a:prstGeom prst="rect">
              <a:avLst/>
            </a:prstGeom>
          </p:spPr>
          <p:txBody>
            <a:bodyPr lIns="50800" tIns="50800" rIns="50800" bIns="50800" rtlCol="0" anchor="ctr"/>
            <a:lstStyle/>
            <a:p>
              <a:pPr algn="ctr">
                <a:lnSpc>
                  <a:spcPts val="3359"/>
                </a:lnSpc>
              </a:pPr>
              <a:endParaRPr/>
            </a:p>
          </p:txBody>
        </p:sp>
      </p:grpSp>
      <p:sp>
        <p:nvSpPr>
          <p:cNvPr id="10" name="TextBox 10"/>
          <p:cNvSpPr txBox="1"/>
          <p:nvPr/>
        </p:nvSpPr>
        <p:spPr>
          <a:xfrm>
            <a:off x="1384554" y="2086012"/>
            <a:ext cx="6192801" cy="390488"/>
          </a:xfrm>
          <a:prstGeom prst="rect">
            <a:avLst/>
          </a:prstGeom>
        </p:spPr>
        <p:txBody>
          <a:bodyPr lIns="0" tIns="0" rIns="0" bIns="0" rtlCol="0" anchor="t">
            <a:spAutoFit/>
          </a:bodyPr>
          <a:lstStyle/>
          <a:p>
            <a:pPr algn="l">
              <a:lnSpc>
                <a:spcPts val="3120"/>
              </a:lnSpc>
            </a:pPr>
            <a:r>
              <a:rPr lang="en-US" sz="2600" dirty="0">
                <a:solidFill>
                  <a:srgbClr val="0857C3"/>
                </a:solidFill>
                <a:latin typeface="Inter"/>
                <a:ea typeface="Inter"/>
                <a:cs typeface="Inter"/>
                <a:sym typeface="Inter"/>
              </a:rPr>
              <a:t>DIVIDER 01</a:t>
            </a:r>
          </a:p>
        </p:txBody>
      </p:sp>
      <p:sp>
        <p:nvSpPr>
          <p:cNvPr id="11" name="TextBox 11"/>
          <p:cNvSpPr txBox="1"/>
          <p:nvPr/>
        </p:nvSpPr>
        <p:spPr>
          <a:xfrm>
            <a:off x="1279779" y="2697470"/>
            <a:ext cx="7223818" cy="3208030"/>
          </a:xfrm>
          <a:prstGeom prst="rect">
            <a:avLst/>
          </a:prstGeom>
        </p:spPr>
        <p:txBody>
          <a:bodyPr lIns="0" tIns="0" rIns="0" bIns="0" rtlCol="0" anchor="t">
            <a:spAutoFit/>
          </a:bodyPr>
          <a:lstStyle/>
          <a:p>
            <a:pPr algn="l">
              <a:lnSpc>
                <a:spcPts val="12300"/>
              </a:lnSpc>
            </a:pPr>
            <a:r>
              <a:rPr lang="en-US" sz="12300" spc="-282" dirty="0">
                <a:solidFill>
                  <a:srgbClr val="0857C3"/>
                </a:solidFill>
                <a:latin typeface="Inter"/>
                <a:ea typeface="Inter"/>
                <a:cs typeface="Inter"/>
                <a:sym typeface="Inter"/>
              </a:rPr>
              <a:t>Chapter</a:t>
            </a:r>
          </a:p>
          <a:p>
            <a:pPr algn="l">
              <a:lnSpc>
                <a:spcPts val="12300"/>
              </a:lnSpc>
            </a:pPr>
            <a:r>
              <a:rPr lang="en-US" sz="12300" spc="-282" dirty="0">
                <a:solidFill>
                  <a:srgbClr val="0857C3"/>
                </a:solidFill>
                <a:latin typeface="Inter"/>
                <a:ea typeface="Inter"/>
                <a:cs typeface="Inter"/>
                <a:sym typeface="Inter"/>
              </a:rPr>
              <a:t>Title</a:t>
            </a:r>
          </a:p>
        </p:txBody>
      </p:sp>
      <p:sp>
        <p:nvSpPr>
          <p:cNvPr id="12" name="TextBox 12"/>
          <p:cNvSpPr txBox="1"/>
          <p:nvPr/>
        </p:nvSpPr>
        <p:spPr>
          <a:xfrm>
            <a:off x="1384554" y="6806696"/>
            <a:ext cx="7607046" cy="2188667"/>
          </a:xfrm>
          <a:prstGeom prst="rect">
            <a:avLst/>
          </a:prstGeom>
        </p:spPr>
        <p:txBody>
          <a:bodyPr wrap="square" lIns="0" tIns="0" rIns="0" bIns="0" rtlCol="0" anchor="t">
            <a:spAutoFit/>
          </a:bodyPr>
          <a:lstStyle/>
          <a:p>
            <a:pPr algn="l">
              <a:lnSpc>
                <a:spcPts val="3510"/>
              </a:lnSpc>
              <a:spcBef>
                <a:spcPct val="0"/>
              </a:spcBef>
            </a:pPr>
            <a:r>
              <a:rPr lang="en-US" sz="2507" dirty="0">
                <a:solidFill>
                  <a:srgbClr val="0857C3"/>
                </a:solidFill>
                <a:latin typeface="Inter"/>
                <a:ea typeface="Inter"/>
                <a:cs typeface="Inter"/>
                <a:sym typeface="Inter"/>
              </a:rPr>
              <a:t>Lorem ipsum dolor sit </a:t>
            </a:r>
            <a:r>
              <a:rPr lang="en-US" sz="2507" dirty="0" err="1">
                <a:solidFill>
                  <a:srgbClr val="0857C3"/>
                </a:solidFill>
                <a:latin typeface="Inter"/>
                <a:ea typeface="Inter"/>
                <a:cs typeface="Inter"/>
                <a:sym typeface="Inter"/>
              </a:rPr>
              <a:t>amet</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consectetur</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adipiscing</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elit</a:t>
            </a:r>
            <a:r>
              <a:rPr lang="en-US" sz="2507" dirty="0">
                <a:solidFill>
                  <a:srgbClr val="0857C3"/>
                </a:solidFill>
                <a:latin typeface="Inter"/>
                <a:ea typeface="Inter"/>
                <a:cs typeface="Inter"/>
                <a:sym typeface="Inter"/>
              </a:rPr>
              <a:t>, sed do </a:t>
            </a:r>
            <a:r>
              <a:rPr lang="en-US" sz="2507" dirty="0" err="1">
                <a:solidFill>
                  <a:srgbClr val="0857C3"/>
                </a:solidFill>
                <a:latin typeface="Inter"/>
                <a:ea typeface="Inter"/>
                <a:cs typeface="Inter"/>
                <a:sym typeface="Inter"/>
              </a:rPr>
              <a:t>eiusmod</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tempor</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incididunt</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ut</a:t>
            </a:r>
            <a:r>
              <a:rPr lang="en-US" sz="2507" dirty="0">
                <a:solidFill>
                  <a:srgbClr val="0857C3"/>
                </a:solidFill>
                <a:latin typeface="Inter"/>
                <a:ea typeface="Inter"/>
                <a:cs typeface="Inter"/>
                <a:sym typeface="Inter"/>
              </a:rPr>
              <a:t> labore et dolore magna </a:t>
            </a:r>
            <a:r>
              <a:rPr lang="en-US" sz="2507" dirty="0" err="1">
                <a:solidFill>
                  <a:srgbClr val="0857C3"/>
                </a:solidFill>
                <a:latin typeface="Inter"/>
                <a:ea typeface="Inter"/>
                <a:cs typeface="Inter"/>
                <a:sym typeface="Inter"/>
              </a:rPr>
              <a:t>aliqua</a:t>
            </a:r>
            <a:r>
              <a:rPr lang="en-US" sz="2507" dirty="0">
                <a:solidFill>
                  <a:srgbClr val="0857C3"/>
                </a:solidFill>
                <a:latin typeface="Inter"/>
                <a:ea typeface="Inter"/>
                <a:cs typeface="Inter"/>
                <a:sym typeface="Inter"/>
              </a:rPr>
              <a:t>. Ut </a:t>
            </a:r>
            <a:r>
              <a:rPr lang="en-US" sz="2507" dirty="0" err="1">
                <a:solidFill>
                  <a:srgbClr val="0857C3"/>
                </a:solidFill>
                <a:latin typeface="Inter"/>
                <a:ea typeface="Inter"/>
                <a:cs typeface="Inter"/>
                <a:sym typeface="Inter"/>
              </a:rPr>
              <a:t>enim</a:t>
            </a:r>
            <a:r>
              <a:rPr lang="en-US" sz="2507" dirty="0">
                <a:solidFill>
                  <a:srgbClr val="0857C3"/>
                </a:solidFill>
                <a:latin typeface="Inter"/>
                <a:ea typeface="Inter"/>
                <a:cs typeface="Inter"/>
                <a:sym typeface="Inter"/>
              </a:rPr>
              <a:t> ad minim </a:t>
            </a:r>
            <a:r>
              <a:rPr lang="en-US" sz="2507" dirty="0" err="1">
                <a:solidFill>
                  <a:srgbClr val="0857C3"/>
                </a:solidFill>
                <a:latin typeface="Inter"/>
                <a:ea typeface="Inter"/>
                <a:cs typeface="Inter"/>
                <a:sym typeface="Inter"/>
              </a:rPr>
              <a:t>veniam</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quis</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nostrud</a:t>
            </a:r>
            <a:r>
              <a:rPr lang="en-US" sz="2507" dirty="0">
                <a:solidFill>
                  <a:srgbClr val="0857C3"/>
                </a:solidFill>
                <a:latin typeface="Inter"/>
                <a:ea typeface="Inter"/>
                <a:cs typeface="Inter"/>
                <a:sym typeface="Inter"/>
              </a:rPr>
              <a:t> exercitation </a:t>
            </a:r>
            <a:r>
              <a:rPr lang="en-US" sz="2507" dirty="0" err="1">
                <a:solidFill>
                  <a:srgbClr val="0857C3"/>
                </a:solidFill>
                <a:latin typeface="Inter"/>
                <a:ea typeface="Inter"/>
                <a:cs typeface="Inter"/>
                <a:sym typeface="Inter"/>
              </a:rPr>
              <a:t>ullamco</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laboris</a:t>
            </a:r>
            <a:r>
              <a:rPr lang="en-US" sz="2507" dirty="0">
                <a:solidFill>
                  <a:srgbClr val="0857C3"/>
                </a:solidFill>
                <a:latin typeface="Inter"/>
                <a:ea typeface="Inter"/>
                <a:cs typeface="Inter"/>
                <a:sym typeface="Inter"/>
              </a:rPr>
              <a:t> nisi </a:t>
            </a:r>
            <a:r>
              <a:rPr lang="en-US" sz="2507" dirty="0" err="1">
                <a:solidFill>
                  <a:srgbClr val="0857C3"/>
                </a:solidFill>
                <a:latin typeface="Inter"/>
                <a:ea typeface="Inter"/>
                <a:cs typeface="Inter"/>
                <a:sym typeface="Inter"/>
              </a:rPr>
              <a:t>ut</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aliquip</a:t>
            </a:r>
            <a:r>
              <a:rPr lang="en-US" sz="2507" dirty="0">
                <a:solidFill>
                  <a:srgbClr val="0857C3"/>
                </a:solidFill>
                <a:latin typeface="Inter"/>
                <a:ea typeface="Inter"/>
                <a:cs typeface="Inter"/>
                <a:sym typeface="Inter"/>
              </a:rPr>
              <a:t> ex </a:t>
            </a:r>
            <a:r>
              <a:rPr lang="en-US" sz="2507" dirty="0" err="1">
                <a:solidFill>
                  <a:srgbClr val="0857C3"/>
                </a:solidFill>
                <a:latin typeface="Inter"/>
                <a:ea typeface="Inter"/>
                <a:cs typeface="Inter"/>
                <a:sym typeface="Inter"/>
              </a:rPr>
              <a:t>ea</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commodo</a:t>
            </a:r>
            <a:r>
              <a:rPr lang="en-US" sz="2507" dirty="0">
                <a:solidFill>
                  <a:srgbClr val="0857C3"/>
                </a:solidFill>
                <a:latin typeface="Inter"/>
                <a:ea typeface="Inter"/>
                <a:cs typeface="Inter"/>
                <a:sym typeface="Inter"/>
              </a:rPr>
              <a:t> </a:t>
            </a:r>
            <a:r>
              <a:rPr lang="en-US" sz="2507" dirty="0" err="1">
                <a:solidFill>
                  <a:srgbClr val="0857C3"/>
                </a:solidFill>
                <a:latin typeface="Inter"/>
                <a:ea typeface="Inter"/>
                <a:cs typeface="Inter"/>
                <a:sym typeface="Inter"/>
              </a:rPr>
              <a:t>consequat</a:t>
            </a:r>
            <a:r>
              <a:rPr lang="en-US" sz="2507" dirty="0">
                <a:solidFill>
                  <a:srgbClr val="0857C3"/>
                </a:solidFill>
                <a:latin typeface="Inter"/>
                <a:ea typeface="Inter"/>
                <a:cs typeface="Inter"/>
                <a:sym typeface="Inter"/>
              </a:rPr>
              <a:t>.</a:t>
            </a:r>
          </a:p>
        </p:txBody>
      </p:sp>
      <p:grpSp>
        <p:nvGrpSpPr>
          <p:cNvPr id="13" name="Group 12">
            <a:extLst>
              <a:ext uri="{FF2B5EF4-FFF2-40B4-BE49-F238E27FC236}">
                <a16:creationId xmlns:a16="http://schemas.microsoft.com/office/drawing/2014/main" id="{868B38B7-4377-51F1-47F5-51C76888206F}"/>
              </a:ext>
            </a:extLst>
          </p:cNvPr>
          <p:cNvGrpSpPr/>
          <p:nvPr/>
        </p:nvGrpSpPr>
        <p:grpSpPr>
          <a:xfrm>
            <a:off x="761998" y="582141"/>
            <a:ext cx="8763002" cy="1238974"/>
            <a:chOff x="762000" y="342900"/>
            <a:chExt cx="13802026" cy="1951425"/>
          </a:xfrm>
        </p:grpSpPr>
        <p:sp>
          <p:nvSpPr>
            <p:cNvPr id="14" name="Freeform 6">
              <a:extLst>
                <a:ext uri="{FF2B5EF4-FFF2-40B4-BE49-F238E27FC236}">
                  <a16:creationId xmlns:a16="http://schemas.microsoft.com/office/drawing/2014/main" id="{F215F81F-9623-4DBF-C87D-8192F12E762C}"/>
                </a:ext>
              </a:extLst>
            </p:cNvPr>
            <p:cNvSpPr/>
            <p:nvPr/>
          </p:nvSpPr>
          <p:spPr>
            <a:xfrm>
              <a:off x="12270890" y="876301"/>
              <a:ext cx="2293136" cy="1105476"/>
            </a:xfrm>
            <a:custGeom>
              <a:avLst/>
              <a:gdLst/>
              <a:ahLst/>
              <a:cxnLst/>
              <a:rect l="l" t="t" r="r" b="b"/>
              <a:pathLst>
                <a:path w="2293134" h="1105476">
                  <a:moveTo>
                    <a:pt x="0" y="0"/>
                  </a:moveTo>
                  <a:lnTo>
                    <a:pt x="2293134" y="0"/>
                  </a:lnTo>
                  <a:lnTo>
                    <a:pt x="2293134" y="1105476"/>
                  </a:lnTo>
                  <a:lnTo>
                    <a:pt x="0" y="1105476"/>
                  </a:lnTo>
                  <a:lnTo>
                    <a:pt x="0" y="0"/>
                  </a:lnTo>
                  <a:close/>
                </a:path>
              </a:pathLst>
            </a:custGeom>
            <a:blipFill>
              <a:blip r:embed="rId3"/>
              <a:stretch>
                <a:fillRect l="-45171" t="-61047" r="-45171" b="-61047"/>
              </a:stretch>
            </a:blipFill>
          </p:spPr>
          <p:txBody>
            <a:bodyPr/>
            <a:lstStyle/>
            <a:p>
              <a:endParaRPr lang="en-US" dirty="0"/>
            </a:p>
          </p:txBody>
        </p:sp>
        <p:pic>
          <p:nvPicPr>
            <p:cNvPr id="15" name="Picture 14">
              <a:extLst>
                <a:ext uri="{FF2B5EF4-FFF2-40B4-BE49-F238E27FC236}">
                  <a16:creationId xmlns:a16="http://schemas.microsoft.com/office/drawing/2014/main" id="{F60562B6-5FB2-8ACE-3882-5C7A20A896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2000" y="342900"/>
              <a:ext cx="3469198" cy="1951425"/>
            </a:xfrm>
            <a:prstGeom prst="rect">
              <a:avLst/>
            </a:prstGeom>
          </p:spPr>
        </p:pic>
      </p:grpSp>
      <p:sp>
        <p:nvSpPr>
          <p:cNvPr id="18" name="TextBox 17">
            <a:extLst>
              <a:ext uri="{FF2B5EF4-FFF2-40B4-BE49-F238E27FC236}">
                <a16:creationId xmlns:a16="http://schemas.microsoft.com/office/drawing/2014/main" id="{30C84F03-635C-FFC8-2854-D79B0BC8767D}"/>
              </a:ext>
            </a:extLst>
          </p:cNvPr>
          <p:cNvSpPr txBox="1"/>
          <p:nvPr/>
        </p:nvSpPr>
        <p:spPr>
          <a:xfrm>
            <a:off x="172212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3</a:t>
            </a:fld>
            <a:endParaRPr lang="en-US" b="1" dirty="0">
              <a:latin typeface="Inter" panose="02000503000000020004" pitchFamily="2" charset="0"/>
              <a:ea typeface="Inter" panose="02000503000000020004"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07FE2"/>
        </a:solidFill>
        <a:effectLst/>
      </p:bgPr>
    </p:bg>
    <p:spTree>
      <p:nvGrpSpPr>
        <p:cNvPr id="1" name=""/>
        <p:cNvGrpSpPr/>
        <p:nvPr/>
      </p:nvGrpSpPr>
      <p:grpSpPr>
        <a:xfrm>
          <a:off x="0" y="0"/>
          <a:ext cx="0" cy="0"/>
          <a:chOff x="0" y="0"/>
          <a:chExt cx="0" cy="0"/>
        </a:xfrm>
      </p:grpSpPr>
      <p:grpSp>
        <p:nvGrpSpPr>
          <p:cNvPr id="2" name="Group 2"/>
          <p:cNvGrpSpPr/>
          <p:nvPr/>
        </p:nvGrpSpPr>
        <p:grpSpPr>
          <a:xfrm>
            <a:off x="8917090" y="621732"/>
            <a:ext cx="8744944" cy="9043537"/>
            <a:chOff x="0" y="0"/>
            <a:chExt cx="2303195" cy="2381837"/>
          </a:xfrm>
        </p:grpSpPr>
        <p:sp>
          <p:nvSpPr>
            <p:cNvPr id="3" name="Freeform 3"/>
            <p:cNvSpPr/>
            <p:nvPr/>
          </p:nvSpPr>
          <p:spPr>
            <a:xfrm>
              <a:off x="0" y="0"/>
              <a:ext cx="2303195" cy="2381837"/>
            </a:xfrm>
            <a:custGeom>
              <a:avLst/>
              <a:gdLst/>
              <a:ahLst/>
              <a:cxnLst/>
              <a:rect l="l" t="t" r="r" b="b"/>
              <a:pathLst>
                <a:path w="2303195" h="2381837">
                  <a:moveTo>
                    <a:pt x="45150" y="0"/>
                  </a:moveTo>
                  <a:lnTo>
                    <a:pt x="2258045" y="0"/>
                  </a:lnTo>
                  <a:cubicBezTo>
                    <a:pt x="2270020" y="0"/>
                    <a:pt x="2281504" y="4757"/>
                    <a:pt x="2289971" y="13224"/>
                  </a:cubicBezTo>
                  <a:cubicBezTo>
                    <a:pt x="2298438" y="21692"/>
                    <a:pt x="2303195" y="33176"/>
                    <a:pt x="2303195" y="45150"/>
                  </a:cubicBezTo>
                  <a:lnTo>
                    <a:pt x="2303195" y="2336686"/>
                  </a:lnTo>
                  <a:cubicBezTo>
                    <a:pt x="2303195" y="2361622"/>
                    <a:pt x="2282981" y="2381837"/>
                    <a:pt x="2258045" y="2381837"/>
                  </a:cubicBezTo>
                  <a:lnTo>
                    <a:pt x="45150" y="2381837"/>
                  </a:lnTo>
                  <a:cubicBezTo>
                    <a:pt x="33176" y="2381837"/>
                    <a:pt x="21692" y="2377080"/>
                    <a:pt x="13224" y="2368613"/>
                  </a:cubicBezTo>
                  <a:cubicBezTo>
                    <a:pt x="4757" y="2360145"/>
                    <a:pt x="0" y="2348661"/>
                    <a:pt x="0" y="2336686"/>
                  </a:cubicBezTo>
                  <a:lnTo>
                    <a:pt x="0" y="45150"/>
                  </a:lnTo>
                  <a:cubicBezTo>
                    <a:pt x="0" y="33176"/>
                    <a:pt x="4757" y="21692"/>
                    <a:pt x="13224" y="13224"/>
                  </a:cubicBezTo>
                  <a:cubicBezTo>
                    <a:pt x="21692" y="4757"/>
                    <a:pt x="33176" y="0"/>
                    <a:pt x="45150" y="0"/>
                  </a:cubicBezTo>
                  <a:close/>
                </a:path>
              </a:pathLst>
            </a:custGeom>
            <a:solidFill>
              <a:srgbClr val="FFFFFF"/>
            </a:solidFill>
            <a:ln cap="rnd">
              <a:noFill/>
              <a:prstDash val="solid"/>
              <a:round/>
            </a:ln>
          </p:spPr>
        </p:sp>
        <p:sp>
          <p:nvSpPr>
            <p:cNvPr id="4" name="TextBox 4"/>
            <p:cNvSpPr txBox="1"/>
            <p:nvPr/>
          </p:nvSpPr>
          <p:spPr>
            <a:xfrm>
              <a:off x="0" y="-47625"/>
              <a:ext cx="2303195" cy="2429462"/>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9677693" y="8354060"/>
            <a:ext cx="2709090" cy="561887"/>
            <a:chOff x="0" y="0"/>
            <a:chExt cx="713505" cy="147987"/>
          </a:xfrm>
        </p:grpSpPr>
        <p:sp>
          <p:nvSpPr>
            <p:cNvPr id="6" name="Freeform 6"/>
            <p:cNvSpPr/>
            <p:nvPr/>
          </p:nvSpPr>
          <p:spPr>
            <a:xfrm>
              <a:off x="0" y="0"/>
              <a:ext cx="713505" cy="147987"/>
            </a:xfrm>
            <a:custGeom>
              <a:avLst/>
              <a:gdLst/>
              <a:ahLst/>
              <a:cxnLst/>
              <a:rect l="l" t="t" r="r" b="b"/>
              <a:pathLst>
                <a:path w="713505" h="147987">
                  <a:moveTo>
                    <a:pt x="73993" y="0"/>
                  </a:moveTo>
                  <a:lnTo>
                    <a:pt x="639512" y="0"/>
                  </a:lnTo>
                  <a:cubicBezTo>
                    <a:pt x="680377" y="0"/>
                    <a:pt x="713505" y="33128"/>
                    <a:pt x="713505" y="73993"/>
                  </a:cubicBezTo>
                  <a:lnTo>
                    <a:pt x="713505" y="73993"/>
                  </a:lnTo>
                  <a:cubicBezTo>
                    <a:pt x="713505" y="93618"/>
                    <a:pt x="705709" y="112438"/>
                    <a:pt x="691833" y="126315"/>
                  </a:cubicBezTo>
                  <a:cubicBezTo>
                    <a:pt x="677956" y="140191"/>
                    <a:pt x="659136" y="147987"/>
                    <a:pt x="639512" y="147987"/>
                  </a:cubicBezTo>
                  <a:lnTo>
                    <a:pt x="73993" y="147987"/>
                  </a:lnTo>
                  <a:cubicBezTo>
                    <a:pt x="33128" y="147987"/>
                    <a:pt x="0" y="114859"/>
                    <a:pt x="0" y="73993"/>
                  </a:cubicBezTo>
                  <a:lnTo>
                    <a:pt x="0" y="73993"/>
                  </a:lnTo>
                  <a:cubicBezTo>
                    <a:pt x="0" y="33128"/>
                    <a:pt x="33128" y="0"/>
                    <a:pt x="73993" y="0"/>
                  </a:cubicBezTo>
                  <a:close/>
                </a:path>
              </a:pathLst>
            </a:custGeom>
            <a:solidFill>
              <a:srgbClr val="000000">
                <a:alpha val="0"/>
              </a:srgbClr>
            </a:solidFill>
            <a:ln w="19050" cap="rnd">
              <a:solidFill>
                <a:srgbClr val="0857C3"/>
              </a:solidFill>
              <a:prstDash val="solid"/>
              <a:round/>
            </a:ln>
          </p:spPr>
        </p:sp>
        <p:sp>
          <p:nvSpPr>
            <p:cNvPr id="7" name="TextBox 7"/>
            <p:cNvSpPr txBox="1"/>
            <p:nvPr/>
          </p:nvSpPr>
          <p:spPr>
            <a:xfrm>
              <a:off x="0" y="-38100"/>
              <a:ext cx="713505" cy="186087"/>
            </a:xfrm>
            <a:prstGeom prst="rect">
              <a:avLst/>
            </a:prstGeom>
          </p:spPr>
          <p:txBody>
            <a:bodyPr lIns="50800" tIns="50800" rIns="50800" bIns="50800" rtlCol="0" anchor="ctr"/>
            <a:lstStyle/>
            <a:p>
              <a:pPr algn="ctr">
                <a:lnSpc>
                  <a:spcPts val="2520"/>
                </a:lnSpc>
              </a:pPr>
              <a:r>
                <a:rPr lang="en-US" sz="1800">
                  <a:solidFill>
                    <a:srgbClr val="0857C3"/>
                  </a:solidFill>
                  <a:latin typeface="Inter"/>
                  <a:ea typeface="Inter"/>
                  <a:cs typeface="Inter"/>
                  <a:sym typeface="Inter"/>
                </a:rPr>
                <a:t>Back to agenda page</a:t>
              </a:r>
            </a:p>
          </p:txBody>
        </p:sp>
      </p:grpSp>
      <p:sp>
        <p:nvSpPr>
          <p:cNvPr id="8" name="TextBox 8"/>
          <p:cNvSpPr txBox="1"/>
          <p:nvPr/>
        </p:nvSpPr>
        <p:spPr>
          <a:xfrm>
            <a:off x="9677693" y="2171700"/>
            <a:ext cx="6997621" cy="2587587"/>
          </a:xfrm>
          <a:prstGeom prst="rect">
            <a:avLst/>
          </a:prstGeom>
        </p:spPr>
        <p:txBody>
          <a:bodyPr lIns="0" tIns="0" rIns="0" bIns="0" rtlCol="0" anchor="t">
            <a:spAutoFit/>
          </a:bodyPr>
          <a:lstStyle/>
          <a:p>
            <a:pPr algn="l">
              <a:lnSpc>
                <a:spcPts val="9999"/>
              </a:lnSpc>
            </a:pPr>
            <a:r>
              <a:rPr lang="en-US" sz="9999" spc="-229" dirty="0">
                <a:solidFill>
                  <a:srgbClr val="0857C3"/>
                </a:solidFill>
                <a:latin typeface="Inter"/>
                <a:ea typeface="Inter"/>
                <a:cs typeface="Inter"/>
                <a:sym typeface="Inter"/>
              </a:rPr>
              <a:t>Chapter</a:t>
            </a:r>
          </a:p>
          <a:p>
            <a:pPr algn="l">
              <a:lnSpc>
                <a:spcPts val="9999"/>
              </a:lnSpc>
            </a:pPr>
            <a:r>
              <a:rPr lang="en-US" sz="9999" spc="-229" dirty="0">
                <a:solidFill>
                  <a:srgbClr val="0857C3"/>
                </a:solidFill>
                <a:latin typeface="Inter"/>
                <a:ea typeface="Inter"/>
                <a:cs typeface="Inter"/>
                <a:sym typeface="Inter"/>
              </a:rPr>
              <a:t>Title</a:t>
            </a:r>
          </a:p>
        </p:txBody>
      </p:sp>
      <p:sp>
        <p:nvSpPr>
          <p:cNvPr id="9" name="TextBox 9"/>
          <p:cNvSpPr txBox="1"/>
          <p:nvPr/>
        </p:nvSpPr>
        <p:spPr>
          <a:xfrm>
            <a:off x="9677693" y="4781233"/>
            <a:ext cx="6997621" cy="2724673"/>
          </a:xfrm>
          <a:prstGeom prst="rect">
            <a:avLst/>
          </a:prstGeom>
        </p:spPr>
        <p:txBody>
          <a:bodyPr lIns="0" tIns="0" rIns="0" bIns="0" rtlCol="0" anchor="t">
            <a:spAutoFit/>
          </a:bodyPr>
          <a:lstStyle/>
          <a:p>
            <a:pPr marL="0" lvl="0" indent="0" algn="l">
              <a:lnSpc>
                <a:spcPts val="3640"/>
              </a:lnSpc>
              <a:spcBef>
                <a:spcPct val="0"/>
              </a:spcBef>
            </a:pPr>
            <a:r>
              <a:rPr lang="en-US" sz="2600">
                <a:solidFill>
                  <a:srgbClr val="0857C3"/>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10" name="Group 10"/>
          <p:cNvGrpSpPr/>
          <p:nvPr/>
        </p:nvGrpSpPr>
        <p:grpSpPr>
          <a:xfrm>
            <a:off x="1407390" y="621732"/>
            <a:ext cx="5591523" cy="5545650"/>
            <a:chOff x="0" y="0"/>
            <a:chExt cx="1472665" cy="1460583"/>
          </a:xfrm>
        </p:grpSpPr>
        <p:sp>
          <p:nvSpPr>
            <p:cNvPr id="11" name="Freeform 11"/>
            <p:cNvSpPr/>
            <p:nvPr/>
          </p:nvSpPr>
          <p:spPr>
            <a:xfrm>
              <a:off x="0" y="0"/>
              <a:ext cx="1472664" cy="1460583"/>
            </a:xfrm>
            <a:custGeom>
              <a:avLst/>
              <a:gdLst/>
              <a:ahLst/>
              <a:cxnLst/>
              <a:rect l="l" t="t" r="r" b="b"/>
              <a:pathLst>
                <a:path w="1472664" h="1460583">
                  <a:moveTo>
                    <a:pt x="96921" y="0"/>
                  </a:moveTo>
                  <a:lnTo>
                    <a:pt x="1375744" y="0"/>
                  </a:lnTo>
                  <a:cubicBezTo>
                    <a:pt x="1401449" y="0"/>
                    <a:pt x="1426101" y="10211"/>
                    <a:pt x="1444277" y="28387"/>
                  </a:cubicBezTo>
                  <a:cubicBezTo>
                    <a:pt x="1462453" y="46564"/>
                    <a:pt x="1472664" y="71216"/>
                    <a:pt x="1472664" y="96921"/>
                  </a:cubicBezTo>
                  <a:lnTo>
                    <a:pt x="1472664" y="1363662"/>
                  </a:lnTo>
                  <a:cubicBezTo>
                    <a:pt x="1472664" y="1417190"/>
                    <a:pt x="1429272" y="1460583"/>
                    <a:pt x="1375744" y="1460583"/>
                  </a:cubicBezTo>
                  <a:lnTo>
                    <a:pt x="96921" y="1460583"/>
                  </a:lnTo>
                  <a:cubicBezTo>
                    <a:pt x="71216" y="1460583"/>
                    <a:pt x="46564" y="1450371"/>
                    <a:pt x="28387" y="1432195"/>
                  </a:cubicBezTo>
                  <a:cubicBezTo>
                    <a:pt x="10211" y="1414019"/>
                    <a:pt x="0" y="1389367"/>
                    <a:pt x="0" y="1363662"/>
                  </a:cubicBezTo>
                  <a:lnTo>
                    <a:pt x="0" y="96921"/>
                  </a:lnTo>
                  <a:cubicBezTo>
                    <a:pt x="0" y="71216"/>
                    <a:pt x="10211" y="46564"/>
                    <a:pt x="28387" y="28387"/>
                  </a:cubicBezTo>
                  <a:cubicBezTo>
                    <a:pt x="46564" y="10211"/>
                    <a:pt x="71216" y="0"/>
                    <a:pt x="96921" y="0"/>
                  </a:cubicBezTo>
                  <a:close/>
                </a:path>
              </a:pathLst>
            </a:custGeom>
            <a:solidFill>
              <a:srgbClr val="000000">
                <a:alpha val="0"/>
              </a:srgbClr>
            </a:solidFill>
            <a:ln w="142875" cap="rnd">
              <a:solidFill>
                <a:srgbClr val="FFFFFF"/>
              </a:solidFill>
              <a:prstDash val="solid"/>
              <a:round/>
            </a:ln>
          </p:spPr>
        </p:sp>
        <p:sp>
          <p:nvSpPr>
            <p:cNvPr id="12" name="TextBox 12"/>
            <p:cNvSpPr txBox="1"/>
            <p:nvPr/>
          </p:nvSpPr>
          <p:spPr>
            <a:xfrm>
              <a:off x="0" y="-47625"/>
              <a:ext cx="1472665" cy="1508208"/>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375712" y="0"/>
            <a:ext cx="8395058" cy="10287000"/>
            <a:chOff x="0" y="0"/>
            <a:chExt cx="732020" cy="896990"/>
          </a:xfrm>
        </p:grpSpPr>
        <p:sp>
          <p:nvSpPr>
            <p:cNvPr id="14" name="Freeform 14"/>
            <p:cNvSpPr/>
            <p:nvPr/>
          </p:nvSpPr>
          <p:spPr>
            <a:xfrm>
              <a:off x="0" y="0"/>
              <a:ext cx="732020" cy="896990"/>
            </a:xfrm>
            <a:custGeom>
              <a:avLst/>
              <a:gdLst/>
              <a:ahLst/>
              <a:cxnLst/>
              <a:rect l="l" t="t" r="r" b="b"/>
              <a:pathLst>
                <a:path w="732020" h="896990">
                  <a:moveTo>
                    <a:pt x="47032" y="0"/>
                  </a:moveTo>
                  <a:lnTo>
                    <a:pt x="684987" y="0"/>
                  </a:lnTo>
                  <a:cubicBezTo>
                    <a:pt x="710963" y="0"/>
                    <a:pt x="732020" y="21057"/>
                    <a:pt x="732020" y="47032"/>
                  </a:cubicBezTo>
                  <a:lnTo>
                    <a:pt x="732020" y="849958"/>
                  </a:lnTo>
                  <a:cubicBezTo>
                    <a:pt x="732020" y="875933"/>
                    <a:pt x="710963" y="896990"/>
                    <a:pt x="684987" y="896990"/>
                  </a:cubicBezTo>
                  <a:lnTo>
                    <a:pt x="47032" y="896990"/>
                  </a:lnTo>
                  <a:cubicBezTo>
                    <a:pt x="21057" y="896990"/>
                    <a:pt x="0" y="875933"/>
                    <a:pt x="0" y="849958"/>
                  </a:cubicBezTo>
                  <a:lnTo>
                    <a:pt x="0" y="47032"/>
                  </a:lnTo>
                  <a:cubicBezTo>
                    <a:pt x="0" y="21057"/>
                    <a:pt x="21057" y="0"/>
                    <a:pt x="47032" y="0"/>
                  </a:cubicBezTo>
                  <a:close/>
                </a:path>
              </a:pathLst>
            </a:custGeom>
            <a:blipFill>
              <a:blip r:embed="rId2"/>
              <a:stretch>
                <a:fillRect l="-41902" r="-41902"/>
              </a:stretch>
            </a:blipFill>
          </p:spPr>
        </p:sp>
      </p:grpSp>
      <p:sp>
        <p:nvSpPr>
          <p:cNvPr id="15" name="TextBox 15"/>
          <p:cNvSpPr txBox="1"/>
          <p:nvPr/>
        </p:nvSpPr>
        <p:spPr>
          <a:xfrm>
            <a:off x="9687218" y="1705012"/>
            <a:ext cx="6192801" cy="390488"/>
          </a:xfrm>
          <a:prstGeom prst="rect">
            <a:avLst/>
          </a:prstGeom>
        </p:spPr>
        <p:txBody>
          <a:bodyPr lIns="0" tIns="0" rIns="0" bIns="0" rtlCol="0" anchor="t">
            <a:spAutoFit/>
          </a:bodyPr>
          <a:lstStyle/>
          <a:p>
            <a:pPr algn="l">
              <a:lnSpc>
                <a:spcPts val="3120"/>
              </a:lnSpc>
            </a:pPr>
            <a:r>
              <a:rPr lang="en-US" sz="2600" dirty="0">
                <a:solidFill>
                  <a:srgbClr val="0857C3"/>
                </a:solidFill>
                <a:latin typeface="Inter"/>
                <a:ea typeface="Inter"/>
                <a:cs typeface="Inter"/>
                <a:sym typeface="Inter"/>
              </a:rPr>
              <a:t>DIVIDER 02</a:t>
            </a:r>
          </a:p>
        </p:txBody>
      </p:sp>
      <p:grpSp>
        <p:nvGrpSpPr>
          <p:cNvPr id="16" name="Group 15">
            <a:extLst>
              <a:ext uri="{FF2B5EF4-FFF2-40B4-BE49-F238E27FC236}">
                <a16:creationId xmlns:a16="http://schemas.microsoft.com/office/drawing/2014/main" id="{91D29B8B-EF1E-65D6-CF0F-875CFF71AEB9}"/>
              </a:ext>
            </a:extLst>
          </p:cNvPr>
          <p:cNvGrpSpPr/>
          <p:nvPr/>
        </p:nvGrpSpPr>
        <p:grpSpPr>
          <a:xfrm>
            <a:off x="9066854" y="561251"/>
            <a:ext cx="8459146" cy="1238974"/>
            <a:chOff x="1150582" y="342900"/>
            <a:chExt cx="13323442" cy="1951425"/>
          </a:xfrm>
        </p:grpSpPr>
        <p:sp>
          <p:nvSpPr>
            <p:cNvPr id="17" name="Freeform 6">
              <a:extLst>
                <a:ext uri="{FF2B5EF4-FFF2-40B4-BE49-F238E27FC236}">
                  <a16:creationId xmlns:a16="http://schemas.microsoft.com/office/drawing/2014/main" id="{54EFD948-EF1D-5837-28ED-5251E4F9ED31}"/>
                </a:ext>
              </a:extLst>
            </p:cNvPr>
            <p:cNvSpPr/>
            <p:nvPr/>
          </p:nvSpPr>
          <p:spPr>
            <a:xfrm>
              <a:off x="12180888" y="876301"/>
              <a:ext cx="2293136" cy="1105476"/>
            </a:xfrm>
            <a:custGeom>
              <a:avLst/>
              <a:gdLst/>
              <a:ahLst/>
              <a:cxnLst/>
              <a:rect l="l" t="t" r="r" b="b"/>
              <a:pathLst>
                <a:path w="2293134" h="1105476">
                  <a:moveTo>
                    <a:pt x="0" y="0"/>
                  </a:moveTo>
                  <a:lnTo>
                    <a:pt x="2293134" y="0"/>
                  </a:lnTo>
                  <a:lnTo>
                    <a:pt x="2293134" y="1105476"/>
                  </a:lnTo>
                  <a:lnTo>
                    <a:pt x="0" y="1105476"/>
                  </a:lnTo>
                  <a:lnTo>
                    <a:pt x="0" y="0"/>
                  </a:lnTo>
                  <a:close/>
                </a:path>
              </a:pathLst>
            </a:custGeom>
            <a:blipFill>
              <a:blip r:embed="rId3"/>
              <a:stretch>
                <a:fillRect l="-45171" t="-61047" r="-45171" b="-61047"/>
              </a:stretch>
            </a:blipFill>
          </p:spPr>
          <p:txBody>
            <a:bodyPr/>
            <a:lstStyle/>
            <a:p>
              <a:endParaRPr lang="en-US" dirty="0"/>
            </a:p>
          </p:txBody>
        </p:sp>
        <p:pic>
          <p:nvPicPr>
            <p:cNvPr id="18" name="Picture 17">
              <a:extLst>
                <a:ext uri="{FF2B5EF4-FFF2-40B4-BE49-F238E27FC236}">
                  <a16:creationId xmlns:a16="http://schemas.microsoft.com/office/drawing/2014/main" id="{BCD07F1B-19F9-BA70-3F56-38F17AEABB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0582" y="342900"/>
              <a:ext cx="3469198" cy="1951425"/>
            </a:xfrm>
            <a:prstGeom prst="rect">
              <a:avLst/>
            </a:prstGeom>
          </p:spPr>
        </p:pic>
      </p:grpSp>
      <p:sp>
        <p:nvSpPr>
          <p:cNvPr id="20" name="TextBox 19">
            <a:extLst>
              <a:ext uri="{FF2B5EF4-FFF2-40B4-BE49-F238E27FC236}">
                <a16:creationId xmlns:a16="http://schemas.microsoft.com/office/drawing/2014/main" id="{A316C530-2457-85C2-D7FF-8FB88AA10C8D}"/>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4</a:t>
            </a:fld>
            <a:endParaRPr lang="en-US" b="1" dirty="0">
              <a:latin typeface="Inter" panose="02000503000000020004" pitchFamily="2" charset="0"/>
              <a:ea typeface="Inter" panose="02000503000000020004"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2174" y="6158348"/>
            <a:ext cx="6234559" cy="3086100"/>
            <a:chOff x="0" y="0"/>
            <a:chExt cx="1642024" cy="812800"/>
          </a:xfrm>
        </p:grpSpPr>
        <p:sp>
          <p:nvSpPr>
            <p:cNvPr id="3" name="Freeform 3"/>
            <p:cNvSpPr/>
            <p:nvPr/>
          </p:nvSpPr>
          <p:spPr>
            <a:xfrm>
              <a:off x="0" y="0"/>
              <a:ext cx="1642024" cy="812800"/>
            </a:xfrm>
            <a:custGeom>
              <a:avLst/>
              <a:gdLst/>
              <a:ahLst/>
              <a:cxnLst/>
              <a:rect l="l" t="t" r="r" b="b"/>
              <a:pathLst>
                <a:path w="1642024" h="812800">
                  <a:moveTo>
                    <a:pt x="62089" y="0"/>
                  </a:moveTo>
                  <a:lnTo>
                    <a:pt x="1579935" y="0"/>
                  </a:lnTo>
                  <a:cubicBezTo>
                    <a:pt x="1614226" y="0"/>
                    <a:pt x="1642024" y="27798"/>
                    <a:pt x="1642024" y="62089"/>
                  </a:cubicBezTo>
                  <a:lnTo>
                    <a:pt x="1642024" y="750711"/>
                  </a:lnTo>
                  <a:cubicBezTo>
                    <a:pt x="1642024" y="785002"/>
                    <a:pt x="1614226" y="812800"/>
                    <a:pt x="1579935" y="812800"/>
                  </a:cubicBezTo>
                  <a:lnTo>
                    <a:pt x="62089" y="812800"/>
                  </a:lnTo>
                  <a:cubicBezTo>
                    <a:pt x="27798" y="812800"/>
                    <a:pt x="0" y="785002"/>
                    <a:pt x="0" y="750711"/>
                  </a:cubicBezTo>
                  <a:lnTo>
                    <a:pt x="0" y="62089"/>
                  </a:lnTo>
                  <a:cubicBezTo>
                    <a:pt x="0" y="27798"/>
                    <a:pt x="27798" y="0"/>
                    <a:pt x="62089" y="0"/>
                  </a:cubicBezTo>
                  <a:close/>
                </a:path>
              </a:pathLst>
            </a:custGeom>
            <a:solidFill>
              <a:srgbClr val="307FE2"/>
            </a:solidFill>
          </p:spPr>
        </p:sp>
        <p:sp>
          <p:nvSpPr>
            <p:cNvPr id="4" name="TextBox 4"/>
            <p:cNvSpPr txBox="1"/>
            <p:nvPr/>
          </p:nvSpPr>
          <p:spPr>
            <a:xfrm>
              <a:off x="0" y="-47625"/>
              <a:ext cx="1642024" cy="860425"/>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192174" y="1479896"/>
            <a:ext cx="6234559" cy="6221501"/>
            <a:chOff x="0" y="0"/>
            <a:chExt cx="965896" cy="963873"/>
          </a:xfrm>
        </p:grpSpPr>
        <p:sp>
          <p:nvSpPr>
            <p:cNvPr id="6" name="Freeform 6"/>
            <p:cNvSpPr/>
            <p:nvPr/>
          </p:nvSpPr>
          <p:spPr>
            <a:xfrm>
              <a:off x="0" y="0"/>
              <a:ext cx="965896" cy="963873"/>
            </a:xfrm>
            <a:custGeom>
              <a:avLst/>
              <a:gdLst/>
              <a:ahLst/>
              <a:cxnLst/>
              <a:rect l="l" t="t" r="r" b="b"/>
              <a:pathLst>
                <a:path w="965896" h="963873">
                  <a:moveTo>
                    <a:pt x="62089" y="0"/>
                  </a:moveTo>
                  <a:lnTo>
                    <a:pt x="903808" y="0"/>
                  </a:lnTo>
                  <a:cubicBezTo>
                    <a:pt x="938098" y="0"/>
                    <a:pt x="965896" y="27798"/>
                    <a:pt x="965896" y="62089"/>
                  </a:cubicBezTo>
                  <a:lnTo>
                    <a:pt x="965896" y="901785"/>
                  </a:lnTo>
                  <a:cubicBezTo>
                    <a:pt x="965896" y="936075"/>
                    <a:pt x="938098" y="963873"/>
                    <a:pt x="903808" y="963873"/>
                  </a:cubicBezTo>
                  <a:lnTo>
                    <a:pt x="62089" y="963873"/>
                  </a:lnTo>
                  <a:cubicBezTo>
                    <a:pt x="27798" y="963873"/>
                    <a:pt x="0" y="936075"/>
                    <a:pt x="0" y="901785"/>
                  </a:cubicBezTo>
                  <a:lnTo>
                    <a:pt x="0" y="62089"/>
                  </a:lnTo>
                  <a:cubicBezTo>
                    <a:pt x="0" y="27798"/>
                    <a:pt x="27798" y="0"/>
                    <a:pt x="62089" y="0"/>
                  </a:cubicBezTo>
                  <a:close/>
                </a:path>
              </a:pathLst>
            </a:custGeom>
            <a:solidFill>
              <a:srgbClr val="71C4E7"/>
            </a:solidFill>
            <a:ln w="12700">
              <a:solidFill>
                <a:srgbClr val="000000"/>
              </a:solidFill>
            </a:ln>
          </p:spPr>
        </p:sp>
      </p:grpSp>
      <p:grpSp>
        <p:nvGrpSpPr>
          <p:cNvPr id="7" name="Group 7"/>
          <p:cNvGrpSpPr/>
          <p:nvPr/>
        </p:nvGrpSpPr>
        <p:grpSpPr>
          <a:xfrm>
            <a:off x="1192174" y="1479896"/>
            <a:ext cx="6234559" cy="6221501"/>
            <a:chOff x="0" y="0"/>
            <a:chExt cx="965896" cy="963873"/>
          </a:xfrm>
        </p:grpSpPr>
        <p:sp>
          <p:nvSpPr>
            <p:cNvPr id="8" name="Freeform 8"/>
            <p:cNvSpPr/>
            <p:nvPr/>
          </p:nvSpPr>
          <p:spPr>
            <a:xfrm>
              <a:off x="0" y="0"/>
              <a:ext cx="965896" cy="963873"/>
            </a:xfrm>
            <a:custGeom>
              <a:avLst/>
              <a:gdLst/>
              <a:ahLst/>
              <a:cxnLst/>
              <a:rect l="l" t="t" r="r" b="b"/>
              <a:pathLst>
                <a:path w="965896" h="963873">
                  <a:moveTo>
                    <a:pt x="62089" y="0"/>
                  </a:moveTo>
                  <a:lnTo>
                    <a:pt x="903808" y="0"/>
                  </a:lnTo>
                  <a:cubicBezTo>
                    <a:pt x="938098" y="0"/>
                    <a:pt x="965896" y="27798"/>
                    <a:pt x="965896" y="62089"/>
                  </a:cubicBezTo>
                  <a:lnTo>
                    <a:pt x="965896" y="901785"/>
                  </a:lnTo>
                  <a:cubicBezTo>
                    <a:pt x="965896" y="936075"/>
                    <a:pt x="938098" y="963873"/>
                    <a:pt x="903808" y="963873"/>
                  </a:cubicBezTo>
                  <a:lnTo>
                    <a:pt x="62089" y="963873"/>
                  </a:lnTo>
                  <a:cubicBezTo>
                    <a:pt x="27798" y="963873"/>
                    <a:pt x="0" y="936075"/>
                    <a:pt x="0" y="901785"/>
                  </a:cubicBezTo>
                  <a:lnTo>
                    <a:pt x="0" y="62089"/>
                  </a:lnTo>
                  <a:cubicBezTo>
                    <a:pt x="0" y="27798"/>
                    <a:pt x="27798" y="0"/>
                    <a:pt x="62089" y="0"/>
                  </a:cubicBezTo>
                  <a:close/>
                </a:path>
              </a:pathLst>
            </a:custGeom>
            <a:blipFill>
              <a:blip r:embed="rId2"/>
              <a:stretch>
                <a:fillRect l="-51288" t="-20380" r="-36858" b="-5235"/>
              </a:stretch>
            </a:blipFill>
          </p:spPr>
        </p:sp>
      </p:grpSp>
      <p:grpSp>
        <p:nvGrpSpPr>
          <p:cNvPr id="9" name="Group 9"/>
          <p:cNvGrpSpPr/>
          <p:nvPr/>
        </p:nvGrpSpPr>
        <p:grpSpPr>
          <a:xfrm>
            <a:off x="8234955" y="8606024"/>
            <a:ext cx="2709090" cy="561887"/>
            <a:chOff x="0" y="0"/>
            <a:chExt cx="713505" cy="147987"/>
          </a:xfrm>
        </p:grpSpPr>
        <p:sp>
          <p:nvSpPr>
            <p:cNvPr id="10" name="Freeform 10"/>
            <p:cNvSpPr/>
            <p:nvPr/>
          </p:nvSpPr>
          <p:spPr>
            <a:xfrm>
              <a:off x="0" y="0"/>
              <a:ext cx="713505" cy="147987"/>
            </a:xfrm>
            <a:custGeom>
              <a:avLst/>
              <a:gdLst/>
              <a:ahLst/>
              <a:cxnLst/>
              <a:rect l="l" t="t" r="r" b="b"/>
              <a:pathLst>
                <a:path w="713505" h="147987">
                  <a:moveTo>
                    <a:pt x="73993" y="0"/>
                  </a:moveTo>
                  <a:lnTo>
                    <a:pt x="639512" y="0"/>
                  </a:lnTo>
                  <a:cubicBezTo>
                    <a:pt x="680377" y="0"/>
                    <a:pt x="713505" y="33128"/>
                    <a:pt x="713505" y="73993"/>
                  </a:cubicBezTo>
                  <a:lnTo>
                    <a:pt x="713505" y="73993"/>
                  </a:lnTo>
                  <a:cubicBezTo>
                    <a:pt x="713505" y="93618"/>
                    <a:pt x="705709" y="112438"/>
                    <a:pt x="691833" y="126315"/>
                  </a:cubicBezTo>
                  <a:cubicBezTo>
                    <a:pt x="677956" y="140191"/>
                    <a:pt x="659136" y="147987"/>
                    <a:pt x="639512" y="147987"/>
                  </a:cubicBezTo>
                  <a:lnTo>
                    <a:pt x="73993" y="147987"/>
                  </a:lnTo>
                  <a:cubicBezTo>
                    <a:pt x="33128" y="147987"/>
                    <a:pt x="0" y="114859"/>
                    <a:pt x="0" y="73993"/>
                  </a:cubicBezTo>
                  <a:lnTo>
                    <a:pt x="0" y="73993"/>
                  </a:lnTo>
                  <a:cubicBezTo>
                    <a:pt x="0" y="33128"/>
                    <a:pt x="33128" y="0"/>
                    <a:pt x="73993" y="0"/>
                  </a:cubicBezTo>
                  <a:close/>
                </a:path>
              </a:pathLst>
            </a:custGeom>
            <a:solidFill>
              <a:srgbClr val="000000">
                <a:alpha val="0"/>
              </a:srgbClr>
            </a:solidFill>
            <a:ln w="19050" cap="rnd">
              <a:solidFill>
                <a:srgbClr val="0857C3"/>
              </a:solidFill>
              <a:prstDash val="solid"/>
              <a:round/>
            </a:ln>
          </p:spPr>
        </p:sp>
        <p:sp>
          <p:nvSpPr>
            <p:cNvPr id="11" name="TextBox 11"/>
            <p:cNvSpPr txBox="1"/>
            <p:nvPr/>
          </p:nvSpPr>
          <p:spPr>
            <a:xfrm>
              <a:off x="0" y="-38100"/>
              <a:ext cx="713505" cy="186087"/>
            </a:xfrm>
            <a:prstGeom prst="rect">
              <a:avLst/>
            </a:prstGeom>
          </p:spPr>
          <p:txBody>
            <a:bodyPr lIns="50800" tIns="50800" rIns="50800" bIns="50800" rtlCol="0" anchor="ctr"/>
            <a:lstStyle/>
            <a:p>
              <a:pPr algn="ctr">
                <a:lnSpc>
                  <a:spcPts val="2520"/>
                </a:lnSpc>
              </a:pPr>
              <a:r>
                <a:rPr lang="en-US" sz="1800">
                  <a:solidFill>
                    <a:srgbClr val="0857C3"/>
                  </a:solidFill>
                  <a:latin typeface="Inter"/>
                  <a:ea typeface="Inter"/>
                  <a:cs typeface="Inter"/>
                  <a:sym typeface="Inter"/>
                </a:rPr>
                <a:t>Back to agenda page</a:t>
              </a:r>
            </a:p>
          </p:txBody>
        </p:sp>
      </p:grpSp>
      <p:sp>
        <p:nvSpPr>
          <p:cNvPr id="12" name="Freeform 12"/>
          <p:cNvSpPr/>
          <p:nvPr/>
        </p:nvSpPr>
        <p:spPr>
          <a:xfrm>
            <a:off x="3675225" y="3956418"/>
            <a:ext cx="1268457" cy="1268457"/>
          </a:xfrm>
          <a:custGeom>
            <a:avLst/>
            <a:gdLst/>
            <a:ahLst/>
            <a:cxnLst/>
            <a:rect l="l" t="t" r="r" b="b"/>
            <a:pathLst>
              <a:path w="1268457" h="1268457">
                <a:moveTo>
                  <a:pt x="0" y="0"/>
                </a:moveTo>
                <a:lnTo>
                  <a:pt x="1268458" y="0"/>
                </a:lnTo>
                <a:lnTo>
                  <a:pt x="1268458" y="1268458"/>
                </a:lnTo>
                <a:lnTo>
                  <a:pt x="0" y="1268458"/>
                </a:lnTo>
                <a:lnTo>
                  <a:pt x="0" y="0"/>
                </a:lnTo>
                <a:close/>
              </a:path>
            </a:pathLst>
          </a:custGeom>
          <a:blipFill>
            <a:blip r:embed="rId3">
              <a:alphaModFix amt="57000"/>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8234955" y="1728348"/>
            <a:ext cx="9024345" cy="6668492"/>
          </a:xfrm>
          <a:prstGeom prst="rect">
            <a:avLst/>
          </a:prstGeom>
        </p:spPr>
        <p:txBody>
          <a:bodyPr lIns="0" tIns="0" rIns="0" bIns="0" rtlCol="0" anchor="t">
            <a:spAutoFit/>
          </a:bodyPr>
          <a:lstStyle/>
          <a:p>
            <a:pPr marL="0" lvl="0" indent="0" algn="l">
              <a:lnSpc>
                <a:spcPts val="13000"/>
              </a:lnSpc>
            </a:pPr>
            <a:r>
              <a:rPr lang="en-US" sz="13000" b="1" spc="-260" dirty="0">
                <a:solidFill>
                  <a:srgbClr val="0857C3"/>
                </a:solidFill>
                <a:latin typeface="Inter Semi-Bold"/>
                <a:ea typeface="Inter Semi-Bold"/>
                <a:cs typeface="Inter Semi-Bold"/>
                <a:sym typeface="Inter Semi-Bold"/>
              </a:rPr>
              <a:t>A MESSAGE FROM OUR </a:t>
            </a:r>
          </a:p>
          <a:p>
            <a:pPr marL="0" lvl="0" indent="0" algn="l">
              <a:lnSpc>
                <a:spcPts val="13000"/>
              </a:lnSpc>
            </a:pPr>
            <a:r>
              <a:rPr lang="en-US" sz="13000" b="1" spc="-260" dirty="0">
                <a:solidFill>
                  <a:srgbClr val="0857C3"/>
                </a:solidFill>
                <a:latin typeface="Inter Semi-Bold"/>
                <a:ea typeface="Inter Semi-Bold"/>
                <a:cs typeface="Inter Semi-Bold"/>
                <a:sym typeface="Inter Semi-Bold"/>
              </a:rPr>
              <a:t>LEADER</a:t>
            </a:r>
          </a:p>
        </p:txBody>
      </p:sp>
      <p:sp>
        <p:nvSpPr>
          <p:cNvPr id="14" name="TextBox 14"/>
          <p:cNvSpPr txBox="1"/>
          <p:nvPr/>
        </p:nvSpPr>
        <p:spPr>
          <a:xfrm>
            <a:off x="1847357" y="8048693"/>
            <a:ext cx="4023161" cy="848887"/>
          </a:xfrm>
          <a:prstGeom prst="rect">
            <a:avLst/>
          </a:prstGeom>
        </p:spPr>
        <p:txBody>
          <a:bodyPr lIns="0" tIns="0" rIns="0" bIns="0" rtlCol="0" anchor="t">
            <a:spAutoFit/>
          </a:bodyPr>
          <a:lstStyle/>
          <a:p>
            <a:pPr algn="l">
              <a:lnSpc>
                <a:spcPts val="3359"/>
              </a:lnSpc>
            </a:pPr>
            <a:r>
              <a:rPr lang="en-US" sz="2799" dirty="0">
                <a:solidFill>
                  <a:srgbClr val="FFFFFF"/>
                </a:solidFill>
                <a:latin typeface="Inter"/>
                <a:ea typeface="Inter"/>
                <a:cs typeface="Inter"/>
                <a:sym typeface="Inter"/>
              </a:rPr>
              <a:t>B.R. ISTAMITRA</a:t>
            </a:r>
          </a:p>
          <a:p>
            <a:pPr marL="0" lvl="0" indent="0" algn="l">
              <a:lnSpc>
                <a:spcPts val="3359"/>
              </a:lnSpc>
            </a:pPr>
            <a:r>
              <a:rPr lang="en-US" sz="2799" dirty="0">
                <a:solidFill>
                  <a:srgbClr val="FFFFFF"/>
                </a:solidFill>
                <a:latin typeface="Inter"/>
                <a:ea typeface="Inter"/>
                <a:cs typeface="Inter"/>
                <a:sym typeface="Inter"/>
              </a:rPr>
              <a:t>Manager</a:t>
            </a:r>
          </a:p>
        </p:txBody>
      </p:sp>
      <p:sp>
        <p:nvSpPr>
          <p:cNvPr id="15" name="Freeform 15"/>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5"/>
            <a:stretch>
              <a:fillRect l="-46231" t="-59150" r="-49783" b="-62530"/>
            </a:stretch>
          </a:blipFill>
        </p:spPr>
      </p:sp>
      <p:pic>
        <p:nvPicPr>
          <p:cNvPr id="16" name="Picture 15">
            <a:extLst>
              <a:ext uri="{FF2B5EF4-FFF2-40B4-BE49-F238E27FC236}">
                <a16:creationId xmlns:a16="http://schemas.microsoft.com/office/drawing/2014/main" id="{7AF296D0-CF1B-B726-05A3-BBF6F425164D}"/>
              </a:ext>
            </a:extLst>
          </p:cNvPr>
          <p:cNvPicPr>
            <a:picLocks noChangeAspect="1"/>
          </p:cNvPicPr>
          <p:nvPr/>
        </p:nvPicPr>
        <p:blipFill>
          <a:blip r:embed="rId6"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21" name="TextBox 20">
            <a:extLst>
              <a:ext uri="{FF2B5EF4-FFF2-40B4-BE49-F238E27FC236}">
                <a16:creationId xmlns:a16="http://schemas.microsoft.com/office/drawing/2014/main" id="{68A1F296-3F50-183D-3EFD-E5A54C75EF58}"/>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5</a:t>
            </a:fld>
            <a:endParaRPr lang="en-US" b="1" dirty="0">
              <a:latin typeface="Inter" panose="02000503000000020004" pitchFamily="2" charset="0"/>
              <a:ea typeface="Inter" panose="02000503000000020004"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07FE2"/>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896239"/>
            <a:ext cx="5200488" cy="6362061"/>
            <a:chOff x="0" y="0"/>
            <a:chExt cx="1369676" cy="1675605"/>
          </a:xfrm>
        </p:grpSpPr>
        <p:sp>
          <p:nvSpPr>
            <p:cNvPr id="3" name="Freeform 3"/>
            <p:cNvSpPr/>
            <p:nvPr/>
          </p:nvSpPr>
          <p:spPr>
            <a:xfrm>
              <a:off x="0" y="0"/>
              <a:ext cx="1369676" cy="1675605"/>
            </a:xfrm>
            <a:custGeom>
              <a:avLst/>
              <a:gdLst/>
              <a:ahLst/>
              <a:cxnLst/>
              <a:rect l="l" t="t" r="r" b="b"/>
              <a:pathLst>
                <a:path w="1369676" h="1675605">
                  <a:moveTo>
                    <a:pt x="81878" y="0"/>
                  </a:moveTo>
                  <a:lnTo>
                    <a:pt x="1287798" y="0"/>
                  </a:lnTo>
                  <a:cubicBezTo>
                    <a:pt x="1333018" y="0"/>
                    <a:pt x="1369676" y="36658"/>
                    <a:pt x="1369676" y="81878"/>
                  </a:cubicBezTo>
                  <a:lnTo>
                    <a:pt x="1369676" y="1593726"/>
                  </a:lnTo>
                  <a:cubicBezTo>
                    <a:pt x="1369676" y="1615442"/>
                    <a:pt x="1361049" y="1636268"/>
                    <a:pt x="1345694" y="1651623"/>
                  </a:cubicBezTo>
                  <a:cubicBezTo>
                    <a:pt x="1330339" y="1666978"/>
                    <a:pt x="1309513" y="1675605"/>
                    <a:pt x="1287798" y="1675605"/>
                  </a:cubicBezTo>
                  <a:lnTo>
                    <a:pt x="81878" y="1675605"/>
                  </a:lnTo>
                  <a:cubicBezTo>
                    <a:pt x="36658" y="1675605"/>
                    <a:pt x="0" y="1638946"/>
                    <a:pt x="0" y="1593726"/>
                  </a:cubicBezTo>
                  <a:lnTo>
                    <a:pt x="0" y="81878"/>
                  </a:lnTo>
                  <a:cubicBezTo>
                    <a:pt x="0" y="36658"/>
                    <a:pt x="36658" y="0"/>
                    <a:pt x="81878" y="0"/>
                  </a:cubicBezTo>
                  <a:close/>
                </a:path>
              </a:pathLst>
            </a:custGeom>
            <a:solidFill>
              <a:srgbClr val="000000">
                <a:alpha val="0"/>
              </a:srgbClr>
            </a:solidFill>
            <a:ln w="66675" cap="rnd">
              <a:solidFill>
                <a:srgbClr val="FFFFFF"/>
              </a:solidFill>
              <a:prstDash val="solid"/>
              <a:round/>
            </a:ln>
          </p:spPr>
        </p:sp>
        <p:sp>
          <p:nvSpPr>
            <p:cNvPr id="4" name="TextBox 4"/>
            <p:cNvSpPr txBox="1"/>
            <p:nvPr/>
          </p:nvSpPr>
          <p:spPr>
            <a:xfrm>
              <a:off x="0" y="-47625"/>
              <a:ext cx="1369676" cy="172323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6543756" y="2896239"/>
            <a:ext cx="5200488" cy="6362061"/>
            <a:chOff x="0" y="0"/>
            <a:chExt cx="1369676" cy="1675605"/>
          </a:xfrm>
        </p:grpSpPr>
        <p:sp>
          <p:nvSpPr>
            <p:cNvPr id="6" name="Freeform 6"/>
            <p:cNvSpPr/>
            <p:nvPr/>
          </p:nvSpPr>
          <p:spPr>
            <a:xfrm>
              <a:off x="0" y="0"/>
              <a:ext cx="1369676" cy="1675605"/>
            </a:xfrm>
            <a:custGeom>
              <a:avLst/>
              <a:gdLst/>
              <a:ahLst/>
              <a:cxnLst/>
              <a:rect l="l" t="t" r="r" b="b"/>
              <a:pathLst>
                <a:path w="1369676" h="1675605">
                  <a:moveTo>
                    <a:pt x="81878" y="0"/>
                  </a:moveTo>
                  <a:lnTo>
                    <a:pt x="1287798" y="0"/>
                  </a:lnTo>
                  <a:cubicBezTo>
                    <a:pt x="1333018" y="0"/>
                    <a:pt x="1369676" y="36658"/>
                    <a:pt x="1369676" y="81878"/>
                  </a:cubicBezTo>
                  <a:lnTo>
                    <a:pt x="1369676" y="1593726"/>
                  </a:lnTo>
                  <a:cubicBezTo>
                    <a:pt x="1369676" y="1615442"/>
                    <a:pt x="1361049" y="1636268"/>
                    <a:pt x="1345694" y="1651623"/>
                  </a:cubicBezTo>
                  <a:cubicBezTo>
                    <a:pt x="1330339" y="1666978"/>
                    <a:pt x="1309513" y="1675605"/>
                    <a:pt x="1287798" y="1675605"/>
                  </a:cubicBezTo>
                  <a:lnTo>
                    <a:pt x="81878" y="1675605"/>
                  </a:lnTo>
                  <a:cubicBezTo>
                    <a:pt x="36658" y="1675605"/>
                    <a:pt x="0" y="1638946"/>
                    <a:pt x="0" y="1593726"/>
                  </a:cubicBezTo>
                  <a:lnTo>
                    <a:pt x="0" y="81878"/>
                  </a:lnTo>
                  <a:cubicBezTo>
                    <a:pt x="0" y="36658"/>
                    <a:pt x="36658" y="0"/>
                    <a:pt x="81878" y="0"/>
                  </a:cubicBezTo>
                  <a:close/>
                </a:path>
              </a:pathLst>
            </a:custGeom>
            <a:solidFill>
              <a:srgbClr val="000000">
                <a:alpha val="0"/>
              </a:srgbClr>
            </a:solidFill>
            <a:ln w="66675" cap="rnd">
              <a:solidFill>
                <a:srgbClr val="FFFFFF"/>
              </a:solidFill>
              <a:prstDash val="solid"/>
              <a:round/>
            </a:ln>
          </p:spPr>
        </p:sp>
        <p:sp>
          <p:nvSpPr>
            <p:cNvPr id="7" name="TextBox 7"/>
            <p:cNvSpPr txBox="1"/>
            <p:nvPr/>
          </p:nvSpPr>
          <p:spPr>
            <a:xfrm>
              <a:off x="0" y="-47625"/>
              <a:ext cx="1369676" cy="1723230"/>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8" name="Group 8"/>
          <p:cNvGrpSpPr/>
          <p:nvPr/>
        </p:nvGrpSpPr>
        <p:grpSpPr>
          <a:xfrm>
            <a:off x="12058812" y="2896239"/>
            <a:ext cx="5200488" cy="6362061"/>
            <a:chOff x="0" y="0"/>
            <a:chExt cx="1369676" cy="1675605"/>
          </a:xfrm>
        </p:grpSpPr>
        <p:sp>
          <p:nvSpPr>
            <p:cNvPr id="9" name="Freeform 9"/>
            <p:cNvSpPr/>
            <p:nvPr/>
          </p:nvSpPr>
          <p:spPr>
            <a:xfrm>
              <a:off x="0" y="0"/>
              <a:ext cx="1369676" cy="1675605"/>
            </a:xfrm>
            <a:custGeom>
              <a:avLst/>
              <a:gdLst/>
              <a:ahLst/>
              <a:cxnLst/>
              <a:rect l="l" t="t" r="r" b="b"/>
              <a:pathLst>
                <a:path w="1369676" h="1675605">
                  <a:moveTo>
                    <a:pt x="81878" y="0"/>
                  </a:moveTo>
                  <a:lnTo>
                    <a:pt x="1287798" y="0"/>
                  </a:lnTo>
                  <a:cubicBezTo>
                    <a:pt x="1333018" y="0"/>
                    <a:pt x="1369676" y="36658"/>
                    <a:pt x="1369676" y="81878"/>
                  </a:cubicBezTo>
                  <a:lnTo>
                    <a:pt x="1369676" y="1593726"/>
                  </a:lnTo>
                  <a:cubicBezTo>
                    <a:pt x="1369676" y="1615442"/>
                    <a:pt x="1361049" y="1636268"/>
                    <a:pt x="1345694" y="1651623"/>
                  </a:cubicBezTo>
                  <a:cubicBezTo>
                    <a:pt x="1330339" y="1666978"/>
                    <a:pt x="1309513" y="1675605"/>
                    <a:pt x="1287798" y="1675605"/>
                  </a:cubicBezTo>
                  <a:lnTo>
                    <a:pt x="81878" y="1675605"/>
                  </a:lnTo>
                  <a:cubicBezTo>
                    <a:pt x="36658" y="1675605"/>
                    <a:pt x="0" y="1638946"/>
                    <a:pt x="0" y="1593726"/>
                  </a:cubicBezTo>
                  <a:lnTo>
                    <a:pt x="0" y="81878"/>
                  </a:lnTo>
                  <a:cubicBezTo>
                    <a:pt x="0" y="36658"/>
                    <a:pt x="36658" y="0"/>
                    <a:pt x="81878" y="0"/>
                  </a:cubicBezTo>
                  <a:close/>
                </a:path>
              </a:pathLst>
            </a:custGeom>
            <a:solidFill>
              <a:srgbClr val="000000">
                <a:alpha val="0"/>
              </a:srgbClr>
            </a:solidFill>
            <a:ln w="66675" cap="rnd">
              <a:solidFill>
                <a:srgbClr val="FFFFFF"/>
              </a:solidFill>
              <a:prstDash val="solid"/>
              <a:round/>
            </a:ln>
          </p:spPr>
        </p:sp>
        <p:sp>
          <p:nvSpPr>
            <p:cNvPr id="10" name="TextBox 10"/>
            <p:cNvSpPr txBox="1"/>
            <p:nvPr/>
          </p:nvSpPr>
          <p:spPr>
            <a:xfrm>
              <a:off x="0" y="-47625"/>
              <a:ext cx="1369676" cy="1723230"/>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11" name="Freeform 11"/>
          <p:cNvSpPr/>
          <p:nvPr/>
        </p:nvSpPr>
        <p:spPr>
          <a:xfrm>
            <a:off x="1392503" y="3546176"/>
            <a:ext cx="604330" cy="574663"/>
          </a:xfrm>
          <a:custGeom>
            <a:avLst/>
            <a:gdLst/>
            <a:ahLst/>
            <a:cxnLst/>
            <a:rect l="l" t="t" r="r" b="b"/>
            <a:pathLst>
              <a:path w="604330" h="574663">
                <a:moveTo>
                  <a:pt x="0" y="0"/>
                </a:moveTo>
                <a:lnTo>
                  <a:pt x="604330" y="0"/>
                </a:lnTo>
                <a:lnTo>
                  <a:pt x="604330" y="574663"/>
                </a:lnTo>
                <a:lnTo>
                  <a:pt x="0" y="5746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2498102" y="3520990"/>
            <a:ext cx="541485" cy="612792"/>
          </a:xfrm>
          <a:custGeom>
            <a:avLst/>
            <a:gdLst/>
            <a:ahLst/>
            <a:cxnLst/>
            <a:rect l="l" t="t" r="r" b="b"/>
            <a:pathLst>
              <a:path w="541485" h="612792">
                <a:moveTo>
                  <a:pt x="0" y="0"/>
                </a:moveTo>
                <a:lnTo>
                  <a:pt x="541486" y="0"/>
                </a:lnTo>
                <a:lnTo>
                  <a:pt x="541486" y="612792"/>
                </a:lnTo>
                <a:lnTo>
                  <a:pt x="0" y="6127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7021082" y="3444619"/>
            <a:ext cx="676220" cy="676220"/>
          </a:xfrm>
          <a:custGeom>
            <a:avLst/>
            <a:gdLst/>
            <a:ahLst/>
            <a:cxnLst/>
            <a:rect l="l" t="t" r="r" b="b"/>
            <a:pathLst>
              <a:path w="676220" h="676220">
                <a:moveTo>
                  <a:pt x="0" y="0"/>
                </a:moveTo>
                <a:lnTo>
                  <a:pt x="676220" y="0"/>
                </a:lnTo>
                <a:lnTo>
                  <a:pt x="676220" y="676220"/>
                </a:lnTo>
                <a:lnTo>
                  <a:pt x="0" y="67622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14" name="TextBox 14"/>
          <p:cNvSpPr txBox="1"/>
          <p:nvPr/>
        </p:nvSpPr>
        <p:spPr>
          <a:xfrm>
            <a:off x="1390377" y="4636450"/>
            <a:ext cx="4475008" cy="1257412"/>
          </a:xfrm>
          <a:prstGeom prst="rect">
            <a:avLst/>
          </a:prstGeom>
        </p:spPr>
        <p:txBody>
          <a:bodyPr lIns="0" tIns="0" rIns="0" bIns="0" rtlCol="0" anchor="t">
            <a:spAutoFit/>
          </a:bodyPr>
          <a:lstStyle/>
          <a:p>
            <a:pPr algn="l">
              <a:lnSpc>
                <a:spcPts val="3360"/>
              </a:lnSpc>
            </a:pPr>
            <a:r>
              <a:rPr lang="en-US" sz="2800" b="1">
                <a:solidFill>
                  <a:srgbClr val="FFFFFF"/>
                </a:solidFill>
                <a:latin typeface="Inter Bold"/>
                <a:ea typeface="Inter Bold"/>
                <a:cs typeface="Inter Bold"/>
                <a:sym typeface="Inter Bold"/>
              </a:rPr>
              <a:t>INCREASE AWARENESS AND UNDERSTANDING </a:t>
            </a:r>
          </a:p>
          <a:p>
            <a:pPr marL="0" lvl="0" indent="0" algn="l">
              <a:lnSpc>
                <a:spcPts val="3360"/>
              </a:lnSpc>
            </a:pPr>
            <a:r>
              <a:rPr lang="en-US" sz="2800" b="1">
                <a:solidFill>
                  <a:srgbClr val="FFFFFF"/>
                </a:solidFill>
                <a:latin typeface="Inter Bold"/>
                <a:ea typeface="Inter Bold"/>
                <a:cs typeface="Inter Bold"/>
                <a:sym typeface="Inter Bold"/>
              </a:rPr>
              <a:t>OF COMPLEX ISSUES</a:t>
            </a:r>
          </a:p>
        </p:txBody>
      </p:sp>
      <p:sp>
        <p:nvSpPr>
          <p:cNvPr id="15" name="TextBox 15"/>
          <p:cNvSpPr txBox="1"/>
          <p:nvPr/>
        </p:nvSpPr>
        <p:spPr>
          <a:xfrm>
            <a:off x="7021082" y="4636450"/>
            <a:ext cx="3998080" cy="1257412"/>
          </a:xfrm>
          <a:prstGeom prst="rect">
            <a:avLst/>
          </a:prstGeom>
        </p:spPr>
        <p:txBody>
          <a:bodyPr lIns="0" tIns="0" rIns="0" bIns="0" rtlCol="0" anchor="t">
            <a:spAutoFit/>
          </a:bodyPr>
          <a:lstStyle/>
          <a:p>
            <a:pPr marL="0" lvl="0" indent="0" algn="l">
              <a:lnSpc>
                <a:spcPts val="3360"/>
              </a:lnSpc>
            </a:pPr>
            <a:r>
              <a:rPr lang="en-US" sz="2800" b="1">
                <a:solidFill>
                  <a:srgbClr val="FFFFFF"/>
                </a:solidFill>
                <a:latin typeface="Inter Bold"/>
                <a:ea typeface="Inter Bold"/>
                <a:cs typeface="Inter Bold"/>
                <a:sym typeface="Inter Bold"/>
              </a:rPr>
              <a:t>REACH A YOUNGER AND MORE DIVERSE AUDIENCE</a:t>
            </a:r>
          </a:p>
        </p:txBody>
      </p:sp>
      <p:sp>
        <p:nvSpPr>
          <p:cNvPr id="16" name="TextBox 16"/>
          <p:cNvSpPr txBox="1"/>
          <p:nvPr/>
        </p:nvSpPr>
        <p:spPr>
          <a:xfrm>
            <a:off x="12498102" y="4636450"/>
            <a:ext cx="4321907" cy="838274"/>
          </a:xfrm>
          <a:prstGeom prst="rect">
            <a:avLst/>
          </a:prstGeom>
        </p:spPr>
        <p:txBody>
          <a:bodyPr lIns="0" tIns="0" rIns="0" bIns="0" rtlCol="0" anchor="t">
            <a:spAutoFit/>
          </a:bodyPr>
          <a:lstStyle/>
          <a:p>
            <a:pPr marL="0" lvl="0" indent="0" algn="l">
              <a:lnSpc>
                <a:spcPts val="3360"/>
              </a:lnSpc>
            </a:pPr>
            <a:r>
              <a:rPr lang="en-US" sz="2800" b="1">
                <a:solidFill>
                  <a:srgbClr val="FFFFFF"/>
                </a:solidFill>
                <a:latin typeface="Inter Bold"/>
                <a:ea typeface="Inter Bold"/>
                <a:cs typeface="Inter Bold"/>
                <a:sym typeface="Inter Bold"/>
              </a:rPr>
              <a:t>BUILD A LOYAL AND ENGAGED COMMUNITY</a:t>
            </a:r>
          </a:p>
        </p:txBody>
      </p:sp>
      <p:sp>
        <p:nvSpPr>
          <p:cNvPr id="17" name="TextBox 17"/>
          <p:cNvSpPr txBox="1"/>
          <p:nvPr/>
        </p:nvSpPr>
        <p:spPr>
          <a:xfrm>
            <a:off x="1392503" y="6592172"/>
            <a:ext cx="4475008" cy="1952439"/>
          </a:xfrm>
          <a:prstGeom prst="rect">
            <a:avLst/>
          </a:prstGeom>
        </p:spPr>
        <p:txBody>
          <a:bodyPr lIns="0" tIns="0" rIns="0" bIns="0" rtlCol="0" anchor="t">
            <a:spAutoFit/>
          </a:bodyPr>
          <a:lstStyle/>
          <a:p>
            <a:pPr marL="0" lvl="0" indent="0" algn="l">
              <a:lnSpc>
                <a:spcPts val="3119"/>
              </a:lnSpc>
            </a:pPr>
            <a:r>
              <a:rPr lang="en-US" sz="2599">
                <a:solidFill>
                  <a:srgbClr val="FFFFFF"/>
                </a:solidFill>
                <a:latin typeface="Inter"/>
                <a:ea typeface="Inter"/>
                <a:cs typeface="Inter"/>
                <a:sym typeface="Inter"/>
              </a:rPr>
              <a:t>Lo</a:t>
            </a:r>
            <a:r>
              <a:rPr lang="en-US" sz="2599" u="none">
                <a:solidFill>
                  <a:srgbClr val="FFFFFF"/>
                </a:solidFill>
                <a:latin typeface="Inter"/>
                <a:ea typeface="Inter"/>
                <a:cs typeface="Inter"/>
                <a:sym typeface="Inter"/>
              </a:rPr>
              <a:t>rem ipsum dolor sit amet, consectetur adipiscing elit, sed do eiusmod tempor incididunt ut labore et dolore magna aliqua. </a:t>
            </a:r>
          </a:p>
        </p:txBody>
      </p:sp>
      <p:sp>
        <p:nvSpPr>
          <p:cNvPr id="18" name="TextBox 18"/>
          <p:cNvSpPr txBox="1"/>
          <p:nvPr/>
        </p:nvSpPr>
        <p:spPr>
          <a:xfrm>
            <a:off x="12486493" y="6592172"/>
            <a:ext cx="4475008" cy="1952439"/>
          </a:xfrm>
          <a:prstGeom prst="rect">
            <a:avLst/>
          </a:prstGeom>
        </p:spPr>
        <p:txBody>
          <a:bodyPr lIns="0" tIns="0" rIns="0" bIns="0" rtlCol="0" anchor="t">
            <a:spAutoFit/>
          </a:bodyPr>
          <a:lstStyle/>
          <a:p>
            <a:pPr marL="0" lvl="0" indent="0" algn="l">
              <a:lnSpc>
                <a:spcPts val="3119"/>
              </a:lnSpc>
            </a:pPr>
            <a:r>
              <a:rPr lang="en-US" sz="2599">
                <a:solidFill>
                  <a:srgbClr val="FFFFFF"/>
                </a:solidFill>
                <a:latin typeface="Inter"/>
                <a:ea typeface="Inter"/>
                <a:cs typeface="Inter"/>
                <a:sym typeface="Inter"/>
              </a:rPr>
              <a:t>Lo</a:t>
            </a:r>
            <a:r>
              <a:rPr lang="en-US" sz="2599" u="none">
                <a:solidFill>
                  <a:srgbClr val="FFFFFF"/>
                </a:solidFill>
                <a:latin typeface="Inter"/>
                <a:ea typeface="Inter"/>
                <a:cs typeface="Inter"/>
                <a:sym typeface="Inter"/>
              </a:rPr>
              <a:t>rem ipsum dolor sit amet, consectetur adipiscing elit, sed do eiusmod tempor incididunt ut labore et dolore magna aliqua. </a:t>
            </a:r>
          </a:p>
        </p:txBody>
      </p:sp>
      <p:sp>
        <p:nvSpPr>
          <p:cNvPr id="19" name="TextBox 19"/>
          <p:cNvSpPr txBox="1"/>
          <p:nvPr/>
        </p:nvSpPr>
        <p:spPr>
          <a:xfrm>
            <a:off x="7021082" y="6592172"/>
            <a:ext cx="4245836" cy="1952439"/>
          </a:xfrm>
          <a:prstGeom prst="rect">
            <a:avLst/>
          </a:prstGeom>
        </p:spPr>
        <p:txBody>
          <a:bodyPr lIns="0" tIns="0" rIns="0" bIns="0" rtlCol="0" anchor="t">
            <a:spAutoFit/>
          </a:bodyPr>
          <a:lstStyle/>
          <a:p>
            <a:pPr marL="0" lvl="0" indent="0" algn="l">
              <a:lnSpc>
                <a:spcPts val="3119"/>
              </a:lnSpc>
            </a:pPr>
            <a:r>
              <a:rPr lang="en-US" sz="2599">
                <a:solidFill>
                  <a:srgbClr val="FFFFFF"/>
                </a:solidFill>
                <a:latin typeface="Inter"/>
                <a:ea typeface="Inter"/>
                <a:cs typeface="Inter"/>
                <a:sym typeface="Inter"/>
              </a:rPr>
              <a:t>Lo</a:t>
            </a:r>
            <a:r>
              <a:rPr lang="en-US" sz="2599" u="none">
                <a:solidFill>
                  <a:srgbClr val="FFFFFF"/>
                </a:solidFill>
                <a:latin typeface="Inter"/>
                <a:ea typeface="Inter"/>
                <a:cs typeface="Inter"/>
                <a:sym typeface="Inter"/>
              </a:rPr>
              <a:t>rem ipsum dolor sit amet, consectetur adipiscing elit, sed do eiusmod tempor incididunt ut labore et dolore magna. </a:t>
            </a:r>
          </a:p>
        </p:txBody>
      </p:sp>
      <p:sp>
        <p:nvSpPr>
          <p:cNvPr id="20" name="TextBox 20"/>
          <p:cNvSpPr txBox="1"/>
          <p:nvPr/>
        </p:nvSpPr>
        <p:spPr>
          <a:xfrm>
            <a:off x="1028700" y="1626854"/>
            <a:ext cx="8115300" cy="1002046"/>
          </a:xfrm>
          <a:prstGeom prst="rect">
            <a:avLst/>
          </a:prstGeom>
        </p:spPr>
        <p:txBody>
          <a:bodyPr lIns="0" tIns="0" rIns="0" bIns="0" rtlCol="0" anchor="t">
            <a:spAutoFit/>
          </a:bodyPr>
          <a:lstStyle/>
          <a:p>
            <a:pPr algn="l">
              <a:lnSpc>
                <a:spcPts val="7577"/>
              </a:lnSpc>
            </a:pPr>
            <a:r>
              <a:rPr lang="en-US" sz="7577" b="1" spc="-174" dirty="0">
                <a:solidFill>
                  <a:srgbClr val="FFFFFF"/>
                </a:solidFill>
                <a:latin typeface="Inter Semi-Bold"/>
                <a:ea typeface="Inter Semi-Bold"/>
                <a:cs typeface="Inter Semi-Bold"/>
                <a:sym typeface="Inter Semi-Bold"/>
              </a:rPr>
              <a:t>Headline</a:t>
            </a:r>
          </a:p>
        </p:txBody>
      </p:sp>
      <p:sp>
        <p:nvSpPr>
          <p:cNvPr id="21" name="Freeform 21"/>
          <p:cNvSpPr/>
          <p:nvPr/>
        </p:nvSpPr>
        <p:spPr>
          <a:xfrm>
            <a:off x="16460402" y="314816"/>
            <a:ext cx="1393906" cy="713884"/>
          </a:xfrm>
          <a:custGeom>
            <a:avLst/>
            <a:gdLst/>
            <a:ahLst/>
            <a:cxnLst/>
            <a:rect l="l" t="t" r="r" b="b"/>
            <a:pathLst>
              <a:path w="1393906" h="713884">
                <a:moveTo>
                  <a:pt x="0" y="0"/>
                </a:moveTo>
                <a:lnTo>
                  <a:pt x="1393906" y="0"/>
                </a:lnTo>
                <a:lnTo>
                  <a:pt x="1393906" y="713884"/>
                </a:lnTo>
                <a:lnTo>
                  <a:pt x="0" y="713884"/>
                </a:lnTo>
                <a:lnTo>
                  <a:pt x="0" y="0"/>
                </a:lnTo>
                <a:close/>
              </a:path>
            </a:pathLst>
          </a:custGeom>
          <a:blipFill>
            <a:blip r:embed="rId8"/>
            <a:stretch>
              <a:fillRect l="-48958" t="-58688" r="-48958" b="-58688"/>
            </a:stretch>
          </a:blipFill>
        </p:spPr>
      </p:sp>
      <p:pic>
        <p:nvPicPr>
          <p:cNvPr id="22" name="Picture 21">
            <a:extLst>
              <a:ext uri="{FF2B5EF4-FFF2-40B4-BE49-F238E27FC236}">
                <a16:creationId xmlns:a16="http://schemas.microsoft.com/office/drawing/2014/main" id="{E37C643B-AAD2-AE95-51F9-C1854754A262}"/>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304799" y="-5666"/>
            <a:ext cx="2245267" cy="1262966"/>
          </a:xfrm>
          <a:prstGeom prst="rect">
            <a:avLst/>
          </a:prstGeom>
        </p:spPr>
      </p:pic>
      <p:sp>
        <p:nvSpPr>
          <p:cNvPr id="24" name="TextBox 23">
            <a:extLst>
              <a:ext uri="{FF2B5EF4-FFF2-40B4-BE49-F238E27FC236}">
                <a16:creationId xmlns:a16="http://schemas.microsoft.com/office/drawing/2014/main" id="{D1039D1A-D480-1344-0817-66BD387A1069}"/>
              </a:ext>
            </a:extLst>
          </p:cNvPr>
          <p:cNvSpPr txBox="1"/>
          <p:nvPr/>
        </p:nvSpPr>
        <p:spPr>
          <a:xfrm>
            <a:off x="17297400" y="9269968"/>
            <a:ext cx="335348" cy="369332"/>
          </a:xfrm>
          <a:prstGeom prst="rect">
            <a:avLst/>
          </a:prstGeom>
          <a:noFill/>
        </p:spPr>
        <p:txBody>
          <a:bodyPr wrap="none" rtlCol="0">
            <a:spAutoFit/>
          </a:bodyPr>
          <a:lstStyle/>
          <a:p>
            <a:fld id="{AA068656-7F57-4BF5-868B-B3B588B9A888}" type="slidenum">
              <a:rPr lang="en-US" b="1" smtClean="0">
                <a:solidFill>
                  <a:schemeClr val="bg1"/>
                </a:solidFill>
                <a:latin typeface="Inter" panose="02000503000000020004" pitchFamily="2" charset="0"/>
                <a:ea typeface="Inter" panose="02000503000000020004" pitchFamily="2" charset="0"/>
              </a:rPr>
              <a:t>6</a:t>
            </a:fld>
            <a:endParaRPr lang="en-US" b="1" dirty="0">
              <a:solidFill>
                <a:schemeClr val="bg1"/>
              </a:solidFill>
              <a:latin typeface="Inter" panose="02000503000000020004" pitchFamily="2" charset="0"/>
              <a:ea typeface="Inter" panose="02000503000000020004"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7346267" y="1038633"/>
            <a:ext cx="11163889" cy="9438867"/>
          </a:xfrm>
          <a:prstGeom prst="rect">
            <a:avLst/>
          </a:prstGeom>
        </p:spPr>
      </p:pic>
      <p:grpSp>
        <p:nvGrpSpPr>
          <p:cNvPr id="3" name="Group 3"/>
          <p:cNvGrpSpPr/>
          <p:nvPr/>
        </p:nvGrpSpPr>
        <p:grpSpPr>
          <a:xfrm>
            <a:off x="625966" y="1219953"/>
            <a:ext cx="6860115" cy="8445316"/>
            <a:chOff x="0" y="0"/>
            <a:chExt cx="1806779" cy="2381837"/>
          </a:xfrm>
        </p:grpSpPr>
        <p:sp>
          <p:nvSpPr>
            <p:cNvPr id="4" name="Freeform 4"/>
            <p:cNvSpPr/>
            <p:nvPr/>
          </p:nvSpPr>
          <p:spPr>
            <a:xfrm>
              <a:off x="0" y="0"/>
              <a:ext cx="1806779" cy="2381837"/>
            </a:xfrm>
            <a:custGeom>
              <a:avLst/>
              <a:gdLst/>
              <a:ahLst/>
              <a:cxnLst/>
              <a:rect l="l" t="t" r="r" b="b"/>
              <a:pathLst>
                <a:path w="1806779" h="2381837">
                  <a:moveTo>
                    <a:pt x="78998" y="0"/>
                  </a:moveTo>
                  <a:lnTo>
                    <a:pt x="1727781" y="0"/>
                  </a:lnTo>
                  <a:cubicBezTo>
                    <a:pt x="1771411" y="0"/>
                    <a:pt x="1806779" y="35369"/>
                    <a:pt x="1806779" y="78998"/>
                  </a:cubicBezTo>
                  <a:lnTo>
                    <a:pt x="1806779" y="2302839"/>
                  </a:lnTo>
                  <a:cubicBezTo>
                    <a:pt x="1806779" y="2346468"/>
                    <a:pt x="1771411" y="2381837"/>
                    <a:pt x="1727781" y="2381837"/>
                  </a:cubicBezTo>
                  <a:lnTo>
                    <a:pt x="78998" y="2381837"/>
                  </a:lnTo>
                  <a:cubicBezTo>
                    <a:pt x="35369" y="2381837"/>
                    <a:pt x="0" y="2346468"/>
                    <a:pt x="0" y="2302839"/>
                  </a:cubicBezTo>
                  <a:lnTo>
                    <a:pt x="0" y="78998"/>
                  </a:lnTo>
                  <a:cubicBezTo>
                    <a:pt x="0" y="35369"/>
                    <a:pt x="35369" y="0"/>
                    <a:pt x="78998" y="0"/>
                  </a:cubicBezTo>
                  <a:close/>
                </a:path>
              </a:pathLst>
            </a:custGeom>
            <a:solidFill>
              <a:srgbClr val="0857C3"/>
            </a:solidFill>
            <a:ln w="142875" cap="rnd">
              <a:solidFill>
                <a:srgbClr val="71C4E7"/>
              </a:solidFill>
              <a:prstDash val="solid"/>
              <a:round/>
            </a:ln>
          </p:spPr>
        </p:sp>
        <p:sp>
          <p:nvSpPr>
            <p:cNvPr id="5" name="TextBox 5"/>
            <p:cNvSpPr txBox="1"/>
            <p:nvPr/>
          </p:nvSpPr>
          <p:spPr>
            <a:xfrm>
              <a:off x="0" y="-47625"/>
              <a:ext cx="1806779" cy="2429462"/>
            </a:xfrm>
            <a:prstGeom prst="rect">
              <a:avLst/>
            </a:prstGeom>
          </p:spPr>
          <p:txBody>
            <a:bodyPr lIns="50800" tIns="50800" rIns="50800" bIns="50800" rtlCol="0" anchor="ctr"/>
            <a:lstStyle/>
            <a:p>
              <a:pPr algn="ctr">
                <a:lnSpc>
                  <a:spcPts val="3359"/>
                </a:lnSpc>
              </a:pPr>
              <a:endParaRPr/>
            </a:p>
          </p:txBody>
        </p:sp>
      </p:grpSp>
      <p:grpSp>
        <p:nvGrpSpPr>
          <p:cNvPr id="6" name="Group 6"/>
          <p:cNvGrpSpPr/>
          <p:nvPr/>
        </p:nvGrpSpPr>
        <p:grpSpPr>
          <a:xfrm>
            <a:off x="1285990" y="8517080"/>
            <a:ext cx="2709090" cy="561887"/>
            <a:chOff x="0" y="0"/>
            <a:chExt cx="713505" cy="147987"/>
          </a:xfrm>
        </p:grpSpPr>
        <p:sp>
          <p:nvSpPr>
            <p:cNvPr id="7" name="Freeform 7"/>
            <p:cNvSpPr/>
            <p:nvPr/>
          </p:nvSpPr>
          <p:spPr>
            <a:xfrm>
              <a:off x="0" y="0"/>
              <a:ext cx="713505" cy="147987"/>
            </a:xfrm>
            <a:custGeom>
              <a:avLst/>
              <a:gdLst/>
              <a:ahLst/>
              <a:cxnLst/>
              <a:rect l="l" t="t" r="r" b="b"/>
              <a:pathLst>
                <a:path w="713505" h="147987">
                  <a:moveTo>
                    <a:pt x="73993" y="0"/>
                  </a:moveTo>
                  <a:lnTo>
                    <a:pt x="639512" y="0"/>
                  </a:lnTo>
                  <a:cubicBezTo>
                    <a:pt x="680377" y="0"/>
                    <a:pt x="713505" y="33128"/>
                    <a:pt x="713505" y="73993"/>
                  </a:cubicBezTo>
                  <a:lnTo>
                    <a:pt x="713505" y="73993"/>
                  </a:lnTo>
                  <a:cubicBezTo>
                    <a:pt x="713505" y="93618"/>
                    <a:pt x="705709" y="112438"/>
                    <a:pt x="691833" y="126315"/>
                  </a:cubicBezTo>
                  <a:cubicBezTo>
                    <a:pt x="677956" y="140191"/>
                    <a:pt x="659136" y="147987"/>
                    <a:pt x="639512" y="147987"/>
                  </a:cubicBezTo>
                  <a:lnTo>
                    <a:pt x="73993" y="147987"/>
                  </a:lnTo>
                  <a:cubicBezTo>
                    <a:pt x="33128" y="147987"/>
                    <a:pt x="0" y="114859"/>
                    <a:pt x="0" y="73993"/>
                  </a:cubicBezTo>
                  <a:lnTo>
                    <a:pt x="0" y="73993"/>
                  </a:lnTo>
                  <a:cubicBezTo>
                    <a:pt x="0" y="33128"/>
                    <a:pt x="33128" y="0"/>
                    <a:pt x="73993" y="0"/>
                  </a:cubicBezTo>
                  <a:close/>
                </a:path>
              </a:pathLst>
            </a:custGeom>
            <a:solidFill>
              <a:srgbClr val="000000">
                <a:alpha val="0"/>
              </a:srgbClr>
            </a:solidFill>
            <a:ln w="19050" cap="rnd">
              <a:solidFill>
                <a:srgbClr val="FFFFFF"/>
              </a:solidFill>
              <a:prstDash val="solid"/>
              <a:round/>
            </a:ln>
          </p:spPr>
        </p:sp>
        <p:sp>
          <p:nvSpPr>
            <p:cNvPr id="8" name="TextBox 8"/>
            <p:cNvSpPr txBox="1"/>
            <p:nvPr/>
          </p:nvSpPr>
          <p:spPr>
            <a:xfrm>
              <a:off x="0" y="-38100"/>
              <a:ext cx="713505" cy="186087"/>
            </a:xfrm>
            <a:prstGeom prst="rect">
              <a:avLst/>
            </a:prstGeom>
          </p:spPr>
          <p:txBody>
            <a:bodyPr lIns="50800" tIns="50800" rIns="50800" bIns="50800" rtlCol="0" anchor="ctr"/>
            <a:lstStyle/>
            <a:p>
              <a:pPr algn="ctr">
                <a:lnSpc>
                  <a:spcPts val="2520"/>
                </a:lnSpc>
              </a:pPr>
              <a:r>
                <a:rPr lang="en-US" sz="1800">
                  <a:solidFill>
                    <a:srgbClr val="FFFFFF"/>
                  </a:solidFill>
                  <a:latin typeface="Inter"/>
                  <a:ea typeface="Inter"/>
                  <a:cs typeface="Inter"/>
                  <a:sym typeface="Inter"/>
                </a:rPr>
                <a:t>Back to agenda page</a:t>
              </a:r>
            </a:p>
          </p:txBody>
        </p:sp>
      </p:grpSp>
      <p:grpSp>
        <p:nvGrpSpPr>
          <p:cNvPr id="9" name="Group 9"/>
          <p:cNvGrpSpPr/>
          <p:nvPr/>
        </p:nvGrpSpPr>
        <p:grpSpPr>
          <a:xfrm>
            <a:off x="1285990" y="2300245"/>
            <a:ext cx="1437881" cy="834741"/>
            <a:chOff x="0" y="0"/>
            <a:chExt cx="378701" cy="219850"/>
          </a:xfrm>
        </p:grpSpPr>
        <p:sp>
          <p:nvSpPr>
            <p:cNvPr id="10" name="Freeform 10"/>
            <p:cNvSpPr/>
            <p:nvPr/>
          </p:nvSpPr>
          <p:spPr>
            <a:xfrm>
              <a:off x="0" y="0"/>
              <a:ext cx="378701" cy="219850"/>
            </a:xfrm>
            <a:custGeom>
              <a:avLst/>
              <a:gdLst/>
              <a:ahLst/>
              <a:cxnLst/>
              <a:rect l="l" t="t" r="r" b="b"/>
              <a:pathLst>
                <a:path w="378701" h="219850">
                  <a:moveTo>
                    <a:pt x="109925" y="0"/>
                  </a:moveTo>
                  <a:lnTo>
                    <a:pt x="268776" y="0"/>
                  </a:lnTo>
                  <a:cubicBezTo>
                    <a:pt x="297930" y="0"/>
                    <a:pt x="325890" y="11581"/>
                    <a:pt x="346505" y="32196"/>
                  </a:cubicBezTo>
                  <a:cubicBezTo>
                    <a:pt x="367120" y="52811"/>
                    <a:pt x="378701" y="80771"/>
                    <a:pt x="378701" y="109925"/>
                  </a:cubicBezTo>
                  <a:lnTo>
                    <a:pt x="378701" y="109925"/>
                  </a:lnTo>
                  <a:cubicBezTo>
                    <a:pt x="378701" y="139079"/>
                    <a:pt x="367120" y="167038"/>
                    <a:pt x="346505" y="187653"/>
                  </a:cubicBezTo>
                  <a:cubicBezTo>
                    <a:pt x="325890" y="208268"/>
                    <a:pt x="297930" y="219850"/>
                    <a:pt x="268776" y="219850"/>
                  </a:cubicBezTo>
                  <a:lnTo>
                    <a:pt x="109925" y="219850"/>
                  </a:lnTo>
                  <a:cubicBezTo>
                    <a:pt x="80771" y="219850"/>
                    <a:pt x="52811" y="208268"/>
                    <a:pt x="32196" y="187653"/>
                  </a:cubicBezTo>
                  <a:cubicBezTo>
                    <a:pt x="11581" y="167038"/>
                    <a:pt x="0" y="139079"/>
                    <a:pt x="0" y="109925"/>
                  </a:cubicBezTo>
                  <a:lnTo>
                    <a:pt x="0" y="109925"/>
                  </a:lnTo>
                  <a:cubicBezTo>
                    <a:pt x="0" y="80771"/>
                    <a:pt x="11581" y="52811"/>
                    <a:pt x="32196" y="32196"/>
                  </a:cubicBezTo>
                  <a:cubicBezTo>
                    <a:pt x="52811" y="11581"/>
                    <a:pt x="80771" y="0"/>
                    <a:pt x="109925" y="0"/>
                  </a:cubicBezTo>
                  <a:close/>
                </a:path>
              </a:pathLst>
            </a:custGeom>
            <a:solidFill>
              <a:srgbClr val="307FE2"/>
            </a:solidFill>
            <a:ln cap="rnd">
              <a:noFill/>
              <a:prstDash val="solid"/>
              <a:round/>
            </a:ln>
          </p:spPr>
        </p:sp>
        <p:sp>
          <p:nvSpPr>
            <p:cNvPr id="11" name="TextBox 11"/>
            <p:cNvSpPr txBox="1"/>
            <p:nvPr/>
          </p:nvSpPr>
          <p:spPr>
            <a:xfrm>
              <a:off x="0" y="-57150"/>
              <a:ext cx="378701" cy="277000"/>
            </a:xfrm>
            <a:prstGeom prst="rect">
              <a:avLst/>
            </a:prstGeom>
          </p:spPr>
          <p:txBody>
            <a:bodyPr lIns="50800" tIns="50800" rIns="50800" bIns="50800" rtlCol="0" anchor="ctr"/>
            <a:lstStyle/>
            <a:p>
              <a:pPr algn="ctr">
                <a:lnSpc>
                  <a:spcPts val="4200"/>
                </a:lnSpc>
              </a:pPr>
              <a:endParaRPr/>
            </a:p>
          </p:txBody>
        </p:sp>
      </p:grpSp>
      <p:sp>
        <p:nvSpPr>
          <p:cNvPr id="12" name="Freeform 12"/>
          <p:cNvSpPr/>
          <p:nvPr/>
        </p:nvSpPr>
        <p:spPr>
          <a:xfrm>
            <a:off x="1870369" y="2469263"/>
            <a:ext cx="269125" cy="496707"/>
          </a:xfrm>
          <a:custGeom>
            <a:avLst/>
            <a:gdLst/>
            <a:ahLst/>
            <a:cxnLst/>
            <a:rect l="l" t="t" r="r" b="b"/>
            <a:pathLst>
              <a:path w="269125" h="496707">
                <a:moveTo>
                  <a:pt x="0" y="0"/>
                </a:moveTo>
                <a:lnTo>
                  <a:pt x="269124" y="0"/>
                </a:lnTo>
                <a:lnTo>
                  <a:pt x="269124" y="496706"/>
                </a:lnTo>
                <a:lnTo>
                  <a:pt x="0" y="4967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8076153" y="1271787"/>
            <a:ext cx="9482262" cy="442713"/>
          </a:xfrm>
          <a:prstGeom prst="rect">
            <a:avLst/>
          </a:prstGeom>
        </p:spPr>
        <p:txBody>
          <a:bodyPr lIns="0" tIns="0" rIns="0" bIns="0" rtlCol="0" anchor="t">
            <a:spAutoFit/>
          </a:bodyPr>
          <a:lstStyle/>
          <a:p>
            <a:pPr marL="0" lvl="0" indent="0" algn="ctr">
              <a:lnSpc>
                <a:spcPts val="3607"/>
              </a:lnSpc>
            </a:pPr>
            <a:r>
              <a:rPr lang="en-US" sz="2405" spc="-24" dirty="0">
                <a:solidFill>
                  <a:srgbClr val="0857C3"/>
                </a:solidFill>
                <a:latin typeface="Inter"/>
                <a:ea typeface="Inter"/>
                <a:cs typeface="Inter"/>
                <a:sym typeface="Inter"/>
              </a:rPr>
              <a:t>Allocation of the funding request</a:t>
            </a:r>
          </a:p>
        </p:txBody>
      </p:sp>
      <p:sp>
        <p:nvSpPr>
          <p:cNvPr id="14" name="TextBox 14"/>
          <p:cNvSpPr txBox="1"/>
          <p:nvPr/>
        </p:nvSpPr>
        <p:spPr>
          <a:xfrm>
            <a:off x="1285990" y="3488254"/>
            <a:ext cx="5350387" cy="1878256"/>
          </a:xfrm>
          <a:prstGeom prst="rect">
            <a:avLst/>
          </a:prstGeom>
        </p:spPr>
        <p:txBody>
          <a:bodyPr lIns="0" tIns="0" rIns="0" bIns="0" rtlCol="0" anchor="t">
            <a:spAutoFit/>
          </a:bodyPr>
          <a:lstStyle/>
          <a:p>
            <a:pPr marL="0" lvl="0" indent="0" algn="l">
              <a:lnSpc>
                <a:spcPts val="7200"/>
              </a:lnSpc>
            </a:pPr>
            <a:r>
              <a:rPr lang="en-US" sz="7200" b="1">
                <a:solidFill>
                  <a:srgbClr val="FFFFFF"/>
                </a:solidFill>
                <a:latin typeface="Inter Semi-Bold"/>
                <a:ea typeface="Inter Semi-Bold"/>
                <a:cs typeface="Inter Semi-Bold"/>
                <a:sym typeface="Inter Semi-Bold"/>
              </a:rPr>
              <a:t>Budget breakdown</a:t>
            </a:r>
          </a:p>
        </p:txBody>
      </p:sp>
      <p:sp>
        <p:nvSpPr>
          <p:cNvPr id="15" name="TextBox 15"/>
          <p:cNvSpPr txBox="1"/>
          <p:nvPr/>
        </p:nvSpPr>
        <p:spPr>
          <a:xfrm>
            <a:off x="1319886" y="5723174"/>
            <a:ext cx="5350387" cy="2389617"/>
          </a:xfrm>
          <a:prstGeom prst="rect">
            <a:avLst/>
          </a:prstGeom>
        </p:spPr>
        <p:txBody>
          <a:bodyPr lIns="0" tIns="0" rIns="0" bIns="0" rtlCol="0" anchor="t">
            <a:spAutoFit/>
          </a:bodyPr>
          <a:lstStyle/>
          <a:p>
            <a:pPr marL="0" lvl="0" indent="0" algn="l">
              <a:lnSpc>
                <a:spcPts val="3220"/>
              </a:lnSpc>
              <a:spcBef>
                <a:spcPct val="0"/>
              </a:spcBef>
            </a:pPr>
            <a:r>
              <a:rPr lang="en-US" sz="2300">
                <a:solidFill>
                  <a:srgbClr val="FFFFFF"/>
                </a:solidFill>
                <a:latin typeface="Inter"/>
                <a:ea typeface="Inter"/>
                <a:cs typeface="Inter"/>
                <a:sym typeface="Inter"/>
              </a:rPr>
              <a:t>Add context to the pie chart. How does it describe part-to-whole relationships? What factors might be contributing to the differences in percentage? What other observations are worth highlighting? </a:t>
            </a:r>
          </a:p>
        </p:txBody>
      </p:sp>
      <p:sp>
        <p:nvSpPr>
          <p:cNvPr id="16" name="Freeform 16"/>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5"/>
            <a:stretch>
              <a:fillRect l="-46231" t="-59150" r="-49783" b="-62530"/>
            </a:stretch>
          </a:blipFill>
        </p:spPr>
      </p:sp>
      <p:pic>
        <p:nvPicPr>
          <p:cNvPr id="17" name="Picture 16">
            <a:extLst>
              <a:ext uri="{FF2B5EF4-FFF2-40B4-BE49-F238E27FC236}">
                <a16:creationId xmlns:a16="http://schemas.microsoft.com/office/drawing/2014/main" id="{C1ACA4E7-D166-A5CA-A6C8-CCEEFE6E7770}"/>
              </a:ext>
            </a:extLst>
          </p:cNvPr>
          <p:cNvPicPr>
            <a:picLocks noChangeAspect="1"/>
          </p:cNvPicPr>
          <p:nvPr/>
        </p:nvPicPr>
        <p:blipFill>
          <a:blip r:embed="rId6"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19" name="TextBox 18">
            <a:extLst>
              <a:ext uri="{FF2B5EF4-FFF2-40B4-BE49-F238E27FC236}">
                <a16:creationId xmlns:a16="http://schemas.microsoft.com/office/drawing/2014/main" id="{AC73968E-9D59-71A6-B9A9-14A0A737E8C8}"/>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7</a:t>
            </a:fld>
            <a:endParaRPr lang="en-US" b="1" dirty="0">
              <a:latin typeface="Inter" panose="02000503000000020004" pitchFamily="2" charset="0"/>
              <a:ea typeface="Inter" panose="02000503000000020004"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1C4E7"/>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6C376619-5DFF-E6F6-3E07-F75C493D60F9}"/>
              </a:ext>
            </a:extLst>
          </p:cNvPr>
          <p:cNvGrpSpPr/>
          <p:nvPr/>
        </p:nvGrpSpPr>
        <p:grpSpPr>
          <a:xfrm>
            <a:off x="10080097" y="1334152"/>
            <a:ext cx="6584607" cy="8331116"/>
            <a:chOff x="10703393" y="1334152"/>
            <a:chExt cx="5961311" cy="7542496"/>
          </a:xfrm>
        </p:grpSpPr>
        <p:grpSp>
          <p:nvGrpSpPr>
            <p:cNvPr id="4" name="Group 4"/>
            <p:cNvGrpSpPr/>
            <p:nvPr/>
          </p:nvGrpSpPr>
          <p:grpSpPr>
            <a:xfrm>
              <a:off x="10703393" y="1334152"/>
              <a:ext cx="5961311" cy="2361548"/>
              <a:chOff x="0" y="0"/>
              <a:chExt cx="1869067" cy="740423"/>
            </a:xfrm>
          </p:grpSpPr>
          <p:sp>
            <p:nvSpPr>
              <p:cNvPr id="5" name="Freeform 5"/>
              <p:cNvSpPr/>
              <p:nvPr/>
            </p:nvSpPr>
            <p:spPr>
              <a:xfrm>
                <a:off x="0" y="0"/>
                <a:ext cx="1869067" cy="740423"/>
              </a:xfrm>
              <a:custGeom>
                <a:avLst/>
                <a:gdLst/>
                <a:ahLst/>
                <a:cxnLst/>
                <a:rect l="l" t="t" r="r" b="b"/>
                <a:pathLst>
                  <a:path w="1869067" h="740423">
                    <a:moveTo>
                      <a:pt x="56741" y="0"/>
                    </a:moveTo>
                    <a:lnTo>
                      <a:pt x="1812327" y="0"/>
                    </a:lnTo>
                    <a:cubicBezTo>
                      <a:pt x="1827375" y="0"/>
                      <a:pt x="1841807" y="5978"/>
                      <a:pt x="1852448" y="16619"/>
                    </a:cubicBezTo>
                    <a:cubicBezTo>
                      <a:pt x="1863089" y="27260"/>
                      <a:pt x="1869067" y="41692"/>
                      <a:pt x="1869067" y="56741"/>
                    </a:cubicBezTo>
                    <a:lnTo>
                      <a:pt x="1869067" y="683682"/>
                    </a:lnTo>
                    <a:cubicBezTo>
                      <a:pt x="1869067" y="698731"/>
                      <a:pt x="1863089" y="713163"/>
                      <a:pt x="1852448" y="723804"/>
                    </a:cubicBezTo>
                    <a:cubicBezTo>
                      <a:pt x="1841807" y="734445"/>
                      <a:pt x="1827375" y="740423"/>
                      <a:pt x="1812327" y="740423"/>
                    </a:cubicBezTo>
                    <a:lnTo>
                      <a:pt x="56741" y="740423"/>
                    </a:lnTo>
                    <a:cubicBezTo>
                      <a:pt x="41692" y="740423"/>
                      <a:pt x="27260" y="734445"/>
                      <a:pt x="16619" y="723804"/>
                    </a:cubicBezTo>
                    <a:cubicBezTo>
                      <a:pt x="5978" y="713163"/>
                      <a:pt x="0" y="698731"/>
                      <a:pt x="0" y="683682"/>
                    </a:cubicBezTo>
                    <a:lnTo>
                      <a:pt x="0" y="56741"/>
                    </a:lnTo>
                    <a:cubicBezTo>
                      <a:pt x="0" y="41692"/>
                      <a:pt x="5978" y="27260"/>
                      <a:pt x="16619" y="16619"/>
                    </a:cubicBezTo>
                    <a:cubicBezTo>
                      <a:pt x="27260" y="5978"/>
                      <a:pt x="41692" y="0"/>
                      <a:pt x="56741" y="0"/>
                    </a:cubicBezTo>
                    <a:close/>
                  </a:path>
                </a:pathLst>
              </a:custGeom>
              <a:solidFill>
                <a:srgbClr val="000000">
                  <a:alpha val="0"/>
                </a:srgbClr>
              </a:solidFill>
              <a:ln w="66675" cap="rnd">
                <a:solidFill>
                  <a:srgbClr val="FFFFFF"/>
                </a:solidFill>
                <a:prstDash val="solid"/>
                <a:round/>
              </a:ln>
            </p:spPr>
          </p:sp>
          <p:sp>
            <p:nvSpPr>
              <p:cNvPr id="6" name="TextBox 6"/>
              <p:cNvSpPr txBox="1"/>
              <p:nvPr/>
            </p:nvSpPr>
            <p:spPr>
              <a:xfrm>
                <a:off x="0" y="-47625"/>
                <a:ext cx="1869067" cy="788048"/>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0703393" y="3924300"/>
              <a:ext cx="5961311" cy="2361548"/>
              <a:chOff x="0" y="0"/>
              <a:chExt cx="1869067" cy="740423"/>
            </a:xfrm>
          </p:grpSpPr>
          <p:sp>
            <p:nvSpPr>
              <p:cNvPr id="8" name="Freeform 8"/>
              <p:cNvSpPr/>
              <p:nvPr/>
            </p:nvSpPr>
            <p:spPr>
              <a:xfrm>
                <a:off x="0" y="0"/>
                <a:ext cx="1869067" cy="740423"/>
              </a:xfrm>
              <a:custGeom>
                <a:avLst/>
                <a:gdLst/>
                <a:ahLst/>
                <a:cxnLst/>
                <a:rect l="l" t="t" r="r" b="b"/>
                <a:pathLst>
                  <a:path w="1869067" h="740423">
                    <a:moveTo>
                      <a:pt x="56741" y="0"/>
                    </a:moveTo>
                    <a:lnTo>
                      <a:pt x="1812327" y="0"/>
                    </a:lnTo>
                    <a:cubicBezTo>
                      <a:pt x="1827375" y="0"/>
                      <a:pt x="1841807" y="5978"/>
                      <a:pt x="1852448" y="16619"/>
                    </a:cubicBezTo>
                    <a:cubicBezTo>
                      <a:pt x="1863089" y="27260"/>
                      <a:pt x="1869067" y="41692"/>
                      <a:pt x="1869067" y="56741"/>
                    </a:cubicBezTo>
                    <a:lnTo>
                      <a:pt x="1869067" y="683682"/>
                    </a:lnTo>
                    <a:cubicBezTo>
                      <a:pt x="1869067" y="698731"/>
                      <a:pt x="1863089" y="713163"/>
                      <a:pt x="1852448" y="723804"/>
                    </a:cubicBezTo>
                    <a:cubicBezTo>
                      <a:pt x="1841807" y="734445"/>
                      <a:pt x="1827375" y="740423"/>
                      <a:pt x="1812327" y="740423"/>
                    </a:cubicBezTo>
                    <a:lnTo>
                      <a:pt x="56741" y="740423"/>
                    </a:lnTo>
                    <a:cubicBezTo>
                      <a:pt x="41692" y="740423"/>
                      <a:pt x="27260" y="734445"/>
                      <a:pt x="16619" y="723804"/>
                    </a:cubicBezTo>
                    <a:cubicBezTo>
                      <a:pt x="5978" y="713163"/>
                      <a:pt x="0" y="698731"/>
                      <a:pt x="0" y="683682"/>
                    </a:cubicBezTo>
                    <a:lnTo>
                      <a:pt x="0" y="56741"/>
                    </a:lnTo>
                    <a:cubicBezTo>
                      <a:pt x="0" y="41692"/>
                      <a:pt x="5978" y="27260"/>
                      <a:pt x="16619" y="16619"/>
                    </a:cubicBezTo>
                    <a:cubicBezTo>
                      <a:pt x="27260" y="5978"/>
                      <a:pt x="41692" y="0"/>
                      <a:pt x="56741" y="0"/>
                    </a:cubicBezTo>
                    <a:close/>
                  </a:path>
                </a:pathLst>
              </a:custGeom>
              <a:solidFill>
                <a:srgbClr val="000000">
                  <a:alpha val="0"/>
                </a:srgbClr>
              </a:solidFill>
              <a:ln w="66675" cap="rnd">
                <a:solidFill>
                  <a:srgbClr val="FFFFFF"/>
                </a:solidFill>
                <a:prstDash val="solid"/>
                <a:round/>
              </a:ln>
            </p:spPr>
          </p:sp>
          <p:sp>
            <p:nvSpPr>
              <p:cNvPr id="9" name="TextBox 9"/>
              <p:cNvSpPr txBox="1"/>
              <p:nvPr/>
            </p:nvSpPr>
            <p:spPr>
              <a:xfrm>
                <a:off x="0" y="-47625"/>
                <a:ext cx="1869067" cy="788048"/>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10703393" y="6515100"/>
              <a:ext cx="5961311" cy="2361548"/>
              <a:chOff x="0" y="0"/>
              <a:chExt cx="1869067" cy="740423"/>
            </a:xfrm>
          </p:grpSpPr>
          <p:sp>
            <p:nvSpPr>
              <p:cNvPr id="11" name="Freeform 11"/>
              <p:cNvSpPr/>
              <p:nvPr/>
            </p:nvSpPr>
            <p:spPr>
              <a:xfrm>
                <a:off x="0" y="0"/>
                <a:ext cx="1869067" cy="740423"/>
              </a:xfrm>
              <a:custGeom>
                <a:avLst/>
                <a:gdLst/>
                <a:ahLst/>
                <a:cxnLst/>
                <a:rect l="l" t="t" r="r" b="b"/>
                <a:pathLst>
                  <a:path w="1869067" h="740423">
                    <a:moveTo>
                      <a:pt x="56741" y="0"/>
                    </a:moveTo>
                    <a:lnTo>
                      <a:pt x="1812327" y="0"/>
                    </a:lnTo>
                    <a:cubicBezTo>
                      <a:pt x="1827375" y="0"/>
                      <a:pt x="1841807" y="5978"/>
                      <a:pt x="1852448" y="16619"/>
                    </a:cubicBezTo>
                    <a:cubicBezTo>
                      <a:pt x="1863089" y="27260"/>
                      <a:pt x="1869067" y="41692"/>
                      <a:pt x="1869067" y="56741"/>
                    </a:cubicBezTo>
                    <a:lnTo>
                      <a:pt x="1869067" y="683682"/>
                    </a:lnTo>
                    <a:cubicBezTo>
                      <a:pt x="1869067" y="698731"/>
                      <a:pt x="1863089" y="713163"/>
                      <a:pt x="1852448" y="723804"/>
                    </a:cubicBezTo>
                    <a:cubicBezTo>
                      <a:pt x="1841807" y="734445"/>
                      <a:pt x="1827375" y="740423"/>
                      <a:pt x="1812327" y="740423"/>
                    </a:cubicBezTo>
                    <a:lnTo>
                      <a:pt x="56741" y="740423"/>
                    </a:lnTo>
                    <a:cubicBezTo>
                      <a:pt x="41692" y="740423"/>
                      <a:pt x="27260" y="734445"/>
                      <a:pt x="16619" y="723804"/>
                    </a:cubicBezTo>
                    <a:cubicBezTo>
                      <a:pt x="5978" y="713163"/>
                      <a:pt x="0" y="698731"/>
                      <a:pt x="0" y="683682"/>
                    </a:cubicBezTo>
                    <a:lnTo>
                      <a:pt x="0" y="56741"/>
                    </a:lnTo>
                    <a:cubicBezTo>
                      <a:pt x="0" y="41692"/>
                      <a:pt x="5978" y="27260"/>
                      <a:pt x="16619" y="16619"/>
                    </a:cubicBezTo>
                    <a:cubicBezTo>
                      <a:pt x="27260" y="5978"/>
                      <a:pt x="41692" y="0"/>
                      <a:pt x="56741" y="0"/>
                    </a:cubicBezTo>
                    <a:close/>
                  </a:path>
                </a:pathLst>
              </a:custGeom>
              <a:solidFill>
                <a:srgbClr val="000000">
                  <a:alpha val="0"/>
                </a:srgbClr>
              </a:solidFill>
              <a:ln w="66675" cap="rnd">
                <a:solidFill>
                  <a:srgbClr val="FFFFFF"/>
                </a:solidFill>
                <a:prstDash val="solid"/>
                <a:round/>
              </a:ln>
            </p:spPr>
          </p:sp>
          <p:sp>
            <p:nvSpPr>
              <p:cNvPr id="12" name="TextBox 12"/>
              <p:cNvSpPr txBox="1"/>
              <p:nvPr/>
            </p:nvSpPr>
            <p:spPr>
              <a:xfrm>
                <a:off x="0" y="-47625"/>
                <a:ext cx="1869067" cy="788048"/>
              </a:xfrm>
              <a:prstGeom prst="rect">
                <a:avLst/>
              </a:prstGeom>
            </p:spPr>
            <p:txBody>
              <a:bodyPr lIns="50800" tIns="50800" rIns="50800" bIns="50800" rtlCol="0" anchor="ctr"/>
              <a:lstStyle/>
              <a:p>
                <a:pPr algn="ctr">
                  <a:lnSpc>
                    <a:spcPts val="3359"/>
                  </a:lnSpc>
                </a:pPr>
                <a:endParaRPr/>
              </a:p>
            </p:txBody>
          </p:sp>
        </p:grpSp>
        <p:sp>
          <p:nvSpPr>
            <p:cNvPr id="13" name="TextBox 13"/>
            <p:cNvSpPr txBox="1"/>
            <p:nvPr/>
          </p:nvSpPr>
          <p:spPr>
            <a:xfrm>
              <a:off x="11292405" y="2773807"/>
              <a:ext cx="5065006" cy="333425"/>
            </a:xfrm>
            <a:prstGeom prst="rect">
              <a:avLst/>
            </a:prstGeom>
          </p:spPr>
          <p:txBody>
            <a:bodyPr wrap="square" lIns="0" tIns="0" rIns="0" bIns="0" rtlCol="0" anchor="t">
              <a:spAutoFit/>
            </a:bodyPr>
            <a:lstStyle/>
            <a:p>
              <a:pPr algn="ctr">
                <a:lnSpc>
                  <a:spcPts val="2639"/>
                </a:lnSpc>
              </a:pPr>
              <a:r>
                <a:rPr lang="en-US" sz="2199">
                  <a:solidFill>
                    <a:srgbClr val="FFFFFF"/>
                  </a:solidFill>
                  <a:latin typeface="Inter"/>
                  <a:ea typeface="Inter"/>
                  <a:cs typeface="Inter"/>
                  <a:sym typeface="Inter"/>
                </a:rPr>
                <a:t>Elaborate on the featured statistic.</a:t>
              </a:r>
            </a:p>
          </p:txBody>
        </p:sp>
        <p:sp>
          <p:nvSpPr>
            <p:cNvPr id="14" name="TextBox 14"/>
            <p:cNvSpPr txBox="1"/>
            <p:nvPr/>
          </p:nvSpPr>
          <p:spPr>
            <a:xfrm>
              <a:off x="11292405" y="5377438"/>
              <a:ext cx="5065006" cy="333425"/>
            </a:xfrm>
            <a:prstGeom prst="rect">
              <a:avLst/>
            </a:prstGeom>
          </p:spPr>
          <p:txBody>
            <a:bodyPr wrap="square" lIns="0" tIns="0" rIns="0" bIns="0" rtlCol="0" anchor="t">
              <a:spAutoFit/>
            </a:bodyPr>
            <a:lstStyle/>
            <a:p>
              <a:pPr algn="ctr">
                <a:lnSpc>
                  <a:spcPts val="2639"/>
                </a:lnSpc>
              </a:pPr>
              <a:r>
                <a:rPr lang="en-US" sz="2199">
                  <a:solidFill>
                    <a:srgbClr val="FFFFFF"/>
                  </a:solidFill>
                  <a:latin typeface="Inter"/>
                  <a:ea typeface="Inter"/>
                  <a:cs typeface="Inter"/>
                  <a:sym typeface="Inter"/>
                </a:rPr>
                <a:t>Elaborate on the featured statistic.</a:t>
              </a:r>
            </a:p>
          </p:txBody>
        </p:sp>
        <p:sp>
          <p:nvSpPr>
            <p:cNvPr id="15" name="TextBox 15"/>
            <p:cNvSpPr txBox="1"/>
            <p:nvPr/>
          </p:nvSpPr>
          <p:spPr>
            <a:xfrm>
              <a:off x="11292405" y="7954755"/>
              <a:ext cx="5065006" cy="333425"/>
            </a:xfrm>
            <a:prstGeom prst="rect">
              <a:avLst/>
            </a:prstGeom>
          </p:spPr>
          <p:txBody>
            <a:bodyPr wrap="square" lIns="0" tIns="0" rIns="0" bIns="0" rtlCol="0" anchor="t">
              <a:spAutoFit/>
            </a:bodyPr>
            <a:lstStyle/>
            <a:p>
              <a:pPr algn="ctr">
                <a:lnSpc>
                  <a:spcPts val="2639"/>
                </a:lnSpc>
              </a:pPr>
              <a:r>
                <a:rPr lang="en-US" sz="2199">
                  <a:solidFill>
                    <a:srgbClr val="FFFFFF"/>
                  </a:solidFill>
                  <a:latin typeface="Inter"/>
                  <a:ea typeface="Inter"/>
                  <a:cs typeface="Inter"/>
                  <a:sym typeface="Inter"/>
                </a:rPr>
                <a:t>Elaborate on the featured statistic.</a:t>
              </a:r>
            </a:p>
          </p:txBody>
        </p:sp>
        <p:sp>
          <p:nvSpPr>
            <p:cNvPr id="16" name="TextBox 16"/>
            <p:cNvSpPr txBox="1"/>
            <p:nvPr/>
          </p:nvSpPr>
          <p:spPr>
            <a:xfrm>
              <a:off x="11292404" y="1846779"/>
              <a:ext cx="5065001" cy="897682"/>
            </a:xfrm>
            <a:prstGeom prst="rect">
              <a:avLst/>
            </a:prstGeom>
          </p:spPr>
          <p:txBody>
            <a:bodyPr wrap="square" lIns="0" tIns="0" rIns="0" bIns="0" rtlCol="0" anchor="t">
              <a:spAutoFit/>
            </a:bodyPr>
            <a:lstStyle/>
            <a:p>
              <a:pPr marL="0" lvl="0" indent="0" algn="ctr">
                <a:lnSpc>
                  <a:spcPts val="6999"/>
                </a:lnSpc>
              </a:pPr>
              <a:r>
                <a:rPr lang="en-US" sz="6999" b="1">
                  <a:solidFill>
                    <a:srgbClr val="FFFFFF"/>
                  </a:solidFill>
                  <a:latin typeface="Inter Bold"/>
                  <a:ea typeface="Inter Bold"/>
                  <a:cs typeface="Inter Bold"/>
                  <a:sym typeface="Inter Bold"/>
                </a:rPr>
                <a:t>3 out of 5</a:t>
              </a:r>
            </a:p>
          </p:txBody>
        </p:sp>
        <p:sp>
          <p:nvSpPr>
            <p:cNvPr id="17" name="TextBox 17"/>
            <p:cNvSpPr txBox="1"/>
            <p:nvPr/>
          </p:nvSpPr>
          <p:spPr>
            <a:xfrm>
              <a:off x="11292404" y="4450410"/>
              <a:ext cx="5065001" cy="897682"/>
            </a:xfrm>
            <a:prstGeom prst="rect">
              <a:avLst/>
            </a:prstGeom>
          </p:spPr>
          <p:txBody>
            <a:bodyPr wrap="square" lIns="0" tIns="0" rIns="0" bIns="0" rtlCol="0" anchor="t">
              <a:spAutoFit/>
            </a:bodyPr>
            <a:lstStyle/>
            <a:p>
              <a:pPr marL="0" lvl="0" indent="0" algn="ctr">
                <a:lnSpc>
                  <a:spcPts val="6999"/>
                </a:lnSpc>
              </a:pPr>
              <a:r>
                <a:rPr lang="en-US" sz="6999" b="1" dirty="0">
                  <a:solidFill>
                    <a:srgbClr val="FFFFFF"/>
                  </a:solidFill>
                  <a:latin typeface="Inter Bold"/>
                  <a:ea typeface="Inter Bold"/>
                  <a:cs typeface="Inter Bold"/>
                  <a:sym typeface="Inter Bold"/>
                </a:rPr>
                <a:t>80%</a:t>
              </a:r>
            </a:p>
          </p:txBody>
        </p:sp>
        <p:sp>
          <p:nvSpPr>
            <p:cNvPr id="18" name="TextBox 18"/>
            <p:cNvSpPr txBox="1"/>
            <p:nvPr/>
          </p:nvSpPr>
          <p:spPr>
            <a:xfrm>
              <a:off x="11292404" y="7027727"/>
              <a:ext cx="5065001" cy="897682"/>
            </a:xfrm>
            <a:prstGeom prst="rect">
              <a:avLst/>
            </a:prstGeom>
          </p:spPr>
          <p:txBody>
            <a:bodyPr wrap="square" lIns="0" tIns="0" rIns="0" bIns="0" rtlCol="0" anchor="t">
              <a:spAutoFit/>
            </a:bodyPr>
            <a:lstStyle/>
            <a:p>
              <a:pPr marL="0" lvl="0" indent="0" algn="ctr">
                <a:lnSpc>
                  <a:spcPts val="6999"/>
                </a:lnSpc>
              </a:pPr>
              <a:r>
                <a:rPr lang="en-US" sz="6999" b="1" dirty="0">
                  <a:solidFill>
                    <a:srgbClr val="FFFFFF"/>
                  </a:solidFill>
                  <a:latin typeface="Inter Bold"/>
                  <a:ea typeface="Inter Bold"/>
                  <a:cs typeface="Inter Bold"/>
                  <a:sym typeface="Inter Bold"/>
                </a:rPr>
                <a:t>789,000</a:t>
              </a:r>
            </a:p>
          </p:txBody>
        </p:sp>
      </p:grpSp>
      <p:sp>
        <p:nvSpPr>
          <p:cNvPr id="22" name="Freeform 15">
            <a:extLst>
              <a:ext uri="{FF2B5EF4-FFF2-40B4-BE49-F238E27FC236}">
                <a16:creationId xmlns:a16="http://schemas.microsoft.com/office/drawing/2014/main" id="{ECD3EFD1-BC49-0820-F04F-AF0F11CFB654}"/>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25" name="Picture 24">
            <a:extLst>
              <a:ext uri="{FF2B5EF4-FFF2-40B4-BE49-F238E27FC236}">
                <a16:creationId xmlns:a16="http://schemas.microsoft.com/office/drawing/2014/main" id="{08BB302D-AFCF-A798-7DEF-8ABE25B1E42F}"/>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27" name="TextBox 26">
            <a:extLst>
              <a:ext uri="{FF2B5EF4-FFF2-40B4-BE49-F238E27FC236}">
                <a16:creationId xmlns:a16="http://schemas.microsoft.com/office/drawing/2014/main" id="{ABE5654C-2080-A28E-DA44-A10AF6A11719}"/>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8</a:t>
            </a:fld>
            <a:endParaRPr lang="en-US" b="1" dirty="0">
              <a:latin typeface="Inter" panose="02000503000000020004" pitchFamily="2" charset="0"/>
              <a:ea typeface="Inter" panose="02000503000000020004" pitchFamily="2" charset="0"/>
            </a:endParaRPr>
          </a:p>
        </p:txBody>
      </p:sp>
      <p:pic>
        <p:nvPicPr>
          <p:cNvPr id="26" name="Picture 25">
            <a:extLst>
              <a:ext uri="{FF2B5EF4-FFF2-40B4-BE49-F238E27FC236}">
                <a16:creationId xmlns:a16="http://schemas.microsoft.com/office/drawing/2014/main" id="{C0C587E9-AE27-3014-04B7-42100CB89014}"/>
              </a:ext>
            </a:extLst>
          </p:cNvPr>
          <p:cNvPicPr>
            <a:picLocks noChangeAspect="1"/>
          </p:cNvPicPr>
          <p:nvPr/>
        </p:nvPicPr>
        <p:blipFill>
          <a:blip r:embed="rId4">
            <a:extLst>
              <a:ext uri="{28A0092B-C50C-407E-A947-70E740481C1C}">
                <a14:useLocalDpi xmlns:a14="http://schemas.microsoft.com/office/drawing/2010/main" val="0"/>
              </a:ext>
            </a:extLst>
          </a:blip>
          <a:srcRect l="3246" t="152" r="2617" b="5711"/>
          <a:stretch>
            <a:fillRect/>
          </a:stretch>
        </p:blipFill>
        <p:spPr>
          <a:xfrm>
            <a:off x="612109" y="1334152"/>
            <a:ext cx="8912891" cy="8372716"/>
          </a:xfrm>
          <a:prstGeom prst="roundRect">
            <a:avLst>
              <a:gd name="adj" fmla="val 6573"/>
            </a:avLst>
          </a:prstGeom>
        </p:spPr>
      </p:pic>
      <p:grpSp>
        <p:nvGrpSpPr>
          <p:cNvPr id="19" name="Group 19"/>
          <p:cNvGrpSpPr/>
          <p:nvPr/>
        </p:nvGrpSpPr>
        <p:grpSpPr>
          <a:xfrm>
            <a:off x="3886200" y="1485900"/>
            <a:ext cx="3988085" cy="4123523"/>
            <a:chOff x="0" y="0"/>
            <a:chExt cx="1226124" cy="1267765"/>
          </a:xfrm>
        </p:grpSpPr>
        <p:sp>
          <p:nvSpPr>
            <p:cNvPr id="20" name="Freeform 20"/>
            <p:cNvSpPr/>
            <p:nvPr/>
          </p:nvSpPr>
          <p:spPr>
            <a:xfrm>
              <a:off x="0" y="0"/>
              <a:ext cx="1226124" cy="1267765"/>
            </a:xfrm>
            <a:custGeom>
              <a:avLst/>
              <a:gdLst/>
              <a:ahLst/>
              <a:cxnLst/>
              <a:rect l="l" t="t" r="r" b="b"/>
              <a:pathLst>
                <a:path w="1226124" h="1267765">
                  <a:moveTo>
                    <a:pt x="99779" y="0"/>
                  </a:moveTo>
                  <a:lnTo>
                    <a:pt x="1126345" y="0"/>
                  </a:lnTo>
                  <a:cubicBezTo>
                    <a:pt x="1152808" y="0"/>
                    <a:pt x="1178188" y="10512"/>
                    <a:pt x="1196900" y="29225"/>
                  </a:cubicBezTo>
                  <a:cubicBezTo>
                    <a:pt x="1215612" y="47937"/>
                    <a:pt x="1226124" y="73316"/>
                    <a:pt x="1226124" y="99779"/>
                  </a:cubicBezTo>
                  <a:lnTo>
                    <a:pt x="1226124" y="1167986"/>
                  </a:lnTo>
                  <a:cubicBezTo>
                    <a:pt x="1226124" y="1194449"/>
                    <a:pt x="1215612" y="1219828"/>
                    <a:pt x="1196900" y="1238540"/>
                  </a:cubicBezTo>
                  <a:cubicBezTo>
                    <a:pt x="1178188" y="1257252"/>
                    <a:pt x="1152808" y="1267765"/>
                    <a:pt x="1126345" y="1267765"/>
                  </a:cubicBezTo>
                  <a:lnTo>
                    <a:pt x="99779" y="1267765"/>
                  </a:lnTo>
                  <a:cubicBezTo>
                    <a:pt x="73316" y="1267765"/>
                    <a:pt x="47937" y="1257252"/>
                    <a:pt x="29225" y="1238540"/>
                  </a:cubicBezTo>
                  <a:cubicBezTo>
                    <a:pt x="10512" y="1219828"/>
                    <a:pt x="0" y="1194449"/>
                    <a:pt x="0" y="1167986"/>
                  </a:cubicBezTo>
                  <a:lnTo>
                    <a:pt x="0" y="99779"/>
                  </a:lnTo>
                  <a:cubicBezTo>
                    <a:pt x="0" y="73316"/>
                    <a:pt x="10512" y="47937"/>
                    <a:pt x="29225" y="29225"/>
                  </a:cubicBezTo>
                  <a:cubicBezTo>
                    <a:pt x="47937" y="10512"/>
                    <a:pt x="73316" y="0"/>
                    <a:pt x="99779" y="0"/>
                  </a:cubicBezTo>
                  <a:close/>
                </a:path>
              </a:pathLst>
            </a:custGeom>
            <a:solidFill>
              <a:srgbClr val="000000">
                <a:alpha val="0"/>
              </a:srgbClr>
            </a:solidFill>
            <a:ln w="142875" cap="rnd">
              <a:solidFill>
                <a:srgbClr val="0857C3"/>
              </a:solidFill>
              <a:prstDash val="solid"/>
              <a:round/>
            </a:ln>
          </p:spPr>
        </p:sp>
        <p:sp>
          <p:nvSpPr>
            <p:cNvPr id="21" name="TextBox 21"/>
            <p:cNvSpPr txBox="1"/>
            <p:nvPr/>
          </p:nvSpPr>
          <p:spPr>
            <a:xfrm>
              <a:off x="0" y="-47625"/>
              <a:ext cx="1226124" cy="1315390"/>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33418" y="1333500"/>
            <a:ext cx="10325882" cy="2718352"/>
            <a:chOff x="0" y="0"/>
            <a:chExt cx="2719574" cy="715945"/>
          </a:xfrm>
        </p:grpSpPr>
        <p:sp>
          <p:nvSpPr>
            <p:cNvPr id="3" name="Freeform 3"/>
            <p:cNvSpPr/>
            <p:nvPr/>
          </p:nvSpPr>
          <p:spPr>
            <a:xfrm>
              <a:off x="0" y="0"/>
              <a:ext cx="2719574" cy="715945"/>
            </a:xfrm>
            <a:custGeom>
              <a:avLst/>
              <a:gdLst/>
              <a:ahLst/>
              <a:cxnLst/>
              <a:rect l="l" t="t" r="r" b="b"/>
              <a:pathLst>
                <a:path w="2719574" h="715945">
                  <a:moveTo>
                    <a:pt x="37488" y="0"/>
                  </a:moveTo>
                  <a:lnTo>
                    <a:pt x="2682086" y="0"/>
                  </a:lnTo>
                  <a:cubicBezTo>
                    <a:pt x="2692028" y="0"/>
                    <a:pt x="2701564" y="3950"/>
                    <a:pt x="2708594" y="10980"/>
                  </a:cubicBezTo>
                  <a:cubicBezTo>
                    <a:pt x="2715624" y="18010"/>
                    <a:pt x="2719574" y="27546"/>
                    <a:pt x="2719574" y="37488"/>
                  </a:cubicBezTo>
                  <a:lnTo>
                    <a:pt x="2719574" y="678457"/>
                  </a:lnTo>
                  <a:cubicBezTo>
                    <a:pt x="2719574" y="699161"/>
                    <a:pt x="2702790" y="715945"/>
                    <a:pt x="2682086" y="715945"/>
                  </a:cubicBezTo>
                  <a:lnTo>
                    <a:pt x="37488" y="715945"/>
                  </a:lnTo>
                  <a:cubicBezTo>
                    <a:pt x="16784" y="715945"/>
                    <a:pt x="0" y="699161"/>
                    <a:pt x="0" y="678457"/>
                  </a:cubicBezTo>
                  <a:lnTo>
                    <a:pt x="0" y="37488"/>
                  </a:lnTo>
                  <a:cubicBezTo>
                    <a:pt x="0" y="16784"/>
                    <a:pt x="16784" y="0"/>
                    <a:pt x="37488" y="0"/>
                  </a:cubicBezTo>
                  <a:close/>
                </a:path>
              </a:pathLst>
            </a:custGeom>
            <a:solidFill>
              <a:srgbClr val="307FE2"/>
            </a:solidFill>
          </p:spPr>
        </p:sp>
        <p:sp>
          <p:nvSpPr>
            <p:cNvPr id="4" name="TextBox 4"/>
            <p:cNvSpPr txBox="1"/>
            <p:nvPr/>
          </p:nvSpPr>
          <p:spPr>
            <a:xfrm>
              <a:off x="0" y="-47625"/>
              <a:ext cx="2719574" cy="76357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6933418" y="2425148"/>
            <a:ext cx="10325882" cy="7058757"/>
            <a:chOff x="0" y="0"/>
            <a:chExt cx="2719574" cy="1859096"/>
          </a:xfrm>
        </p:grpSpPr>
        <p:sp>
          <p:nvSpPr>
            <p:cNvPr id="6" name="Freeform 6"/>
            <p:cNvSpPr/>
            <p:nvPr/>
          </p:nvSpPr>
          <p:spPr>
            <a:xfrm>
              <a:off x="0" y="0"/>
              <a:ext cx="2719574" cy="1859096"/>
            </a:xfrm>
            <a:custGeom>
              <a:avLst/>
              <a:gdLst/>
              <a:ahLst/>
              <a:cxnLst/>
              <a:rect l="l" t="t" r="r" b="b"/>
              <a:pathLst>
                <a:path w="2719574" h="1859096">
                  <a:moveTo>
                    <a:pt x="37488" y="0"/>
                  </a:moveTo>
                  <a:lnTo>
                    <a:pt x="2682086" y="0"/>
                  </a:lnTo>
                  <a:cubicBezTo>
                    <a:pt x="2692028" y="0"/>
                    <a:pt x="2701564" y="3950"/>
                    <a:pt x="2708594" y="10980"/>
                  </a:cubicBezTo>
                  <a:cubicBezTo>
                    <a:pt x="2715624" y="18010"/>
                    <a:pt x="2719574" y="27546"/>
                    <a:pt x="2719574" y="37488"/>
                  </a:cubicBezTo>
                  <a:lnTo>
                    <a:pt x="2719574" y="1821608"/>
                  </a:lnTo>
                  <a:cubicBezTo>
                    <a:pt x="2719574" y="1842313"/>
                    <a:pt x="2702790" y="1859096"/>
                    <a:pt x="2682086" y="1859096"/>
                  </a:cubicBezTo>
                  <a:lnTo>
                    <a:pt x="37488" y="1859096"/>
                  </a:lnTo>
                  <a:cubicBezTo>
                    <a:pt x="16784" y="1859096"/>
                    <a:pt x="0" y="1842313"/>
                    <a:pt x="0" y="1821608"/>
                  </a:cubicBezTo>
                  <a:lnTo>
                    <a:pt x="0" y="37488"/>
                  </a:lnTo>
                  <a:cubicBezTo>
                    <a:pt x="0" y="16784"/>
                    <a:pt x="16784" y="0"/>
                    <a:pt x="37488" y="0"/>
                  </a:cubicBezTo>
                  <a:close/>
                </a:path>
              </a:pathLst>
            </a:custGeom>
            <a:solidFill>
              <a:srgbClr val="EDECED"/>
            </a:solidFill>
          </p:spPr>
        </p:sp>
        <p:sp>
          <p:nvSpPr>
            <p:cNvPr id="7" name="TextBox 7"/>
            <p:cNvSpPr txBox="1"/>
            <p:nvPr/>
          </p:nvSpPr>
          <p:spPr>
            <a:xfrm>
              <a:off x="0" y="-47625"/>
              <a:ext cx="2719574" cy="1906721"/>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946442" y="6127974"/>
            <a:ext cx="5036575" cy="2021112"/>
          </a:xfrm>
          <a:prstGeom prst="rect">
            <a:avLst/>
          </a:prstGeom>
        </p:spPr>
        <p:txBody>
          <a:bodyPr lIns="0" tIns="0" rIns="0" bIns="0" rtlCol="0" anchor="t">
            <a:spAutoFit/>
          </a:bodyPr>
          <a:lstStyle/>
          <a:p>
            <a:pPr marL="0" lvl="0" indent="0" algn="l">
              <a:lnSpc>
                <a:spcPts val="3299"/>
              </a:lnSpc>
              <a:spcBef>
                <a:spcPct val="0"/>
              </a:spcBef>
            </a:pPr>
            <a:r>
              <a:rPr lang="en-US" sz="2199" u="none" strike="noStrike">
                <a:solidFill>
                  <a:srgbClr val="0857C3"/>
                </a:solidFill>
                <a:latin typeface="Inter"/>
                <a:ea typeface="Inter"/>
                <a:cs typeface="Inter"/>
                <a:sym typeface="Inter"/>
              </a:rPr>
              <a:t>Add context to the multi-line chart. How has the data changed over time? What may have contributed to the trends and/or deviations? What other observations are worth highlighting? </a:t>
            </a:r>
          </a:p>
        </p:txBody>
      </p:sp>
      <p:pic>
        <p:nvPicPr>
          <p:cNvPr id="9" name="Picture 9"/>
          <p:cNvPicPr>
            <a:picLocks noChangeAspect="1"/>
          </p:cNvPicPr>
          <p:nvPr/>
        </p:nvPicPr>
        <p:blipFill>
          <a:blip r:embed="rId2"/>
          <a:stretch>
            <a:fillRect/>
          </a:stretch>
        </p:blipFill>
        <p:spPr>
          <a:xfrm>
            <a:off x="6999773" y="2400300"/>
            <a:ext cx="10324829" cy="7155986"/>
          </a:xfrm>
          <a:prstGeom prst="rect">
            <a:avLst/>
          </a:prstGeom>
        </p:spPr>
      </p:pic>
      <p:sp>
        <p:nvSpPr>
          <p:cNvPr id="10" name="TextBox 10"/>
          <p:cNvSpPr txBox="1"/>
          <p:nvPr/>
        </p:nvSpPr>
        <p:spPr>
          <a:xfrm>
            <a:off x="7315200" y="1700734"/>
            <a:ext cx="9773220" cy="382886"/>
          </a:xfrm>
          <a:prstGeom prst="rect">
            <a:avLst/>
          </a:prstGeom>
        </p:spPr>
        <p:txBody>
          <a:bodyPr wrap="square" lIns="0" tIns="0" rIns="0" bIns="0" rtlCol="0" anchor="t">
            <a:spAutoFit/>
          </a:bodyPr>
          <a:lstStyle/>
          <a:p>
            <a:pPr marL="0" lvl="0" indent="0" algn="ctr">
              <a:lnSpc>
                <a:spcPts val="3299"/>
              </a:lnSpc>
            </a:pPr>
            <a:r>
              <a:rPr lang="en-US" sz="2199" b="1" dirty="0">
                <a:solidFill>
                  <a:srgbClr val="FFFFFF"/>
                </a:solidFill>
                <a:latin typeface="Inter Bold"/>
                <a:ea typeface="Inter Bold"/>
                <a:cs typeface="Inter Bold"/>
                <a:sym typeface="Inter Bold"/>
              </a:rPr>
              <a:t>Quarterly  numbers from previous year vs current year</a:t>
            </a:r>
          </a:p>
        </p:txBody>
      </p:sp>
      <p:sp>
        <p:nvSpPr>
          <p:cNvPr id="11" name="TextBox 11"/>
          <p:cNvSpPr txBox="1"/>
          <p:nvPr/>
        </p:nvSpPr>
        <p:spPr>
          <a:xfrm>
            <a:off x="7475693" y="2624316"/>
            <a:ext cx="2807732" cy="382886"/>
          </a:xfrm>
          <a:prstGeom prst="rect">
            <a:avLst/>
          </a:prstGeom>
        </p:spPr>
        <p:txBody>
          <a:bodyPr wrap="square" lIns="0" tIns="0" rIns="0" bIns="0" rtlCol="0" anchor="t">
            <a:spAutoFit/>
          </a:bodyPr>
          <a:lstStyle/>
          <a:p>
            <a:pPr marL="0" lvl="0" indent="0" algn="l">
              <a:lnSpc>
                <a:spcPts val="3299"/>
              </a:lnSpc>
            </a:pPr>
            <a:r>
              <a:rPr lang="en-US" sz="2199" dirty="0">
                <a:solidFill>
                  <a:srgbClr val="0857C3"/>
                </a:solidFill>
                <a:latin typeface="Inter"/>
                <a:ea typeface="Inter"/>
                <a:cs typeface="Inter"/>
                <a:sym typeface="Inter"/>
              </a:rPr>
              <a:t>Charts Numbers</a:t>
            </a:r>
          </a:p>
        </p:txBody>
      </p:sp>
      <p:sp>
        <p:nvSpPr>
          <p:cNvPr id="12" name="TextBox 12"/>
          <p:cNvSpPr txBox="1"/>
          <p:nvPr/>
        </p:nvSpPr>
        <p:spPr>
          <a:xfrm>
            <a:off x="946442" y="1333500"/>
            <a:ext cx="5149884" cy="1952897"/>
          </a:xfrm>
          <a:prstGeom prst="rect">
            <a:avLst/>
          </a:prstGeom>
        </p:spPr>
        <p:txBody>
          <a:bodyPr lIns="0" tIns="0" rIns="0" bIns="0" rtlCol="0" anchor="t">
            <a:spAutoFit/>
          </a:bodyPr>
          <a:lstStyle/>
          <a:p>
            <a:pPr algn="l">
              <a:lnSpc>
                <a:spcPts val="7510"/>
              </a:lnSpc>
            </a:pPr>
            <a:r>
              <a:rPr lang="en-US" sz="7510" b="1" spc="-150" dirty="0">
                <a:solidFill>
                  <a:srgbClr val="0857C3"/>
                </a:solidFill>
                <a:latin typeface="Inter Semi-Bold"/>
                <a:ea typeface="Inter Semi-Bold"/>
                <a:cs typeface="Inter Semi-Bold"/>
                <a:sym typeface="Inter Semi-Bold"/>
              </a:rPr>
              <a:t>Growth</a:t>
            </a:r>
          </a:p>
          <a:p>
            <a:pPr marL="0" lvl="0" indent="0" algn="l">
              <a:lnSpc>
                <a:spcPts val="7510"/>
              </a:lnSpc>
            </a:pPr>
            <a:r>
              <a:rPr lang="en-US" sz="7510" b="1" spc="-150" dirty="0">
                <a:solidFill>
                  <a:srgbClr val="0857C3"/>
                </a:solidFill>
                <a:latin typeface="Inter Semi-Bold"/>
                <a:ea typeface="Inter Semi-Bold"/>
                <a:cs typeface="Inter Semi-Bold"/>
                <a:sym typeface="Inter Semi-Bold"/>
              </a:rPr>
              <a:t>Data</a:t>
            </a:r>
          </a:p>
        </p:txBody>
      </p:sp>
      <p:grpSp>
        <p:nvGrpSpPr>
          <p:cNvPr id="13" name="Group 13"/>
          <p:cNvGrpSpPr/>
          <p:nvPr/>
        </p:nvGrpSpPr>
        <p:grpSpPr>
          <a:xfrm>
            <a:off x="946442" y="8696413"/>
            <a:ext cx="2709090" cy="561887"/>
            <a:chOff x="0" y="0"/>
            <a:chExt cx="713505" cy="147987"/>
          </a:xfrm>
        </p:grpSpPr>
        <p:sp>
          <p:nvSpPr>
            <p:cNvPr id="14" name="Freeform 14"/>
            <p:cNvSpPr/>
            <p:nvPr/>
          </p:nvSpPr>
          <p:spPr>
            <a:xfrm>
              <a:off x="0" y="0"/>
              <a:ext cx="713505" cy="147987"/>
            </a:xfrm>
            <a:custGeom>
              <a:avLst/>
              <a:gdLst/>
              <a:ahLst/>
              <a:cxnLst/>
              <a:rect l="l" t="t" r="r" b="b"/>
              <a:pathLst>
                <a:path w="713505" h="147987">
                  <a:moveTo>
                    <a:pt x="73993" y="0"/>
                  </a:moveTo>
                  <a:lnTo>
                    <a:pt x="639512" y="0"/>
                  </a:lnTo>
                  <a:cubicBezTo>
                    <a:pt x="680377" y="0"/>
                    <a:pt x="713505" y="33128"/>
                    <a:pt x="713505" y="73993"/>
                  </a:cubicBezTo>
                  <a:lnTo>
                    <a:pt x="713505" y="73993"/>
                  </a:lnTo>
                  <a:cubicBezTo>
                    <a:pt x="713505" y="93618"/>
                    <a:pt x="705709" y="112438"/>
                    <a:pt x="691833" y="126315"/>
                  </a:cubicBezTo>
                  <a:cubicBezTo>
                    <a:pt x="677956" y="140191"/>
                    <a:pt x="659136" y="147987"/>
                    <a:pt x="639512" y="147987"/>
                  </a:cubicBezTo>
                  <a:lnTo>
                    <a:pt x="73993" y="147987"/>
                  </a:lnTo>
                  <a:cubicBezTo>
                    <a:pt x="33128" y="147987"/>
                    <a:pt x="0" y="114859"/>
                    <a:pt x="0" y="73993"/>
                  </a:cubicBezTo>
                  <a:lnTo>
                    <a:pt x="0" y="73993"/>
                  </a:lnTo>
                  <a:cubicBezTo>
                    <a:pt x="0" y="33128"/>
                    <a:pt x="33128" y="0"/>
                    <a:pt x="73993" y="0"/>
                  </a:cubicBezTo>
                  <a:close/>
                </a:path>
              </a:pathLst>
            </a:custGeom>
            <a:solidFill>
              <a:srgbClr val="000000">
                <a:alpha val="0"/>
              </a:srgbClr>
            </a:solidFill>
            <a:ln w="19050" cap="rnd">
              <a:solidFill>
                <a:srgbClr val="0857C3"/>
              </a:solidFill>
              <a:prstDash val="solid"/>
              <a:round/>
            </a:ln>
          </p:spPr>
          <p:txBody>
            <a:bodyPr/>
            <a:lstStyle/>
            <a:p>
              <a:endParaRPr lang="en-US" dirty="0"/>
            </a:p>
          </p:txBody>
        </p:sp>
        <p:sp>
          <p:nvSpPr>
            <p:cNvPr id="15" name="TextBox 15"/>
            <p:cNvSpPr txBox="1"/>
            <p:nvPr/>
          </p:nvSpPr>
          <p:spPr>
            <a:xfrm>
              <a:off x="0" y="-38100"/>
              <a:ext cx="713505" cy="186087"/>
            </a:xfrm>
            <a:prstGeom prst="rect">
              <a:avLst/>
            </a:prstGeom>
          </p:spPr>
          <p:txBody>
            <a:bodyPr lIns="50800" tIns="50800" rIns="50800" bIns="50800" rtlCol="0" anchor="ctr"/>
            <a:lstStyle/>
            <a:p>
              <a:pPr algn="ctr">
                <a:lnSpc>
                  <a:spcPts val="2520"/>
                </a:lnSpc>
              </a:pPr>
              <a:r>
                <a:rPr lang="en-US" sz="1800" dirty="0">
                  <a:solidFill>
                    <a:srgbClr val="0857C3"/>
                  </a:solidFill>
                  <a:latin typeface="Inter"/>
                  <a:ea typeface="Inter"/>
                  <a:cs typeface="Inter"/>
                  <a:sym typeface="Inter"/>
                </a:rPr>
                <a:t>Back to agenda page</a:t>
              </a:r>
            </a:p>
          </p:txBody>
        </p:sp>
      </p:grpSp>
      <p:sp>
        <p:nvSpPr>
          <p:cNvPr id="16" name="Freeform 16">
            <a:extLst>
              <a:ext uri="{FF2B5EF4-FFF2-40B4-BE49-F238E27FC236}">
                <a16:creationId xmlns:a16="http://schemas.microsoft.com/office/drawing/2014/main" id="{00438366-4F25-2FF5-3CEC-AD07F151C219}"/>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3"/>
            <a:stretch>
              <a:fillRect l="-46231" t="-59150" r="-49783" b="-62530"/>
            </a:stretch>
          </a:blipFill>
        </p:spPr>
      </p:sp>
      <p:pic>
        <p:nvPicPr>
          <p:cNvPr id="17" name="Picture 16">
            <a:extLst>
              <a:ext uri="{FF2B5EF4-FFF2-40B4-BE49-F238E27FC236}">
                <a16:creationId xmlns:a16="http://schemas.microsoft.com/office/drawing/2014/main" id="{6BF42056-6418-8608-C3E8-9233E3B23D94}"/>
              </a:ext>
            </a:extLst>
          </p:cNvPr>
          <p:cNvPicPr>
            <a:picLocks noChangeAspect="1"/>
          </p:cNvPicPr>
          <p:nvPr/>
        </p:nvPicPr>
        <p:blipFill>
          <a:blip r:embed="rId4"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19" name="TextBox 18">
            <a:extLst>
              <a:ext uri="{FF2B5EF4-FFF2-40B4-BE49-F238E27FC236}">
                <a16:creationId xmlns:a16="http://schemas.microsoft.com/office/drawing/2014/main" id="{C834AF2A-E899-31B5-E59A-BEC6233A29FD}"/>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9</a:t>
            </a:fld>
            <a:endParaRPr lang="en-US" b="1" dirty="0">
              <a:latin typeface="Inter" panose="02000503000000020004" pitchFamily="2" charset="0"/>
              <a:ea typeface="Inter" panose="02000503000000020004"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57C3"/>
        </a:solidFill>
        <a:effectLst/>
      </p:bgPr>
    </p:bg>
    <p:spTree>
      <p:nvGrpSpPr>
        <p:cNvPr id="1" name=""/>
        <p:cNvGrpSpPr/>
        <p:nvPr/>
      </p:nvGrpSpPr>
      <p:grpSpPr>
        <a:xfrm>
          <a:off x="0" y="0"/>
          <a:ext cx="0" cy="0"/>
          <a:chOff x="0" y="0"/>
          <a:chExt cx="0" cy="0"/>
        </a:xfrm>
      </p:grpSpPr>
      <p:grpSp>
        <p:nvGrpSpPr>
          <p:cNvPr id="2" name="Group 2"/>
          <p:cNvGrpSpPr/>
          <p:nvPr/>
        </p:nvGrpSpPr>
        <p:grpSpPr>
          <a:xfrm>
            <a:off x="475931" y="475931"/>
            <a:ext cx="17336138" cy="9335138"/>
            <a:chOff x="0" y="0"/>
            <a:chExt cx="4565897" cy="2458637"/>
          </a:xfrm>
        </p:grpSpPr>
        <p:sp>
          <p:nvSpPr>
            <p:cNvPr id="3" name="Freeform 3"/>
            <p:cNvSpPr/>
            <p:nvPr/>
          </p:nvSpPr>
          <p:spPr>
            <a:xfrm>
              <a:off x="0" y="0"/>
              <a:ext cx="4565896" cy="2458637"/>
            </a:xfrm>
            <a:custGeom>
              <a:avLst/>
              <a:gdLst/>
              <a:ahLst/>
              <a:cxnLst/>
              <a:rect l="l" t="t" r="r" b="b"/>
              <a:pathLst>
                <a:path w="4565896" h="2458637">
                  <a:moveTo>
                    <a:pt x="32600" y="0"/>
                  </a:moveTo>
                  <a:lnTo>
                    <a:pt x="4533297" y="0"/>
                  </a:lnTo>
                  <a:cubicBezTo>
                    <a:pt x="4551301" y="0"/>
                    <a:pt x="4565896" y="14596"/>
                    <a:pt x="4565896" y="32600"/>
                  </a:cubicBezTo>
                  <a:lnTo>
                    <a:pt x="4565896" y="2426037"/>
                  </a:lnTo>
                  <a:cubicBezTo>
                    <a:pt x="4565896" y="2444042"/>
                    <a:pt x="4551301" y="2458637"/>
                    <a:pt x="4533297" y="2458637"/>
                  </a:cubicBezTo>
                  <a:lnTo>
                    <a:pt x="32600" y="2458637"/>
                  </a:lnTo>
                  <a:cubicBezTo>
                    <a:pt x="14596" y="2458637"/>
                    <a:pt x="0" y="2444042"/>
                    <a:pt x="0" y="2426037"/>
                  </a:cubicBezTo>
                  <a:lnTo>
                    <a:pt x="0" y="32600"/>
                  </a:lnTo>
                  <a:cubicBezTo>
                    <a:pt x="0" y="14596"/>
                    <a:pt x="14596" y="0"/>
                    <a:pt x="32600" y="0"/>
                  </a:cubicBezTo>
                  <a:close/>
                </a:path>
              </a:pathLst>
            </a:custGeom>
            <a:solidFill>
              <a:srgbClr val="FFFFFF"/>
            </a:solidFill>
            <a:ln w="171450" cap="rnd">
              <a:solidFill>
                <a:srgbClr val="71C4E7"/>
              </a:solidFill>
              <a:prstDash val="solid"/>
              <a:round/>
            </a:ln>
          </p:spPr>
        </p:sp>
        <p:sp>
          <p:nvSpPr>
            <p:cNvPr id="4" name="TextBox 4"/>
            <p:cNvSpPr txBox="1"/>
            <p:nvPr/>
          </p:nvSpPr>
          <p:spPr>
            <a:xfrm>
              <a:off x="0" y="-38100"/>
              <a:ext cx="4565897" cy="2496737"/>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spcBef>
                  <a:spcPct val="0"/>
                </a:spcBef>
              </a:pPr>
              <a:endParaRPr/>
            </a:p>
          </p:txBody>
        </p:sp>
      </p:grpSp>
      <p:sp>
        <p:nvSpPr>
          <p:cNvPr id="5" name="TextBox 5"/>
          <p:cNvSpPr txBox="1"/>
          <p:nvPr/>
        </p:nvSpPr>
        <p:spPr>
          <a:xfrm>
            <a:off x="1765049" y="2847456"/>
            <a:ext cx="8593677" cy="2541606"/>
          </a:xfrm>
          <a:prstGeom prst="rect">
            <a:avLst/>
          </a:prstGeom>
        </p:spPr>
        <p:txBody>
          <a:bodyPr lIns="0" tIns="0" rIns="0" bIns="0" rtlCol="0" anchor="t">
            <a:spAutoFit/>
          </a:bodyPr>
          <a:lstStyle/>
          <a:p>
            <a:pPr algn="l">
              <a:lnSpc>
                <a:spcPts val="10078"/>
              </a:lnSpc>
            </a:pPr>
            <a:r>
              <a:rPr lang="en-US" sz="8398" b="1">
                <a:solidFill>
                  <a:srgbClr val="0857C3"/>
                </a:solidFill>
                <a:latin typeface="Inter Bold"/>
                <a:ea typeface="Inter Bold"/>
                <a:cs typeface="Inter Bold"/>
                <a:sym typeface="Inter Bold"/>
              </a:rPr>
              <a:t>Got questions? </a:t>
            </a:r>
          </a:p>
          <a:p>
            <a:pPr algn="l">
              <a:lnSpc>
                <a:spcPts val="10078"/>
              </a:lnSpc>
            </a:pPr>
            <a:r>
              <a:rPr lang="en-US" sz="8398" b="1">
                <a:solidFill>
                  <a:srgbClr val="0857C3"/>
                </a:solidFill>
                <a:latin typeface="Inter Bold"/>
                <a:ea typeface="Inter Bold"/>
                <a:cs typeface="Inter Bold"/>
                <a:sym typeface="Inter Bold"/>
              </a:rPr>
              <a:t>Reach out.</a:t>
            </a:r>
          </a:p>
        </p:txBody>
      </p:sp>
      <p:sp>
        <p:nvSpPr>
          <p:cNvPr id="6" name="TextBox 6"/>
          <p:cNvSpPr txBox="1"/>
          <p:nvPr/>
        </p:nvSpPr>
        <p:spPr>
          <a:xfrm>
            <a:off x="1765049" y="6560637"/>
            <a:ext cx="6500388" cy="493395"/>
          </a:xfrm>
          <a:prstGeom prst="rect">
            <a:avLst/>
          </a:prstGeom>
        </p:spPr>
        <p:txBody>
          <a:bodyPr lIns="0" tIns="0" rIns="0" bIns="0" rtlCol="0" anchor="t">
            <a:spAutoFit/>
          </a:bodyPr>
          <a:lstStyle/>
          <a:p>
            <a:pPr algn="l">
              <a:lnSpc>
                <a:spcPts val="4199"/>
              </a:lnSpc>
            </a:pPr>
            <a:r>
              <a:rPr lang="en-US" sz="2799" b="1" spc="41">
                <a:solidFill>
                  <a:srgbClr val="0857C3"/>
                </a:solidFill>
                <a:latin typeface="Inter Bold"/>
                <a:ea typeface="Inter Bold"/>
                <a:cs typeface="Inter Bold"/>
                <a:sym typeface="Inter Bold"/>
              </a:rPr>
              <a:t>Email</a:t>
            </a:r>
          </a:p>
        </p:txBody>
      </p:sp>
      <p:sp>
        <p:nvSpPr>
          <p:cNvPr id="7" name="TextBox 7"/>
          <p:cNvSpPr txBox="1"/>
          <p:nvPr/>
        </p:nvSpPr>
        <p:spPr>
          <a:xfrm>
            <a:off x="1765049" y="7779508"/>
            <a:ext cx="6500388" cy="493395"/>
          </a:xfrm>
          <a:prstGeom prst="rect">
            <a:avLst/>
          </a:prstGeom>
        </p:spPr>
        <p:txBody>
          <a:bodyPr lIns="0" tIns="0" rIns="0" bIns="0" rtlCol="0" anchor="t">
            <a:spAutoFit/>
          </a:bodyPr>
          <a:lstStyle/>
          <a:p>
            <a:pPr algn="l">
              <a:lnSpc>
                <a:spcPts val="4199"/>
              </a:lnSpc>
            </a:pPr>
            <a:r>
              <a:rPr lang="en-US" sz="2799" b="1" spc="41">
                <a:solidFill>
                  <a:srgbClr val="0857C3"/>
                </a:solidFill>
                <a:latin typeface="Inter Bold"/>
                <a:ea typeface="Inter Bold"/>
                <a:cs typeface="Inter Bold"/>
                <a:sym typeface="Inter Bold"/>
              </a:rPr>
              <a:t>Contact BRI</a:t>
            </a:r>
          </a:p>
        </p:txBody>
      </p:sp>
      <p:sp>
        <p:nvSpPr>
          <p:cNvPr id="8" name="TextBox 8"/>
          <p:cNvSpPr txBox="1"/>
          <p:nvPr/>
        </p:nvSpPr>
        <p:spPr>
          <a:xfrm>
            <a:off x="1765049" y="7006407"/>
            <a:ext cx="6500388" cy="493395"/>
          </a:xfrm>
          <a:prstGeom prst="rect">
            <a:avLst/>
          </a:prstGeom>
        </p:spPr>
        <p:txBody>
          <a:bodyPr lIns="0" tIns="0" rIns="0" bIns="0" rtlCol="0" anchor="t">
            <a:spAutoFit/>
          </a:bodyPr>
          <a:lstStyle/>
          <a:p>
            <a:pPr algn="l">
              <a:lnSpc>
                <a:spcPts val="4199"/>
              </a:lnSpc>
            </a:pPr>
            <a:r>
              <a:rPr lang="en-US" sz="2799" spc="41">
                <a:solidFill>
                  <a:srgbClr val="0857C3"/>
                </a:solidFill>
                <a:latin typeface="Inter"/>
                <a:ea typeface="Inter"/>
                <a:cs typeface="Inter"/>
                <a:sym typeface="Inter"/>
              </a:rPr>
              <a:t>hello@bbri.id</a:t>
            </a:r>
          </a:p>
        </p:txBody>
      </p:sp>
      <p:sp>
        <p:nvSpPr>
          <p:cNvPr id="9" name="TextBox 9"/>
          <p:cNvSpPr txBox="1"/>
          <p:nvPr/>
        </p:nvSpPr>
        <p:spPr>
          <a:xfrm>
            <a:off x="1765049" y="8225278"/>
            <a:ext cx="6500388" cy="493395"/>
          </a:xfrm>
          <a:prstGeom prst="rect">
            <a:avLst/>
          </a:prstGeom>
        </p:spPr>
        <p:txBody>
          <a:bodyPr lIns="0" tIns="0" rIns="0" bIns="0" rtlCol="0" anchor="t">
            <a:spAutoFit/>
          </a:bodyPr>
          <a:lstStyle/>
          <a:p>
            <a:pPr algn="l">
              <a:lnSpc>
                <a:spcPts val="4199"/>
              </a:lnSpc>
            </a:pPr>
            <a:r>
              <a:rPr lang="en-US" sz="2799" spc="41">
                <a:solidFill>
                  <a:srgbClr val="0857C3"/>
                </a:solidFill>
                <a:latin typeface="Inter"/>
                <a:ea typeface="Inter"/>
                <a:cs typeface="Inter"/>
                <a:sym typeface="Inter"/>
              </a:rPr>
              <a:t>123-456-7890</a:t>
            </a:r>
          </a:p>
        </p:txBody>
      </p:sp>
      <p:sp>
        <p:nvSpPr>
          <p:cNvPr id="11" name="Freeform 11"/>
          <p:cNvSpPr/>
          <p:nvPr/>
        </p:nvSpPr>
        <p:spPr>
          <a:xfrm>
            <a:off x="9575319" y="549756"/>
            <a:ext cx="5098445" cy="9165744"/>
          </a:xfrm>
          <a:custGeom>
            <a:avLst/>
            <a:gdLst/>
            <a:ahLst/>
            <a:cxnLst/>
            <a:rect l="l" t="t" r="r" b="b"/>
            <a:pathLst>
              <a:path w="5098445" h="9165744">
                <a:moveTo>
                  <a:pt x="0" y="0"/>
                </a:moveTo>
                <a:lnTo>
                  <a:pt x="5098445" y="0"/>
                </a:lnTo>
                <a:lnTo>
                  <a:pt x="5098445" y="9165744"/>
                </a:lnTo>
                <a:lnTo>
                  <a:pt x="0" y="9165744"/>
                </a:lnTo>
                <a:lnTo>
                  <a:pt x="0" y="0"/>
                </a:lnTo>
                <a:close/>
              </a:path>
            </a:pathLst>
          </a:custGeom>
          <a:blipFill>
            <a:blip r:embed="rId2"/>
            <a:stretch>
              <a:fillRect/>
            </a:stretch>
          </a:blipFill>
        </p:spPr>
      </p:sp>
      <p:grpSp>
        <p:nvGrpSpPr>
          <p:cNvPr id="12" name="Group 11">
            <a:extLst>
              <a:ext uri="{FF2B5EF4-FFF2-40B4-BE49-F238E27FC236}">
                <a16:creationId xmlns:a16="http://schemas.microsoft.com/office/drawing/2014/main" id="{3EBC04EE-883B-3442-116B-CCA4AC33FF23}"/>
              </a:ext>
            </a:extLst>
          </p:cNvPr>
          <p:cNvGrpSpPr/>
          <p:nvPr/>
        </p:nvGrpSpPr>
        <p:grpSpPr>
          <a:xfrm>
            <a:off x="761998" y="374338"/>
            <a:ext cx="16764000" cy="1644962"/>
            <a:chOff x="762000" y="342900"/>
            <a:chExt cx="19887186" cy="1951425"/>
          </a:xfrm>
        </p:grpSpPr>
        <p:sp>
          <p:nvSpPr>
            <p:cNvPr id="13" name="Freeform 6">
              <a:extLst>
                <a:ext uri="{FF2B5EF4-FFF2-40B4-BE49-F238E27FC236}">
                  <a16:creationId xmlns:a16="http://schemas.microsoft.com/office/drawing/2014/main" id="{A101BEC0-D3CB-1AE6-2D57-3CFCF91087DF}"/>
                </a:ext>
              </a:extLst>
            </p:cNvPr>
            <p:cNvSpPr/>
            <p:nvPr/>
          </p:nvSpPr>
          <p:spPr>
            <a:xfrm>
              <a:off x="18356054" y="876300"/>
              <a:ext cx="2293132" cy="1105476"/>
            </a:xfrm>
            <a:custGeom>
              <a:avLst/>
              <a:gdLst/>
              <a:ahLst/>
              <a:cxnLst/>
              <a:rect l="l" t="t" r="r" b="b"/>
              <a:pathLst>
                <a:path w="2293134" h="1105476">
                  <a:moveTo>
                    <a:pt x="0" y="0"/>
                  </a:moveTo>
                  <a:lnTo>
                    <a:pt x="2293134" y="0"/>
                  </a:lnTo>
                  <a:lnTo>
                    <a:pt x="2293134" y="1105476"/>
                  </a:lnTo>
                  <a:lnTo>
                    <a:pt x="0" y="1105476"/>
                  </a:lnTo>
                  <a:lnTo>
                    <a:pt x="0" y="0"/>
                  </a:lnTo>
                  <a:close/>
                </a:path>
              </a:pathLst>
            </a:custGeom>
            <a:blipFill>
              <a:blip r:embed="rId3"/>
              <a:stretch>
                <a:fillRect l="-45171" t="-61047" r="-45171" b="-61047"/>
              </a:stretch>
            </a:blipFill>
          </p:spPr>
          <p:txBody>
            <a:bodyPr/>
            <a:lstStyle/>
            <a:p>
              <a:endParaRPr lang="en-US" dirty="0"/>
            </a:p>
          </p:txBody>
        </p:sp>
        <p:pic>
          <p:nvPicPr>
            <p:cNvPr id="14" name="Picture 13">
              <a:extLst>
                <a:ext uri="{FF2B5EF4-FFF2-40B4-BE49-F238E27FC236}">
                  <a16:creationId xmlns:a16="http://schemas.microsoft.com/office/drawing/2014/main" id="{CAF2D6E4-DEA8-A96C-BC54-2464EE21CD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2000" y="342900"/>
              <a:ext cx="3469198" cy="1951425"/>
            </a:xfrm>
            <a:prstGeom prst="rect">
              <a:avLst/>
            </a:prstGeom>
          </p:spPr>
        </p:pic>
      </p:grpSp>
      <p:sp>
        <p:nvSpPr>
          <p:cNvPr id="16" name="TextBox 15">
            <a:extLst>
              <a:ext uri="{FF2B5EF4-FFF2-40B4-BE49-F238E27FC236}">
                <a16:creationId xmlns:a16="http://schemas.microsoft.com/office/drawing/2014/main" id="{5D99EC0C-DBA9-2562-16CD-8199029BC8D5}"/>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10</a:t>
            </a:fld>
            <a:endParaRPr lang="en-US" b="1" dirty="0">
              <a:latin typeface="Inter" panose="02000503000000020004" pitchFamily="2" charset="0"/>
              <a:ea typeface="Inter" panose="02000503000000020004"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512F10F-B413-2D61-FDA2-F0ACD76D57C8}"/>
            </a:ext>
          </a:extLst>
        </p:cNvPr>
        <p:cNvGrpSpPr/>
        <p:nvPr/>
      </p:nvGrpSpPr>
      <p:grpSpPr>
        <a:xfrm>
          <a:off x="0" y="0"/>
          <a:ext cx="0" cy="0"/>
          <a:chOff x="0" y="0"/>
          <a:chExt cx="0" cy="0"/>
        </a:xfrm>
      </p:grpSpPr>
      <p:sp>
        <p:nvSpPr>
          <p:cNvPr id="66" name="object 50" descr="$PPTXTitle">
            <a:extLst>
              <a:ext uri="{FF2B5EF4-FFF2-40B4-BE49-F238E27FC236}">
                <a16:creationId xmlns:a16="http://schemas.microsoft.com/office/drawing/2014/main" id="{7BE02072-6268-4FE5-7A5C-B703B4DA426B}"/>
              </a:ext>
            </a:extLst>
          </p:cNvPr>
          <p:cNvSpPr txBox="1">
            <a:spLocks/>
          </p:cNvSpPr>
          <p:nvPr/>
        </p:nvSpPr>
        <p:spPr>
          <a:xfrm>
            <a:off x="5632341" y="844224"/>
            <a:ext cx="7644765" cy="767518"/>
          </a:xfrm>
          <a:prstGeom prst="rect">
            <a:avLst/>
          </a:prstGeom>
        </p:spPr>
        <p:txBody>
          <a:bodyPr vert="horz" wrap="square" lIns="0" tIns="89535"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spcBef>
                <a:spcPts val="705"/>
              </a:spcBef>
            </a:pPr>
            <a:r>
              <a:rPr lang="pt-BR" b="1" spc="120" dirty="0">
                <a:latin typeface="Inter" panose="02000503000000020004" pitchFamily="2" charset="0"/>
                <a:ea typeface="Inter" panose="02000503000000020004" pitchFamily="2" charset="0"/>
              </a:rPr>
              <a:t>Logo BRI</a:t>
            </a:r>
            <a:endParaRPr lang="pt-BR" sz="2450" dirty="0">
              <a:latin typeface="Inter" panose="02000503000000020004" pitchFamily="2" charset="0"/>
              <a:ea typeface="Inter" panose="02000503000000020004" pitchFamily="2" charset="0"/>
            </a:endParaRPr>
          </a:p>
        </p:txBody>
      </p:sp>
      <p:sp>
        <p:nvSpPr>
          <p:cNvPr id="69" name="TextBox 68">
            <a:extLst>
              <a:ext uri="{FF2B5EF4-FFF2-40B4-BE49-F238E27FC236}">
                <a16:creationId xmlns:a16="http://schemas.microsoft.com/office/drawing/2014/main" id="{85E281F5-BA13-5FF7-6A6A-71BF81CEA5E3}"/>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11</a:t>
            </a:fld>
            <a:endParaRPr lang="en-US" b="1" dirty="0">
              <a:latin typeface="Inter" panose="02000503000000020004" pitchFamily="2" charset="0"/>
              <a:ea typeface="Inter" panose="02000503000000020004" pitchFamily="2" charset="0"/>
            </a:endParaRPr>
          </a:p>
        </p:txBody>
      </p:sp>
      <p:sp>
        <p:nvSpPr>
          <p:cNvPr id="6" name="object 50" descr="$PPTXTitle">
            <a:extLst>
              <a:ext uri="{FF2B5EF4-FFF2-40B4-BE49-F238E27FC236}">
                <a16:creationId xmlns:a16="http://schemas.microsoft.com/office/drawing/2014/main" id="{84EA6847-48F9-A9D7-785E-884B27269E35}"/>
              </a:ext>
            </a:extLst>
          </p:cNvPr>
          <p:cNvSpPr txBox="1">
            <a:spLocks/>
          </p:cNvSpPr>
          <p:nvPr/>
        </p:nvSpPr>
        <p:spPr>
          <a:xfrm>
            <a:off x="228600" y="4590464"/>
            <a:ext cx="12198459" cy="1106072"/>
          </a:xfrm>
          <a:prstGeom prst="rect">
            <a:avLst/>
          </a:prstGeom>
        </p:spPr>
        <p:txBody>
          <a:bodyPr vert="horz" wrap="square" lIns="0" tIns="89535"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gn="l">
              <a:spcBef>
                <a:spcPts val="705"/>
              </a:spcBef>
            </a:pPr>
            <a:r>
              <a:rPr lang="pt-BR" sz="6600" b="1" dirty="0">
                <a:solidFill>
                  <a:schemeClr val="bg1"/>
                </a:solidFill>
                <a:latin typeface="Inter" panose="02000503000000020004" pitchFamily="2" charset="0"/>
                <a:ea typeface="Inter" panose="02000503000000020004" pitchFamily="2" charset="0"/>
              </a:rPr>
              <a:t>Lampiran Logo &amp; Panduan</a:t>
            </a:r>
          </a:p>
        </p:txBody>
      </p:sp>
    </p:spTree>
    <p:extLst>
      <p:ext uri="{BB962C8B-B14F-4D97-AF65-F5344CB8AC3E}">
        <p14:creationId xmlns:p14="http://schemas.microsoft.com/office/powerpoint/2010/main" val="2131072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843F0-F109-80BD-A03F-3C55199B248A}"/>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68EAB990-DED6-68F1-A2A6-B66A419F0B0F}"/>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036E2C18-FDD8-AD63-E030-9991C588FA1C}"/>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66" name="object 50" descr="$PPTXTitle">
            <a:extLst>
              <a:ext uri="{FF2B5EF4-FFF2-40B4-BE49-F238E27FC236}">
                <a16:creationId xmlns:a16="http://schemas.microsoft.com/office/drawing/2014/main" id="{A78BA2AE-195E-C036-7F0E-A6100CFDD85C}"/>
              </a:ext>
            </a:extLst>
          </p:cNvPr>
          <p:cNvSpPr txBox="1">
            <a:spLocks/>
          </p:cNvSpPr>
          <p:nvPr/>
        </p:nvSpPr>
        <p:spPr>
          <a:xfrm>
            <a:off x="5632341" y="844224"/>
            <a:ext cx="7644765" cy="767518"/>
          </a:xfrm>
          <a:prstGeom prst="rect">
            <a:avLst/>
          </a:prstGeom>
        </p:spPr>
        <p:txBody>
          <a:bodyPr vert="horz" wrap="square" lIns="0" tIns="89535"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spcBef>
                <a:spcPts val="705"/>
              </a:spcBef>
            </a:pPr>
            <a:r>
              <a:rPr lang="pt-BR" b="1" spc="120" dirty="0">
                <a:latin typeface="Inter" panose="02000503000000020004" pitchFamily="2" charset="0"/>
                <a:ea typeface="Inter" panose="02000503000000020004" pitchFamily="2" charset="0"/>
              </a:rPr>
              <a:t>Logo BRI</a:t>
            </a:r>
            <a:endParaRPr lang="pt-BR" sz="2450" dirty="0">
              <a:latin typeface="Inter" panose="02000503000000020004" pitchFamily="2" charset="0"/>
              <a:ea typeface="Inter" panose="02000503000000020004" pitchFamily="2" charset="0"/>
            </a:endParaRPr>
          </a:p>
        </p:txBody>
      </p:sp>
      <p:sp>
        <p:nvSpPr>
          <p:cNvPr id="69" name="TextBox 68">
            <a:extLst>
              <a:ext uri="{FF2B5EF4-FFF2-40B4-BE49-F238E27FC236}">
                <a16:creationId xmlns:a16="http://schemas.microsoft.com/office/drawing/2014/main" id="{BCE31958-A078-AA63-6B80-5941F7EA1D13}"/>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12</a:t>
            </a:fld>
            <a:endParaRPr lang="en-US" b="1" dirty="0">
              <a:latin typeface="Inter" panose="02000503000000020004" pitchFamily="2" charset="0"/>
              <a:ea typeface="Inter" panose="02000503000000020004" pitchFamily="2" charset="0"/>
            </a:endParaRPr>
          </a:p>
        </p:txBody>
      </p:sp>
      <p:pic>
        <p:nvPicPr>
          <p:cNvPr id="71" name="Picture 70">
            <a:extLst>
              <a:ext uri="{FF2B5EF4-FFF2-40B4-BE49-F238E27FC236}">
                <a16:creationId xmlns:a16="http://schemas.microsoft.com/office/drawing/2014/main" id="{D998BBC9-7EED-0A53-6A09-4170FC2862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268" y="1962627"/>
            <a:ext cx="5664342" cy="3186692"/>
          </a:xfrm>
          <a:prstGeom prst="rect">
            <a:avLst/>
          </a:prstGeom>
        </p:spPr>
      </p:pic>
      <p:pic>
        <p:nvPicPr>
          <p:cNvPr id="73" name="Picture 72">
            <a:extLst>
              <a:ext uri="{FF2B5EF4-FFF2-40B4-BE49-F238E27FC236}">
                <a16:creationId xmlns:a16="http://schemas.microsoft.com/office/drawing/2014/main" id="{4904E043-B0C3-344F-AB18-9D373E21ED4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7487" y="5136619"/>
            <a:ext cx="5664342" cy="3186692"/>
          </a:xfrm>
          <a:prstGeom prst="rect">
            <a:avLst/>
          </a:prstGeom>
        </p:spPr>
      </p:pic>
      <p:pic>
        <p:nvPicPr>
          <p:cNvPr id="75" name="Picture 74">
            <a:extLst>
              <a:ext uri="{FF2B5EF4-FFF2-40B4-BE49-F238E27FC236}">
                <a16:creationId xmlns:a16="http://schemas.microsoft.com/office/drawing/2014/main" id="{7ED33612-7329-5926-6119-C35DF8B2C3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11829" y="1966227"/>
            <a:ext cx="5664342" cy="3186692"/>
          </a:xfrm>
          <a:prstGeom prst="rect">
            <a:avLst/>
          </a:prstGeom>
        </p:spPr>
      </p:pic>
      <p:pic>
        <p:nvPicPr>
          <p:cNvPr id="77" name="Picture 76">
            <a:extLst>
              <a:ext uri="{FF2B5EF4-FFF2-40B4-BE49-F238E27FC236}">
                <a16:creationId xmlns:a16="http://schemas.microsoft.com/office/drawing/2014/main" id="{5E31808D-D77D-E37F-321B-FF07022C005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11829" y="5140219"/>
            <a:ext cx="5664342" cy="3186692"/>
          </a:xfrm>
          <a:prstGeom prst="rect">
            <a:avLst/>
          </a:prstGeom>
        </p:spPr>
      </p:pic>
      <p:pic>
        <p:nvPicPr>
          <p:cNvPr id="79" name="Picture 78">
            <a:extLst>
              <a:ext uri="{FF2B5EF4-FFF2-40B4-BE49-F238E27FC236}">
                <a16:creationId xmlns:a16="http://schemas.microsoft.com/office/drawing/2014/main" id="{01D0D247-B381-8D1B-BB59-661D464FAE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983390" y="1959877"/>
            <a:ext cx="5664342" cy="3186692"/>
          </a:xfrm>
          <a:prstGeom prst="rect">
            <a:avLst/>
          </a:prstGeom>
        </p:spPr>
      </p:pic>
      <p:pic>
        <p:nvPicPr>
          <p:cNvPr id="81" name="Picture 80">
            <a:extLst>
              <a:ext uri="{FF2B5EF4-FFF2-40B4-BE49-F238E27FC236}">
                <a16:creationId xmlns:a16="http://schemas.microsoft.com/office/drawing/2014/main" id="{EF158738-BB71-2365-7CC8-4B9DF4A6D19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983390" y="5136619"/>
            <a:ext cx="5664342" cy="3186692"/>
          </a:xfrm>
          <a:prstGeom prst="rect">
            <a:avLst/>
          </a:prstGeom>
        </p:spPr>
      </p:pic>
      <p:pic>
        <p:nvPicPr>
          <p:cNvPr id="84" name="Picture 83">
            <a:extLst>
              <a:ext uri="{FF2B5EF4-FFF2-40B4-BE49-F238E27FC236}">
                <a16:creationId xmlns:a16="http://schemas.microsoft.com/office/drawing/2014/main" id="{FA32D2FB-BC72-B3FF-ABE9-430A8731B0B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311829" y="1962627"/>
            <a:ext cx="5664342" cy="3186692"/>
          </a:xfrm>
          <a:prstGeom prst="rect">
            <a:avLst/>
          </a:prstGeom>
          <a:noFill/>
        </p:spPr>
      </p:pic>
      <p:pic>
        <p:nvPicPr>
          <p:cNvPr id="85" name="Picture 84">
            <a:extLst>
              <a:ext uri="{FF2B5EF4-FFF2-40B4-BE49-F238E27FC236}">
                <a16:creationId xmlns:a16="http://schemas.microsoft.com/office/drawing/2014/main" id="{B561595D-A988-0EE4-9554-593E098F382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311829" y="5140219"/>
            <a:ext cx="5664342" cy="3186692"/>
          </a:xfrm>
          <a:prstGeom prst="rect">
            <a:avLst/>
          </a:prstGeom>
          <a:noFill/>
        </p:spPr>
      </p:pic>
      <p:sp>
        <p:nvSpPr>
          <p:cNvPr id="87" name="object 50" descr="$PPTXTitle">
            <a:extLst>
              <a:ext uri="{FF2B5EF4-FFF2-40B4-BE49-F238E27FC236}">
                <a16:creationId xmlns:a16="http://schemas.microsoft.com/office/drawing/2014/main" id="{3B637D5F-D099-0703-334B-5130B0DD5C00}"/>
              </a:ext>
            </a:extLst>
          </p:cNvPr>
          <p:cNvSpPr txBox="1">
            <a:spLocks/>
          </p:cNvSpPr>
          <p:nvPr/>
        </p:nvSpPr>
        <p:spPr>
          <a:xfrm>
            <a:off x="757161" y="8329661"/>
            <a:ext cx="16773677" cy="336631"/>
          </a:xfrm>
          <a:prstGeom prst="rect">
            <a:avLst/>
          </a:prstGeom>
        </p:spPr>
        <p:txBody>
          <a:bodyPr vert="horz" wrap="square" lIns="0" tIns="89535"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gn="l">
              <a:spcBef>
                <a:spcPts val="705"/>
              </a:spcBef>
            </a:pPr>
            <a:r>
              <a:rPr lang="pt-BR" sz="1600" spc="120" dirty="0">
                <a:latin typeface="Inter" panose="02000503000000020004" pitchFamily="2" charset="0"/>
                <a:ea typeface="Inter" panose="02000503000000020004" pitchFamily="2" charset="0"/>
              </a:rPr>
              <a:t>Akses Logo Lebih Lanjut Pada bbri.id/LogoCorporateBRI</a:t>
            </a:r>
            <a:endParaRPr lang="pt-BR" sz="1600"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482600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78770-626F-28DC-08AE-C3EA75F73BCD}"/>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A413AACB-4B55-EFDF-9535-69EE937D9D1E}"/>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24D5AE9E-5107-8282-E112-FB00175A85D9}"/>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grpSp>
        <p:nvGrpSpPr>
          <p:cNvPr id="18" name="object 2">
            <a:extLst>
              <a:ext uri="{FF2B5EF4-FFF2-40B4-BE49-F238E27FC236}">
                <a16:creationId xmlns:a16="http://schemas.microsoft.com/office/drawing/2014/main" id="{69952489-9D31-5CE9-DEF8-86CCA3EF3FDE}"/>
              </a:ext>
            </a:extLst>
          </p:cNvPr>
          <p:cNvGrpSpPr/>
          <p:nvPr/>
        </p:nvGrpSpPr>
        <p:grpSpPr>
          <a:xfrm>
            <a:off x="5644516" y="2019300"/>
            <a:ext cx="11805346" cy="6650387"/>
            <a:chOff x="6125279" y="2966171"/>
            <a:chExt cx="12186285" cy="6864984"/>
          </a:xfrm>
        </p:grpSpPr>
        <p:sp>
          <p:nvSpPr>
            <p:cNvPr id="19" name="object 3">
              <a:extLst>
                <a:ext uri="{FF2B5EF4-FFF2-40B4-BE49-F238E27FC236}">
                  <a16:creationId xmlns:a16="http://schemas.microsoft.com/office/drawing/2014/main" id="{F2BA3F22-76D5-9EF0-9724-9165004DE9BF}"/>
                </a:ext>
              </a:extLst>
            </p:cNvPr>
            <p:cNvSpPr/>
            <p:nvPr/>
          </p:nvSpPr>
          <p:spPr>
            <a:xfrm>
              <a:off x="6125803" y="2966695"/>
              <a:ext cx="12185015" cy="3432175"/>
            </a:xfrm>
            <a:custGeom>
              <a:avLst/>
              <a:gdLst/>
              <a:ahLst/>
              <a:cxnLst/>
              <a:rect l="l" t="t" r="r" b="b"/>
              <a:pathLst>
                <a:path w="12185015" h="3432175">
                  <a:moveTo>
                    <a:pt x="6092432" y="3432146"/>
                  </a:moveTo>
                  <a:lnTo>
                    <a:pt x="0" y="3432146"/>
                  </a:lnTo>
                  <a:lnTo>
                    <a:pt x="0" y="0"/>
                  </a:lnTo>
                  <a:lnTo>
                    <a:pt x="6092432" y="0"/>
                  </a:lnTo>
                  <a:lnTo>
                    <a:pt x="6092432" y="3432146"/>
                  </a:lnTo>
                  <a:close/>
                </a:path>
                <a:path w="12185015" h="3432175">
                  <a:moveTo>
                    <a:pt x="12184864" y="3432146"/>
                  </a:moveTo>
                  <a:lnTo>
                    <a:pt x="6092432" y="3432146"/>
                  </a:lnTo>
                  <a:lnTo>
                    <a:pt x="6092432" y="0"/>
                  </a:lnTo>
                  <a:lnTo>
                    <a:pt x="12184864" y="0"/>
                  </a:lnTo>
                  <a:lnTo>
                    <a:pt x="12184864" y="3432146"/>
                  </a:lnTo>
                  <a:close/>
                </a:path>
              </a:pathLst>
            </a:custGeom>
            <a:ln w="3175">
              <a:solidFill>
                <a:srgbClr val="0856C3"/>
              </a:solidFill>
            </a:ln>
          </p:spPr>
          <p:txBody>
            <a:bodyPr wrap="square" lIns="0" tIns="0" rIns="0" bIns="0" rtlCol="0"/>
            <a:lstStyle/>
            <a:p>
              <a:endParaRPr/>
            </a:p>
          </p:txBody>
        </p:sp>
        <p:sp>
          <p:nvSpPr>
            <p:cNvPr id="20" name="object 4">
              <a:extLst>
                <a:ext uri="{FF2B5EF4-FFF2-40B4-BE49-F238E27FC236}">
                  <a16:creationId xmlns:a16="http://schemas.microsoft.com/office/drawing/2014/main" id="{61FE328B-93FB-1C1A-17DA-14D5093F4D6D}"/>
                </a:ext>
              </a:extLst>
            </p:cNvPr>
            <p:cNvSpPr/>
            <p:nvPr/>
          </p:nvSpPr>
          <p:spPr>
            <a:xfrm>
              <a:off x="6125803" y="6398841"/>
              <a:ext cx="6092825" cy="3432175"/>
            </a:xfrm>
            <a:custGeom>
              <a:avLst/>
              <a:gdLst/>
              <a:ahLst/>
              <a:cxnLst/>
              <a:rect l="l" t="t" r="r" b="b"/>
              <a:pathLst>
                <a:path w="6092825" h="3432175">
                  <a:moveTo>
                    <a:pt x="6092432" y="0"/>
                  </a:moveTo>
                  <a:lnTo>
                    <a:pt x="0" y="0"/>
                  </a:lnTo>
                  <a:lnTo>
                    <a:pt x="0" y="3432146"/>
                  </a:lnTo>
                  <a:lnTo>
                    <a:pt x="6092432" y="3432146"/>
                  </a:lnTo>
                  <a:lnTo>
                    <a:pt x="6092432" y="0"/>
                  </a:lnTo>
                  <a:close/>
                </a:path>
              </a:pathLst>
            </a:custGeom>
            <a:solidFill>
              <a:srgbClr val="0856C3"/>
            </a:solidFill>
          </p:spPr>
          <p:txBody>
            <a:bodyPr wrap="square" lIns="0" tIns="0" rIns="0" bIns="0" rtlCol="0"/>
            <a:lstStyle/>
            <a:p>
              <a:endParaRPr/>
            </a:p>
          </p:txBody>
        </p:sp>
        <p:sp>
          <p:nvSpPr>
            <p:cNvPr id="21" name="object 5">
              <a:extLst>
                <a:ext uri="{FF2B5EF4-FFF2-40B4-BE49-F238E27FC236}">
                  <a16:creationId xmlns:a16="http://schemas.microsoft.com/office/drawing/2014/main" id="{E768E16E-FBB8-A756-98A8-267332BEF65F}"/>
                </a:ext>
              </a:extLst>
            </p:cNvPr>
            <p:cNvSpPr/>
            <p:nvPr/>
          </p:nvSpPr>
          <p:spPr>
            <a:xfrm>
              <a:off x="12218235" y="6398841"/>
              <a:ext cx="6092825" cy="3432175"/>
            </a:xfrm>
            <a:custGeom>
              <a:avLst/>
              <a:gdLst/>
              <a:ahLst/>
              <a:cxnLst/>
              <a:rect l="l" t="t" r="r" b="b"/>
              <a:pathLst>
                <a:path w="6092825" h="3432175">
                  <a:moveTo>
                    <a:pt x="6092432" y="0"/>
                  </a:moveTo>
                  <a:lnTo>
                    <a:pt x="0" y="0"/>
                  </a:lnTo>
                  <a:lnTo>
                    <a:pt x="0" y="3432146"/>
                  </a:lnTo>
                  <a:lnTo>
                    <a:pt x="6092432" y="3432146"/>
                  </a:lnTo>
                  <a:lnTo>
                    <a:pt x="6092432" y="0"/>
                  </a:lnTo>
                  <a:close/>
                </a:path>
              </a:pathLst>
            </a:custGeom>
            <a:solidFill>
              <a:srgbClr val="000000"/>
            </a:solidFill>
          </p:spPr>
          <p:txBody>
            <a:bodyPr wrap="square" lIns="0" tIns="0" rIns="0" bIns="0" rtlCol="0"/>
            <a:lstStyle/>
            <a:p>
              <a:endParaRPr/>
            </a:p>
          </p:txBody>
        </p:sp>
        <p:sp>
          <p:nvSpPr>
            <p:cNvPr id="22" name="object 6">
              <a:extLst>
                <a:ext uri="{FF2B5EF4-FFF2-40B4-BE49-F238E27FC236}">
                  <a16:creationId xmlns:a16="http://schemas.microsoft.com/office/drawing/2014/main" id="{794FC6FB-8773-FE8E-C753-AD275F1546C1}"/>
                </a:ext>
              </a:extLst>
            </p:cNvPr>
            <p:cNvSpPr/>
            <p:nvPr/>
          </p:nvSpPr>
          <p:spPr>
            <a:xfrm>
              <a:off x="7649248" y="3912748"/>
              <a:ext cx="3046095" cy="1141095"/>
            </a:xfrm>
            <a:custGeom>
              <a:avLst/>
              <a:gdLst/>
              <a:ahLst/>
              <a:cxnLst/>
              <a:rect l="l" t="t" r="r" b="b"/>
              <a:pathLst>
                <a:path w="3046095" h="1141095">
                  <a:moveTo>
                    <a:pt x="1140980" y="167919"/>
                  </a:moveTo>
                  <a:lnTo>
                    <a:pt x="1136091" y="131521"/>
                  </a:lnTo>
                  <a:lnTo>
                    <a:pt x="1136015" y="130924"/>
                  </a:lnTo>
                  <a:lnTo>
                    <a:pt x="1134986" y="123278"/>
                  </a:lnTo>
                  <a:lnTo>
                    <a:pt x="1118057" y="83172"/>
                  </a:lnTo>
                  <a:lnTo>
                    <a:pt x="1091806" y="49187"/>
                  </a:lnTo>
                  <a:lnTo>
                    <a:pt x="1057821" y="22936"/>
                  </a:lnTo>
                  <a:lnTo>
                    <a:pt x="1017714" y="6007"/>
                  </a:lnTo>
                  <a:lnTo>
                    <a:pt x="1010069" y="4978"/>
                  </a:lnTo>
                  <a:lnTo>
                    <a:pt x="1010069" y="167919"/>
                  </a:lnTo>
                  <a:lnTo>
                    <a:pt x="1010069" y="886726"/>
                  </a:lnTo>
                  <a:lnTo>
                    <a:pt x="944206" y="816356"/>
                  </a:lnTo>
                  <a:lnTo>
                    <a:pt x="944206" y="1010069"/>
                  </a:lnTo>
                  <a:lnTo>
                    <a:pt x="508558" y="1010069"/>
                  </a:lnTo>
                  <a:lnTo>
                    <a:pt x="529259" y="966114"/>
                  </a:lnTo>
                  <a:lnTo>
                    <a:pt x="541185" y="919835"/>
                  </a:lnTo>
                  <a:lnTo>
                    <a:pt x="544322" y="872324"/>
                  </a:lnTo>
                  <a:lnTo>
                    <a:pt x="538670" y="824712"/>
                  </a:lnTo>
                  <a:lnTo>
                    <a:pt x="524217" y="778103"/>
                  </a:lnTo>
                  <a:lnTo>
                    <a:pt x="500964" y="733602"/>
                  </a:lnTo>
                  <a:lnTo>
                    <a:pt x="468896" y="692340"/>
                  </a:lnTo>
                  <a:lnTo>
                    <a:pt x="411924" y="629742"/>
                  </a:lnTo>
                  <a:lnTo>
                    <a:pt x="411924" y="898372"/>
                  </a:lnTo>
                  <a:lnTo>
                    <a:pt x="399580" y="936599"/>
                  </a:lnTo>
                  <a:lnTo>
                    <a:pt x="374650" y="970673"/>
                  </a:lnTo>
                  <a:lnTo>
                    <a:pt x="326148" y="1001636"/>
                  </a:lnTo>
                  <a:lnTo>
                    <a:pt x="277101" y="1009472"/>
                  </a:lnTo>
                  <a:lnTo>
                    <a:pt x="277088" y="1010069"/>
                  </a:lnTo>
                  <a:lnTo>
                    <a:pt x="167932" y="1010069"/>
                  </a:lnTo>
                  <a:lnTo>
                    <a:pt x="153517" y="1007160"/>
                  </a:lnTo>
                  <a:lnTo>
                    <a:pt x="141757" y="999236"/>
                  </a:lnTo>
                  <a:lnTo>
                    <a:pt x="133832" y="987475"/>
                  </a:lnTo>
                  <a:lnTo>
                    <a:pt x="130924" y="973061"/>
                  </a:lnTo>
                  <a:lnTo>
                    <a:pt x="130924" y="167919"/>
                  </a:lnTo>
                  <a:lnTo>
                    <a:pt x="133832" y="153530"/>
                  </a:lnTo>
                  <a:lnTo>
                    <a:pt x="141757" y="141770"/>
                  </a:lnTo>
                  <a:lnTo>
                    <a:pt x="153517" y="133832"/>
                  </a:lnTo>
                  <a:lnTo>
                    <a:pt x="167932" y="130924"/>
                  </a:lnTo>
                  <a:lnTo>
                    <a:pt x="277088" y="130924"/>
                  </a:lnTo>
                  <a:lnTo>
                    <a:pt x="277101" y="131521"/>
                  </a:lnTo>
                  <a:lnTo>
                    <a:pt x="302171" y="133146"/>
                  </a:lnTo>
                  <a:lnTo>
                    <a:pt x="348513" y="149936"/>
                  </a:lnTo>
                  <a:lnTo>
                    <a:pt x="399237" y="203898"/>
                  </a:lnTo>
                  <a:lnTo>
                    <a:pt x="411353" y="241681"/>
                  </a:lnTo>
                  <a:lnTo>
                    <a:pt x="411149" y="266700"/>
                  </a:lnTo>
                  <a:lnTo>
                    <a:pt x="411035" y="281546"/>
                  </a:lnTo>
                  <a:lnTo>
                    <a:pt x="398322" y="321424"/>
                  </a:lnTo>
                  <a:lnTo>
                    <a:pt x="373240" y="359244"/>
                  </a:lnTo>
                  <a:lnTo>
                    <a:pt x="201333" y="548170"/>
                  </a:lnTo>
                  <a:lnTo>
                    <a:pt x="194856" y="558711"/>
                  </a:lnTo>
                  <a:lnTo>
                    <a:pt x="192697" y="570496"/>
                  </a:lnTo>
                  <a:lnTo>
                    <a:pt x="194856" y="582282"/>
                  </a:lnTo>
                  <a:lnTo>
                    <a:pt x="201333" y="592810"/>
                  </a:lnTo>
                  <a:lnTo>
                    <a:pt x="371983" y="780389"/>
                  </a:lnTo>
                  <a:lnTo>
                    <a:pt x="373722" y="782231"/>
                  </a:lnTo>
                  <a:lnTo>
                    <a:pt x="398983" y="818845"/>
                  </a:lnTo>
                  <a:lnTo>
                    <a:pt x="411721" y="858329"/>
                  </a:lnTo>
                  <a:lnTo>
                    <a:pt x="411797" y="872324"/>
                  </a:lnTo>
                  <a:lnTo>
                    <a:pt x="411873" y="886726"/>
                  </a:lnTo>
                  <a:lnTo>
                    <a:pt x="411924" y="898372"/>
                  </a:lnTo>
                  <a:lnTo>
                    <a:pt x="411924" y="629742"/>
                  </a:lnTo>
                  <a:lnTo>
                    <a:pt x="358013" y="570496"/>
                  </a:lnTo>
                  <a:lnTo>
                    <a:pt x="467690" y="449935"/>
                  </a:lnTo>
                  <a:lnTo>
                    <a:pt x="469976" y="447484"/>
                  </a:lnTo>
                  <a:lnTo>
                    <a:pt x="501484" y="405295"/>
                  </a:lnTo>
                  <a:lnTo>
                    <a:pt x="524306" y="360438"/>
                  </a:lnTo>
                  <a:lnTo>
                    <a:pt x="538467" y="313905"/>
                  </a:lnTo>
                  <a:lnTo>
                    <a:pt x="543979" y="266700"/>
                  </a:lnTo>
                  <a:lnTo>
                    <a:pt x="540829" y="219798"/>
                  </a:lnTo>
                  <a:lnTo>
                    <a:pt x="529031" y="174205"/>
                  </a:lnTo>
                  <a:lnTo>
                    <a:pt x="508609" y="130924"/>
                  </a:lnTo>
                  <a:lnTo>
                    <a:pt x="629272" y="130924"/>
                  </a:lnTo>
                  <a:lnTo>
                    <a:pt x="629297" y="131521"/>
                  </a:lnTo>
                  <a:lnTo>
                    <a:pt x="654380" y="133146"/>
                  </a:lnTo>
                  <a:lnTo>
                    <a:pt x="678370" y="139357"/>
                  </a:lnTo>
                  <a:lnTo>
                    <a:pt x="720890" y="164680"/>
                  </a:lnTo>
                  <a:lnTo>
                    <a:pt x="751433" y="203898"/>
                  </a:lnTo>
                  <a:lnTo>
                    <a:pt x="763549" y="241681"/>
                  </a:lnTo>
                  <a:lnTo>
                    <a:pt x="763346" y="266700"/>
                  </a:lnTo>
                  <a:lnTo>
                    <a:pt x="763231" y="281546"/>
                  </a:lnTo>
                  <a:lnTo>
                    <a:pt x="750519" y="321424"/>
                  </a:lnTo>
                  <a:lnTo>
                    <a:pt x="725424" y="359244"/>
                  </a:lnTo>
                  <a:lnTo>
                    <a:pt x="555485" y="550024"/>
                  </a:lnTo>
                  <a:lnTo>
                    <a:pt x="549109" y="560654"/>
                  </a:lnTo>
                  <a:lnTo>
                    <a:pt x="547090" y="572477"/>
                  </a:lnTo>
                  <a:lnTo>
                    <a:pt x="549389" y="584263"/>
                  </a:lnTo>
                  <a:lnTo>
                    <a:pt x="556018" y="594741"/>
                  </a:lnTo>
                  <a:lnTo>
                    <a:pt x="944206" y="1010069"/>
                  </a:lnTo>
                  <a:lnTo>
                    <a:pt x="944206" y="816356"/>
                  </a:lnTo>
                  <a:lnTo>
                    <a:pt x="712139" y="568363"/>
                  </a:lnTo>
                  <a:lnTo>
                    <a:pt x="819886" y="449935"/>
                  </a:lnTo>
                  <a:lnTo>
                    <a:pt x="853668" y="405295"/>
                  </a:lnTo>
                  <a:lnTo>
                    <a:pt x="876503" y="360438"/>
                  </a:lnTo>
                  <a:lnTo>
                    <a:pt x="890663" y="313905"/>
                  </a:lnTo>
                  <a:lnTo>
                    <a:pt x="896162" y="266700"/>
                  </a:lnTo>
                  <a:lnTo>
                    <a:pt x="893013" y="219798"/>
                  </a:lnTo>
                  <a:lnTo>
                    <a:pt x="881227" y="174205"/>
                  </a:lnTo>
                  <a:lnTo>
                    <a:pt x="860793" y="130924"/>
                  </a:lnTo>
                  <a:lnTo>
                    <a:pt x="973074" y="130924"/>
                  </a:lnTo>
                  <a:lnTo>
                    <a:pt x="987463" y="133832"/>
                  </a:lnTo>
                  <a:lnTo>
                    <a:pt x="999223" y="141770"/>
                  </a:lnTo>
                  <a:lnTo>
                    <a:pt x="1007160" y="153530"/>
                  </a:lnTo>
                  <a:lnTo>
                    <a:pt x="1010069" y="167919"/>
                  </a:lnTo>
                  <a:lnTo>
                    <a:pt x="1010069" y="4978"/>
                  </a:lnTo>
                  <a:lnTo>
                    <a:pt x="973074" y="0"/>
                  </a:lnTo>
                  <a:lnTo>
                    <a:pt x="167932" y="0"/>
                  </a:lnTo>
                  <a:lnTo>
                    <a:pt x="123291" y="6007"/>
                  </a:lnTo>
                  <a:lnTo>
                    <a:pt x="83172" y="22936"/>
                  </a:lnTo>
                  <a:lnTo>
                    <a:pt x="49187" y="49187"/>
                  </a:lnTo>
                  <a:lnTo>
                    <a:pt x="22936" y="83172"/>
                  </a:lnTo>
                  <a:lnTo>
                    <a:pt x="6007" y="123278"/>
                  </a:lnTo>
                  <a:lnTo>
                    <a:pt x="0" y="167919"/>
                  </a:lnTo>
                  <a:lnTo>
                    <a:pt x="0" y="973061"/>
                  </a:lnTo>
                  <a:lnTo>
                    <a:pt x="6007" y="1017701"/>
                  </a:lnTo>
                  <a:lnTo>
                    <a:pt x="22936" y="1057821"/>
                  </a:lnTo>
                  <a:lnTo>
                    <a:pt x="49187" y="1091793"/>
                  </a:lnTo>
                  <a:lnTo>
                    <a:pt x="83172" y="1118057"/>
                  </a:lnTo>
                  <a:lnTo>
                    <a:pt x="123291" y="1134973"/>
                  </a:lnTo>
                  <a:lnTo>
                    <a:pt x="167932" y="1140980"/>
                  </a:lnTo>
                  <a:lnTo>
                    <a:pt x="973074" y="1140980"/>
                  </a:lnTo>
                  <a:lnTo>
                    <a:pt x="1017714" y="1134973"/>
                  </a:lnTo>
                  <a:lnTo>
                    <a:pt x="1057821" y="1118057"/>
                  </a:lnTo>
                  <a:lnTo>
                    <a:pt x="1091806" y="1091793"/>
                  </a:lnTo>
                  <a:lnTo>
                    <a:pt x="1118057" y="1057821"/>
                  </a:lnTo>
                  <a:lnTo>
                    <a:pt x="1134986" y="1017701"/>
                  </a:lnTo>
                  <a:lnTo>
                    <a:pt x="1140980" y="973061"/>
                  </a:lnTo>
                  <a:lnTo>
                    <a:pt x="1140980" y="886726"/>
                  </a:lnTo>
                  <a:lnTo>
                    <a:pt x="1140980" y="167919"/>
                  </a:lnTo>
                  <a:close/>
                </a:path>
                <a:path w="3046095" h="1141095">
                  <a:moveTo>
                    <a:pt x="2063432" y="758596"/>
                  </a:moveTo>
                  <a:lnTo>
                    <a:pt x="2054593" y="685546"/>
                  </a:lnTo>
                  <a:lnTo>
                    <a:pt x="2028215" y="621118"/>
                  </a:lnTo>
                  <a:lnTo>
                    <a:pt x="2025154" y="616407"/>
                  </a:lnTo>
                  <a:lnTo>
                    <a:pt x="2009711" y="592620"/>
                  </a:lnTo>
                  <a:lnTo>
                    <a:pt x="1989721" y="567512"/>
                  </a:lnTo>
                  <a:lnTo>
                    <a:pt x="1968309" y="545884"/>
                  </a:lnTo>
                  <a:lnTo>
                    <a:pt x="1945563" y="527812"/>
                  </a:lnTo>
                  <a:lnTo>
                    <a:pt x="1941347" y="523201"/>
                  </a:lnTo>
                  <a:lnTo>
                    <a:pt x="1939556" y="517474"/>
                  </a:lnTo>
                  <a:lnTo>
                    <a:pt x="1940306" y="511530"/>
                  </a:lnTo>
                  <a:lnTo>
                    <a:pt x="1943646" y="506234"/>
                  </a:lnTo>
                  <a:lnTo>
                    <a:pt x="1948484" y="501269"/>
                  </a:lnTo>
                  <a:lnTo>
                    <a:pt x="1953780" y="495592"/>
                  </a:lnTo>
                  <a:lnTo>
                    <a:pt x="1959508" y="489229"/>
                  </a:lnTo>
                  <a:lnTo>
                    <a:pt x="1965655" y="482206"/>
                  </a:lnTo>
                  <a:lnTo>
                    <a:pt x="1969223" y="477824"/>
                  </a:lnTo>
                  <a:lnTo>
                    <a:pt x="1971662" y="474840"/>
                  </a:lnTo>
                  <a:lnTo>
                    <a:pt x="1994154" y="438632"/>
                  </a:lnTo>
                  <a:lnTo>
                    <a:pt x="2010968" y="393268"/>
                  </a:lnTo>
                  <a:lnTo>
                    <a:pt x="2015134" y="358101"/>
                  </a:lnTo>
                  <a:lnTo>
                    <a:pt x="2015248" y="355092"/>
                  </a:lnTo>
                  <a:lnTo>
                    <a:pt x="2010651" y="303187"/>
                  </a:lnTo>
                  <a:lnTo>
                    <a:pt x="1996960" y="254914"/>
                  </a:lnTo>
                  <a:lnTo>
                    <a:pt x="1988972" y="237680"/>
                  </a:lnTo>
                  <a:lnTo>
                    <a:pt x="1986699" y="232765"/>
                  </a:lnTo>
                  <a:lnTo>
                    <a:pt x="1958835" y="192620"/>
                  </a:lnTo>
                  <a:lnTo>
                    <a:pt x="1921243" y="158457"/>
                  </a:lnTo>
                  <a:lnTo>
                    <a:pt x="1910435" y="151523"/>
                  </a:lnTo>
                  <a:lnTo>
                    <a:pt x="1910435" y="755815"/>
                  </a:lnTo>
                  <a:lnTo>
                    <a:pt x="1907794" y="783717"/>
                  </a:lnTo>
                  <a:lnTo>
                    <a:pt x="1886800" y="833424"/>
                  </a:lnTo>
                  <a:lnTo>
                    <a:pt x="1844421" y="872972"/>
                  </a:lnTo>
                  <a:lnTo>
                    <a:pt x="1777288" y="893559"/>
                  </a:lnTo>
                  <a:lnTo>
                    <a:pt x="1734477" y="896137"/>
                  </a:lnTo>
                  <a:lnTo>
                    <a:pt x="1531302" y="896137"/>
                  </a:lnTo>
                  <a:lnTo>
                    <a:pt x="1524977" y="889812"/>
                  </a:lnTo>
                  <a:lnTo>
                    <a:pt x="1524977" y="622731"/>
                  </a:lnTo>
                  <a:lnTo>
                    <a:pt x="1531302" y="616407"/>
                  </a:lnTo>
                  <a:lnTo>
                    <a:pt x="1755305" y="616407"/>
                  </a:lnTo>
                  <a:lnTo>
                    <a:pt x="1824278" y="626999"/>
                  </a:lnTo>
                  <a:lnTo>
                    <a:pt x="1873542" y="658571"/>
                  </a:lnTo>
                  <a:lnTo>
                    <a:pt x="1901190" y="703618"/>
                  </a:lnTo>
                  <a:lnTo>
                    <a:pt x="1910435" y="755815"/>
                  </a:lnTo>
                  <a:lnTo>
                    <a:pt x="1910435" y="151523"/>
                  </a:lnTo>
                  <a:lnTo>
                    <a:pt x="1898662" y="143954"/>
                  </a:lnTo>
                  <a:lnTo>
                    <a:pt x="1873694" y="131305"/>
                  </a:lnTo>
                  <a:lnTo>
                    <a:pt x="1862429" y="126860"/>
                  </a:lnTo>
                  <a:lnTo>
                    <a:pt x="1862429" y="358101"/>
                  </a:lnTo>
                  <a:lnTo>
                    <a:pt x="1861464" y="378802"/>
                  </a:lnTo>
                  <a:lnTo>
                    <a:pt x="1847100" y="430504"/>
                  </a:lnTo>
                  <a:lnTo>
                    <a:pt x="1824736" y="465264"/>
                  </a:lnTo>
                  <a:lnTo>
                    <a:pt x="1813013" y="477824"/>
                  </a:lnTo>
                  <a:lnTo>
                    <a:pt x="1531302" y="477824"/>
                  </a:lnTo>
                  <a:lnTo>
                    <a:pt x="1524977" y="471500"/>
                  </a:lnTo>
                  <a:lnTo>
                    <a:pt x="1524977" y="243992"/>
                  </a:lnTo>
                  <a:lnTo>
                    <a:pt x="1531302" y="237680"/>
                  </a:lnTo>
                  <a:lnTo>
                    <a:pt x="1705737" y="237680"/>
                  </a:lnTo>
                  <a:lnTo>
                    <a:pt x="1750783" y="240753"/>
                  </a:lnTo>
                  <a:lnTo>
                    <a:pt x="1788007" y="249936"/>
                  </a:lnTo>
                  <a:lnTo>
                    <a:pt x="1825167" y="272465"/>
                  </a:lnTo>
                  <a:lnTo>
                    <a:pt x="1853069" y="311759"/>
                  </a:lnTo>
                  <a:lnTo>
                    <a:pt x="1862429" y="358101"/>
                  </a:lnTo>
                  <a:lnTo>
                    <a:pt x="1862429" y="126860"/>
                  </a:lnTo>
                  <a:lnTo>
                    <a:pt x="1816379" y="111874"/>
                  </a:lnTo>
                  <a:lnTo>
                    <a:pt x="1748675" y="101917"/>
                  </a:lnTo>
                  <a:lnTo>
                    <a:pt x="1711248" y="100672"/>
                  </a:lnTo>
                  <a:lnTo>
                    <a:pt x="1380502" y="100672"/>
                  </a:lnTo>
                  <a:lnTo>
                    <a:pt x="1374178" y="106984"/>
                  </a:lnTo>
                  <a:lnTo>
                    <a:pt x="1374178" y="1030109"/>
                  </a:lnTo>
                  <a:lnTo>
                    <a:pt x="1380502" y="1036434"/>
                  </a:lnTo>
                  <a:lnTo>
                    <a:pt x="1745678" y="1036434"/>
                  </a:lnTo>
                  <a:lnTo>
                    <a:pt x="1785023" y="1035062"/>
                  </a:lnTo>
                  <a:lnTo>
                    <a:pt x="1856066" y="1024089"/>
                  </a:lnTo>
                  <a:lnTo>
                    <a:pt x="1916099" y="1002690"/>
                  </a:lnTo>
                  <a:lnTo>
                    <a:pt x="1965680" y="972883"/>
                  </a:lnTo>
                  <a:lnTo>
                    <a:pt x="2004707" y="935418"/>
                  </a:lnTo>
                  <a:lnTo>
                    <a:pt x="2030971" y="896137"/>
                  </a:lnTo>
                  <a:lnTo>
                    <a:pt x="2052688" y="841514"/>
                  </a:lnTo>
                  <a:lnTo>
                    <a:pt x="2062238" y="787095"/>
                  </a:lnTo>
                  <a:lnTo>
                    <a:pt x="2063432" y="758596"/>
                  </a:lnTo>
                  <a:close/>
                </a:path>
                <a:path w="3046095" h="1141095">
                  <a:moveTo>
                    <a:pt x="2806052" y="1021613"/>
                  </a:moveTo>
                  <a:lnTo>
                    <a:pt x="2803474" y="1014183"/>
                  </a:lnTo>
                  <a:lnTo>
                    <a:pt x="2574455" y="688225"/>
                  </a:lnTo>
                  <a:lnTo>
                    <a:pt x="2571978" y="681786"/>
                  </a:lnTo>
                  <a:lnTo>
                    <a:pt x="2609253" y="658329"/>
                  </a:lnTo>
                  <a:lnTo>
                    <a:pt x="2634373" y="648474"/>
                  </a:lnTo>
                  <a:lnTo>
                    <a:pt x="2679268" y="623684"/>
                  </a:lnTo>
                  <a:lnTo>
                    <a:pt x="2717203" y="593115"/>
                  </a:lnTo>
                  <a:lnTo>
                    <a:pt x="2748165" y="558101"/>
                  </a:lnTo>
                  <a:lnTo>
                    <a:pt x="2760599" y="539546"/>
                  </a:lnTo>
                  <a:lnTo>
                    <a:pt x="2760942" y="539038"/>
                  </a:lnTo>
                  <a:lnTo>
                    <a:pt x="2781223" y="497814"/>
                  </a:lnTo>
                  <a:lnTo>
                    <a:pt x="2794431" y="452882"/>
                  </a:lnTo>
                  <a:lnTo>
                    <a:pt x="2801061" y="406209"/>
                  </a:lnTo>
                  <a:lnTo>
                    <a:pt x="2801886" y="382612"/>
                  </a:lnTo>
                  <a:lnTo>
                    <a:pt x="2800604" y="352323"/>
                  </a:lnTo>
                  <a:lnTo>
                    <a:pt x="2790393" y="295249"/>
                  </a:lnTo>
                  <a:lnTo>
                    <a:pt x="2770187" y="243992"/>
                  </a:lnTo>
                  <a:lnTo>
                    <a:pt x="2766466" y="237807"/>
                  </a:lnTo>
                  <a:lnTo>
                    <a:pt x="2766390" y="237680"/>
                  </a:lnTo>
                  <a:lnTo>
                    <a:pt x="2739872" y="199644"/>
                  </a:lnTo>
                  <a:lnTo>
                    <a:pt x="2699524" y="162687"/>
                  </a:lnTo>
                  <a:lnTo>
                    <a:pt x="2648547" y="133477"/>
                  </a:lnTo>
                  <a:lnTo>
                    <a:pt x="2645397" y="132245"/>
                  </a:lnTo>
                  <a:lnTo>
                    <a:pt x="2645397" y="381393"/>
                  </a:lnTo>
                  <a:lnTo>
                    <a:pt x="2644787" y="396125"/>
                  </a:lnTo>
                  <a:lnTo>
                    <a:pt x="2635707" y="439458"/>
                  </a:lnTo>
                  <a:lnTo>
                    <a:pt x="2614333" y="479196"/>
                  </a:lnTo>
                  <a:lnTo>
                    <a:pt x="2580208" y="510514"/>
                  </a:lnTo>
                  <a:lnTo>
                    <a:pt x="2533078" y="531990"/>
                  </a:lnTo>
                  <a:lnTo>
                    <a:pt x="2493988" y="538695"/>
                  </a:lnTo>
                  <a:lnTo>
                    <a:pt x="2472169" y="539546"/>
                  </a:lnTo>
                  <a:lnTo>
                    <a:pt x="2271103" y="539546"/>
                  </a:lnTo>
                  <a:lnTo>
                    <a:pt x="2264778" y="533222"/>
                  </a:lnTo>
                  <a:lnTo>
                    <a:pt x="2264778" y="243992"/>
                  </a:lnTo>
                  <a:lnTo>
                    <a:pt x="2271103" y="237680"/>
                  </a:lnTo>
                  <a:lnTo>
                    <a:pt x="2477211" y="237680"/>
                  </a:lnTo>
                  <a:lnTo>
                    <a:pt x="2537117" y="245275"/>
                  </a:lnTo>
                  <a:lnTo>
                    <a:pt x="2580805" y="264553"/>
                  </a:lnTo>
                  <a:lnTo>
                    <a:pt x="2619184" y="300494"/>
                  </a:lnTo>
                  <a:lnTo>
                    <a:pt x="2642476" y="352107"/>
                  </a:lnTo>
                  <a:lnTo>
                    <a:pt x="2645397" y="381393"/>
                  </a:lnTo>
                  <a:lnTo>
                    <a:pt x="2645397" y="132245"/>
                  </a:lnTo>
                  <a:lnTo>
                    <a:pt x="2587142" y="112661"/>
                  </a:lnTo>
                  <a:lnTo>
                    <a:pt x="2515298" y="102006"/>
                  </a:lnTo>
                  <a:lnTo>
                    <a:pt x="2475839" y="100672"/>
                  </a:lnTo>
                  <a:lnTo>
                    <a:pt x="2116848" y="100672"/>
                  </a:lnTo>
                  <a:lnTo>
                    <a:pt x="2110524" y="106997"/>
                  </a:lnTo>
                  <a:lnTo>
                    <a:pt x="2110524" y="1030109"/>
                  </a:lnTo>
                  <a:lnTo>
                    <a:pt x="2116848" y="1036434"/>
                  </a:lnTo>
                  <a:lnTo>
                    <a:pt x="2258453" y="1036434"/>
                  </a:lnTo>
                  <a:lnTo>
                    <a:pt x="2264778" y="1030109"/>
                  </a:lnTo>
                  <a:lnTo>
                    <a:pt x="2264778" y="684707"/>
                  </a:lnTo>
                  <a:lnTo>
                    <a:pt x="2271103" y="678383"/>
                  </a:lnTo>
                  <a:lnTo>
                    <a:pt x="2385276" y="678383"/>
                  </a:lnTo>
                  <a:lnTo>
                    <a:pt x="2389581" y="680618"/>
                  </a:lnTo>
                  <a:lnTo>
                    <a:pt x="2635262" y="1030109"/>
                  </a:lnTo>
                  <a:lnTo>
                    <a:pt x="2638285" y="1034275"/>
                  </a:lnTo>
                  <a:lnTo>
                    <a:pt x="2642438" y="1036434"/>
                  </a:lnTo>
                  <a:lnTo>
                    <a:pt x="2791917" y="1036434"/>
                  </a:lnTo>
                  <a:lnTo>
                    <a:pt x="2799473" y="1034275"/>
                  </a:lnTo>
                  <a:lnTo>
                    <a:pt x="2804452" y="1028827"/>
                  </a:lnTo>
                  <a:lnTo>
                    <a:pt x="2806052" y="1021613"/>
                  </a:lnTo>
                  <a:close/>
                </a:path>
                <a:path w="3046095" h="1141095">
                  <a:moveTo>
                    <a:pt x="3045523" y="106984"/>
                  </a:moveTo>
                  <a:lnTo>
                    <a:pt x="3039199" y="100660"/>
                  </a:lnTo>
                  <a:lnTo>
                    <a:pt x="3031401" y="100660"/>
                  </a:lnTo>
                  <a:lnTo>
                    <a:pt x="2894012" y="100660"/>
                  </a:lnTo>
                  <a:lnTo>
                    <a:pt x="2887688" y="106984"/>
                  </a:lnTo>
                  <a:lnTo>
                    <a:pt x="2887688" y="1030109"/>
                  </a:lnTo>
                  <a:lnTo>
                    <a:pt x="2894012" y="1036434"/>
                  </a:lnTo>
                  <a:lnTo>
                    <a:pt x="3039199" y="1036434"/>
                  </a:lnTo>
                  <a:lnTo>
                    <a:pt x="3045523" y="1030109"/>
                  </a:lnTo>
                  <a:lnTo>
                    <a:pt x="3045523" y="106984"/>
                  </a:lnTo>
                  <a:close/>
                </a:path>
              </a:pathLst>
            </a:custGeom>
            <a:solidFill>
              <a:srgbClr val="0856C3"/>
            </a:solidFill>
          </p:spPr>
          <p:txBody>
            <a:bodyPr wrap="square" lIns="0" tIns="0" rIns="0" bIns="0" rtlCol="0"/>
            <a:lstStyle/>
            <a:p>
              <a:endParaRPr/>
            </a:p>
          </p:txBody>
        </p:sp>
        <p:pic>
          <p:nvPicPr>
            <p:cNvPr id="23" name="object 7">
              <a:extLst>
                <a:ext uri="{FF2B5EF4-FFF2-40B4-BE49-F238E27FC236}">
                  <a16:creationId xmlns:a16="http://schemas.microsoft.com/office/drawing/2014/main" id="{BD2AA190-34FB-033F-CE24-F03ED091AB5C}"/>
                </a:ext>
              </a:extLst>
            </p:cNvPr>
            <p:cNvPicPr/>
            <p:nvPr/>
          </p:nvPicPr>
          <p:blipFill>
            <a:blip r:embed="rId4" cstate="print"/>
            <a:stretch>
              <a:fillRect/>
            </a:stretch>
          </p:blipFill>
          <p:spPr>
            <a:xfrm>
              <a:off x="7826724" y="5233837"/>
              <a:ext cx="126111" cy="163492"/>
            </a:xfrm>
            <a:prstGeom prst="rect">
              <a:avLst/>
            </a:prstGeom>
          </p:spPr>
        </p:pic>
        <p:pic>
          <p:nvPicPr>
            <p:cNvPr id="24" name="object 8">
              <a:extLst>
                <a:ext uri="{FF2B5EF4-FFF2-40B4-BE49-F238E27FC236}">
                  <a16:creationId xmlns:a16="http://schemas.microsoft.com/office/drawing/2014/main" id="{CFA7C6B5-A724-C490-396A-E9B24A2CF4DC}"/>
                </a:ext>
              </a:extLst>
            </p:cNvPr>
            <p:cNvPicPr/>
            <p:nvPr/>
          </p:nvPicPr>
          <p:blipFill>
            <a:blip r:embed="rId5" cstate="print"/>
            <a:stretch>
              <a:fillRect/>
            </a:stretch>
          </p:blipFill>
          <p:spPr>
            <a:xfrm>
              <a:off x="7649269" y="5183313"/>
              <a:ext cx="146236" cy="210328"/>
            </a:xfrm>
            <a:prstGeom prst="rect">
              <a:avLst/>
            </a:prstGeom>
          </p:spPr>
        </p:pic>
        <p:pic>
          <p:nvPicPr>
            <p:cNvPr id="25" name="object 9">
              <a:extLst>
                <a:ext uri="{FF2B5EF4-FFF2-40B4-BE49-F238E27FC236}">
                  <a16:creationId xmlns:a16="http://schemas.microsoft.com/office/drawing/2014/main" id="{68DBA10F-B7BC-C5F9-240A-900F5BAEF60F}"/>
                </a:ext>
              </a:extLst>
            </p:cNvPr>
            <p:cNvPicPr/>
            <p:nvPr/>
          </p:nvPicPr>
          <p:blipFill>
            <a:blip r:embed="rId6" cstate="print"/>
            <a:stretch>
              <a:fillRect/>
            </a:stretch>
          </p:blipFill>
          <p:spPr>
            <a:xfrm>
              <a:off x="7997196" y="5233843"/>
              <a:ext cx="124875" cy="159796"/>
            </a:xfrm>
            <a:prstGeom prst="rect">
              <a:avLst/>
            </a:prstGeom>
          </p:spPr>
        </p:pic>
        <p:pic>
          <p:nvPicPr>
            <p:cNvPr id="26" name="object 10">
              <a:extLst>
                <a:ext uri="{FF2B5EF4-FFF2-40B4-BE49-F238E27FC236}">
                  <a16:creationId xmlns:a16="http://schemas.microsoft.com/office/drawing/2014/main" id="{A4818C4E-CC5A-DDB9-C242-008982B06199}"/>
                </a:ext>
              </a:extLst>
            </p:cNvPr>
            <p:cNvPicPr/>
            <p:nvPr/>
          </p:nvPicPr>
          <p:blipFill>
            <a:blip r:embed="rId7" cstate="print"/>
            <a:stretch>
              <a:fillRect/>
            </a:stretch>
          </p:blipFill>
          <p:spPr>
            <a:xfrm>
              <a:off x="8166436" y="5183308"/>
              <a:ext cx="131043" cy="210328"/>
            </a:xfrm>
            <a:prstGeom prst="rect">
              <a:avLst/>
            </a:prstGeom>
          </p:spPr>
        </p:pic>
        <p:pic>
          <p:nvPicPr>
            <p:cNvPr id="27" name="object 11">
              <a:extLst>
                <a:ext uri="{FF2B5EF4-FFF2-40B4-BE49-F238E27FC236}">
                  <a16:creationId xmlns:a16="http://schemas.microsoft.com/office/drawing/2014/main" id="{F9B43BBA-9DD9-8891-E843-DB1500A0626B}"/>
                </a:ext>
              </a:extLst>
            </p:cNvPr>
            <p:cNvPicPr/>
            <p:nvPr/>
          </p:nvPicPr>
          <p:blipFill>
            <a:blip r:embed="rId8" cstate="print"/>
            <a:stretch>
              <a:fillRect/>
            </a:stretch>
          </p:blipFill>
          <p:spPr>
            <a:xfrm>
              <a:off x="8408381" y="5183314"/>
              <a:ext cx="150759" cy="210318"/>
            </a:xfrm>
            <a:prstGeom prst="rect">
              <a:avLst/>
            </a:prstGeom>
          </p:spPr>
        </p:pic>
        <p:pic>
          <p:nvPicPr>
            <p:cNvPr id="28" name="object 12">
              <a:extLst>
                <a:ext uri="{FF2B5EF4-FFF2-40B4-BE49-F238E27FC236}">
                  <a16:creationId xmlns:a16="http://schemas.microsoft.com/office/drawing/2014/main" id="{598429EA-0745-718D-5B8C-7D21EC3FC705}"/>
                </a:ext>
              </a:extLst>
            </p:cNvPr>
            <p:cNvPicPr/>
            <p:nvPr/>
          </p:nvPicPr>
          <p:blipFill>
            <a:blip r:embed="rId9" cstate="print"/>
            <a:stretch>
              <a:fillRect/>
            </a:stretch>
          </p:blipFill>
          <p:spPr>
            <a:xfrm>
              <a:off x="8582553" y="5233837"/>
              <a:ext cx="126111" cy="163492"/>
            </a:xfrm>
            <a:prstGeom prst="rect">
              <a:avLst/>
            </a:prstGeom>
          </p:spPr>
        </p:pic>
        <p:pic>
          <p:nvPicPr>
            <p:cNvPr id="29" name="object 13">
              <a:extLst>
                <a:ext uri="{FF2B5EF4-FFF2-40B4-BE49-F238E27FC236}">
                  <a16:creationId xmlns:a16="http://schemas.microsoft.com/office/drawing/2014/main" id="{52710F6D-9A1B-2E9A-C175-68980F7074AE}"/>
                </a:ext>
              </a:extLst>
            </p:cNvPr>
            <p:cNvPicPr/>
            <p:nvPr/>
          </p:nvPicPr>
          <p:blipFill>
            <a:blip r:embed="rId10" cstate="print"/>
            <a:stretch>
              <a:fillRect/>
            </a:stretch>
          </p:blipFill>
          <p:spPr>
            <a:xfrm>
              <a:off x="8753027" y="5183308"/>
              <a:ext cx="286312" cy="269482"/>
            </a:xfrm>
            <a:prstGeom prst="rect">
              <a:avLst/>
            </a:prstGeom>
          </p:spPr>
        </p:pic>
        <p:pic>
          <p:nvPicPr>
            <p:cNvPr id="30" name="object 14">
              <a:extLst>
                <a:ext uri="{FF2B5EF4-FFF2-40B4-BE49-F238E27FC236}">
                  <a16:creationId xmlns:a16="http://schemas.microsoft.com/office/drawing/2014/main" id="{B26A5B02-6BA6-39A9-38C8-69163059B4D3}"/>
                </a:ext>
              </a:extLst>
            </p:cNvPr>
            <p:cNvPicPr/>
            <p:nvPr/>
          </p:nvPicPr>
          <p:blipFill>
            <a:blip r:embed="rId11" cstate="print"/>
            <a:stretch>
              <a:fillRect/>
            </a:stretch>
          </p:blipFill>
          <p:spPr>
            <a:xfrm>
              <a:off x="9063987" y="5233837"/>
              <a:ext cx="126111" cy="163492"/>
            </a:xfrm>
            <a:prstGeom prst="rect">
              <a:avLst/>
            </a:prstGeom>
          </p:spPr>
        </p:pic>
        <p:pic>
          <p:nvPicPr>
            <p:cNvPr id="31" name="object 15">
              <a:extLst>
                <a:ext uri="{FF2B5EF4-FFF2-40B4-BE49-F238E27FC236}">
                  <a16:creationId xmlns:a16="http://schemas.microsoft.com/office/drawing/2014/main" id="{FB666914-6991-E6AD-A16D-143FE3851201}"/>
                </a:ext>
              </a:extLst>
            </p:cNvPr>
            <p:cNvPicPr/>
            <p:nvPr/>
          </p:nvPicPr>
          <p:blipFill>
            <a:blip r:embed="rId12" cstate="print"/>
            <a:stretch>
              <a:fillRect/>
            </a:stretch>
          </p:blipFill>
          <p:spPr>
            <a:xfrm>
              <a:off x="9221317" y="5198099"/>
              <a:ext cx="84615" cy="197596"/>
            </a:xfrm>
            <a:prstGeom prst="rect">
              <a:avLst/>
            </a:prstGeom>
          </p:spPr>
        </p:pic>
        <p:pic>
          <p:nvPicPr>
            <p:cNvPr id="32" name="object 16">
              <a:extLst>
                <a:ext uri="{FF2B5EF4-FFF2-40B4-BE49-F238E27FC236}">
                  <a16:creationId xmlns:a16="http://schemas.microsoft.com/office/drawing/2014/main" id="{5DA05455-5BB4-CAAD-7199-93AC14963B0E}"/>
                </a:ext>
              </a:extLst>
            </p:cNvPr>
            <p:cNvPicPr/>
            <p:nvPr/>
          </p:nvPicPr>
          <p:blipFill>
            <a:blip r:embed="rId13" cstate="print"/>
            <a:stretch>
              <a:fillRect/>
            </a:stretch>
          </p:blipFill>
          <p:spPr>
            <a:xfrm>
              <a:off x="9424236" y="5176753"/>
              <a:ext cx="1270539" cy="220576"/>
            </a:xfrm>
            <a:prstGeom prst="rect">
              <a:avLst/>
            </a:prstGeom>
          </p:spPr>
        </p:pic>
        <p:sp>
          <p:nvSpPr>
            <p:cNvPr id="33" name="object 17">
              <a:extLst>
                <a:ext uri="{FF2B5EF4-FFF2-40B4-BE49-F238E27FC236}">
                  <a16:creationId xmlns:a16="http://schemas.microsoft.com/office/drawing/2014/main" id="{B7354911-BEA7-289F-9B3A-A2AE1326D5FA}"/>
                </a:ext>
              </a:extLst>
            </p:cNvPr>
            <p:cNvSpPr/>
            <p:nvPr/>
          </p:nvSpPr>
          <p:spPr>
            <a:xfrm>
              <a:off x="13741693" y="3912748"/>
              <a:ext cx="3046095" cy="1141095"/>
            </a:xfrm>
            <a:custGeom>
              <a:avLst/>
              <a:gdLst/>
              <a:ahLst/>
              <a:cxnLst/>
              <a:rect l="l" t="t" r="r" b="b"/>
              <a:pathLst>
                <a:path w="3046094" h="1141095">
                  <a:moveTo>
                    <a:pt x="1140968" y="167919"/>
                  </a:moveTo>
                  <a:lnTo>
                    <a:pt x="1136078" y="131521"/>
                  </a:lnTo>
                  <a:lnTo>
                    <a:pt x="1136002" y="130924"/>
                  </a:lnTo>
                  <a:lnTo>
                    <a:pt x="1134973" y="123278"/>
                  </a:lnTo>
                  <a:lnTo>
                    <a:pt x="1118044" y="83172"/>
                  </a:lnTo>
                  <a:lnTo>
                    <a:pt x="1091793" y="49187"/>
                  </a:lnTo>
                  <a:lnTo>
                    <a:pt x="1057808" y="22936"/>
                  </a:lnTo>
                  <a:lnTo>
                    <a:pt x="1017701" y="6007"/>
                  </a:lnTo>
                  <a:lnTo>
                    <a:pt x="1010056" y="4978"/>
                  </a:lnTo>
                  <a:lnTo>
                    <a:pt x="1010056" y="167919"/>
                  </a:lnTo>
                  <a:lnTo>
                    <a:pt x="1010056" y="886726"/>
                  </a:lnTo>
                  <a:lnTo>
                    <a:pt x="944194" y="816356"/>
                  </a:lnTo>
                  <a:lnTo>
                    <a:pt x="944194" y="1010069"/>
                  </a:lnTo>
                  <a:lnTo>
                    <a:pt x="508546" y="1010069"/>
                  </a:lnTo>
                  <a:lnTo>
                    <a:pt x="529247" y="966114"/>
                  </a:lnTo>
                  <a:lnTo>
                    <a:pt x="541172" y="919835"/>
                  </a:lnTo>
                  <a:lnTo>
                    <a:pt x="544309" y="872324"/>
                  </a:lnTo>
                  <a:lnTo>
                    <a:pt x="538657" y="824712"/>
                  </a:lnTo>
                  <a:lnTo>
                    <a:pt x="524205" y="778103"/>
                  </a:lnTo>
                  <a:lnTo>
                    <a:pt x="500951" y="733602"/>
                  </a:lnTo>
                  <a:lnTo>
                    <a:pt x="468884" y="692340"/>
                  </a:lnTo>
                  <a:lnTo>
                    <a:pt x="411911" y="629742"/>
                  </a:lnTo>
                  <a:lnTo>
                    <a:pt x="411911" y="898372"/>
                  </a:lnTo>
                  <a:lnTo>
                    <a:pt x="399567" y="936599"/>
                  </a:lnTo>
                  <a:lnTo>
                    <a:pt x="374637" y="970673"/>
                  </a:lnTo>
                  <a:lnTo>
                    <a:pt x="326136" y="1001636"/>
                  </a:lnTo>
                  <a:lnTo>
                    <a:pt x="277075" y="1009472"/>
                  </a:lnTo>
                  <a:lnTo>
                    <a:pt x="277075" y="1010069"/>
                  </a:lnTo>
                  <a:lnTo>
                    <a:pt x="167906" y="1010069"/>
                  </a:lnTo>
                  <a:lnTo>
                    <a:pt x="153504" y="1007160"/>
                  </a:lnTo>
                  <a:lnTo>
                    <a:pt x="141744" y="999236"/>
                  </a:lnTo>
                  <a:lnTo>
                    <a:pt x="133819" y="987475"/>
                  </a:lnTo>
                  <a:lnTo>
                    <a:pt x="130911" y="973061"/>
                  </a:lnTo>
                  <a:lnTo>
                    <a:pt x="130911" y="167919"/>
                  </a:lnTo>
                  <a:lnTo>
                    <a:pt x="133807" y="153530"/>
                  </a:lnTo>
                  <a:lnTo>
                    <a:pt x="141732" y="141770"/>
                  </a:lnTo>
                  <a:lnTo>
                    <a:pt x="153504" y="133832"/>
                  </a:lnTo>
                  <a:lnTo>
                    <a:pt x="167906" y="130924"/>
                  </a:lnTo>
                  <a:lnTo>
                    <a:pt x="277075" y="130924"/>
                  </a:lnTo>
                  <a:lnTo>
                    <a:pt x="277075" y="131521"/>
                  </a:lnTo>
                  <a:lnTo>
                    <a:pt x="302158" y="133146"/>
                  </a:lnTo>
                  <a:lnTo>
                    <a:pt x="348500" y="149936"/>
                  </a:lnTo>
                  <a:lnTo>
                    <a:pt x="399224" y="203898"/>
                  </a:lnTo>
                  <a:lnTo>
                    <a:pt x="411340" y="241681"/>
                  </a:lnTo>
                  <a:lnTo>
                    <a:pt x="411137" y="266700"/>
                  </a:lnTo>
                  <a:lnTo>
                    <a:pt x="411022" y="281546"/>
                  </a:lnTo>
                  <a:lnTo>
                    <a:pt x="398310" y="321424"/>
                  </a:lnTo>
                  <a:lnTo>
                    <a:pt x="373227" y="359244"/>
                  </a:lnTo>
                  <a:lnTo>
                    <a:pt x="201320" y="548170"/>
                  </a:lnTo>
                  <a:lnTo>
                    <a:pt x="194830" y="558711"/>
                  </a:lnTo>
                  <a:lnTo>
                    <a:pt x="192671" y="570496"/>
                  </a:lnTo>
                  <a:lnTo>
                    <a:pt x="194830" y="582282"/>
                  </a:lnTo>
                  <a:lnTo>
                    <a:pt x="201320" y="592810"/>
                  </a:lnTo>
                  <a:lnTo>
                    <a:pt x="371970" y="780389"/>
                  </a:lnTo>
                  <a:lnTo>
                    <a:pt x="373710" y="782231"/>
                  </a:lnTo>
                  <a:lnTo>
                    <a:pt x="398970" y="818845"/>
                  </a:lnTo>
                  <a:lnTo>
                    <a:pt x="411708" y="858329"/>
                  </a:lnTo>
                  <a:lnTo>
                    <a:pt x="411784" y="872324"/>
                  </a:lnTo>
                  <a:lnTo>
                    <a:pt x="411861" y="886726"/>
                  </a:lnTo>
                  <a:lnTo>
                    <a:pt x="411911" y="898372"/>
                  </a:lnTo>
                  <a:lnTo>
                    <a:pt x="411911" y="629742"/>
                  </a:lnTo>
                  <a:lnTo>
                    <a:pt x="358000" y="570496"/>
                  </a:lnTo>
                  <a:lnTo>
                    <a:pt x="467677" y="449935"/>
                  </a:lnTo>
                  <a:lnTo>
                    <a:pt x="469950" y="447484"/>
                  </a:lnTo>
                  <a:lnTo>
                    <a:pt x="501459" y="405295"/>
                  </a:lnTo>
                  <a:lnTo>
                    <a:pt x="524294" y="360438"/>
                  </a:lnTo>
                  <a:lnTo>
                    <a:pt x="538454" y="313905"/>
                  </a:lnTo>
                  <a:lnTo>
                    <a:pt x="543966" y="266700"/>
                  </a:lnTo>
                  <a:lnTo>
                    <a:pt x="540816" y="219798"/>
                  </a:lnTo>
                  <a:lnTo>
                    <a:pt x="529018" y="174205"/>
                  </a:lnTo>
                  <a:lnTo>
                    <a:pt x="508596" y="130924"/>
                  </a:lnTo>
                  <a:lnTo>
                    <a:pt x="629259" y="130924"/>
                  </a:lnTo>
                  <a:lnTo>
                    <a:pt x="629285" y="131521"/>
                  </a:lnTo>
                  <a:lnTo>
                    <a:pt x="654367" y="133146"/>
                  </a:lnTo>
                  <a:lnTo>
                    <a:pt x="678345" y="139357"/>
                  </a:lnTo>
                  <a:lnTo>
                    <a:pt x="720877" y="164680"/>
                  </a:lnTo>
                  <a:lnTo>
                    <a:pt x="751420" y="203898"/>
                  </a:lnTo>
                  <a:lnTo>
                    <a:pt x="763536" y="241681"/>
                  </a:lnTo>
                  <a:lnTo>
                    <a:pt x="763333" y="266700"/>
                  </a:lnTo>
                  <a:lnTo>
                    <a:pt x="763219" y="281546"/>
                  </a:lnTo>
                  <a:lnTo>
                    <a:pt x="750506" y="321424"/>
                  </a:lnTo>
                  <a:lnTo>
                    <a:pt x="725411" y="359244"/>
                  </a:lnTo>
                  <a:lnTo>
                    <a:pt x="555472" y="550024"/>
                  </a:lnTo>
                  <a:lnTo>
                    <a:pt x="549097" y="560654"/>
                  </a:lnTo>
                  <a:lnTo>
                    <a:pt x="547077" y="572477"/>
                  </a:lnTo>
                  <a:lnTo>
                    <a:pt x="549376" y="584263"/>
                  </a:lnTo>
                  <a:lnTo>
                    <a:pt x="556006" y="594741"/>
                  </a:lnTo>
                  <a:lnTo>
                    <a:pt x="944194" y="1010069"/>
                  </a:lnTo>
                  <a:lnTo>
                    <a:pt x="944194" y="816356"/>
                  </a:lnTo>
                  <a:lnTo>
                    <a:pt x="712127" y="568363"/>
                  </a:lnTo>
                  <a:lnTo>
                    <a:pt x="819873" y="449935"/>
                  </a:lnTo>
                  <a:lnTo>
                    <a:pt x="853655" y="405295"/>
                  </a:lnTo>
                  <a:lnTo>
                    <a:pt x="876490" y="360438"/>
                  </a:lnTo>
                  <a:lnTo>
                    <a:pt x="890651" y="313905"/>
                  </a:lnTo>
                  <a:lnTo>
                    <a:pt x="896150" y="266700"/>
                  </a:lnTo>
                  <a:lnTo>
                    <a:pt x="893000" y="219798"/>
                  </a:lnTo>
                  <a:lnTo>
                    <a:pt x="881202" y="174205"/>
                  </a:lnTo>
                  <a:lnTo>
                    <a:pt x="860780" y="130924"/>
                  </a:lnTo>
                  <a:lnTo>
                    <a:pt x="973061" y="130924"/>
                  </a:lnTo>
                  <a:lnTo>
                    <a:pt x="987450" y="133832"/>
                  </a:lnTo>
                  <a:lnTo>
                    <a:pt x="999210" y="141770"/>
                  </a:lnTo>
                  <a:lnTo>
                    <a:pt x="1007148" y="153530"/>
                  </a:lnTo>
                  <a:lnTo>
                    <a:pt x="1010056" y="167919"/>
                  </a:lnTo>
                  <a:lnTo>
                    <a:pt x="1010056" y="4978"/>
                  </a:lnTo>
                  <a:lnTo>
                    <a:pt x="973061" y="0"/>
                  </a:lnTo>
                  <a:lnTo>
                    <a:pt x="167906" y="0"/>
                  </a:lnTo>
                  <a:lnTo>
                    <a:pt x="123278" y="6007"/>
                  </a:lnTo>
                  <a:lnTo>
                    <a:pt x="83159" y="22936"/>
                  </a:lnTo>
                  <a:lnTo>
                    <a:pt x="49174" y="49187"/>
                  </a:lnTo>
                  <a:lnTo>
                    <a:pt x="22923" y="83172"/>
                  </a:lnTo>
                  <a:lnTo>
                    <a:pt x="5994" y="123278"/>
                  </a:lnTo>
                  <a:lnTo>
                    <a:pt x="0" y="167919"/>
                  </a:lnTo>
                  <a:lnTo>
                    <a:pt x="0" y="973061"/>
                  </a:lnTo>
                  <a:lnTo>
                    <a:pt x="5994" y="1017701"/>
                  </a:lnTo>
                  <a:lnTo>
                    <a:pt x="22923" y="1057821"/>
                  </a:lnTo>
                  <a:lnTo>
                    <a:pt x="49174" y="1091793"/>
                  </a:lnTo>
                  <a:lnTo>
                    <a:pt x="83159" y="1118057"/>
                  </a:lnTo>
                  <a:lnTo>
                    <a:pt x="123278" y="1134973"/>
                  </a:lnTo>
                  <a:lnTo>
                    <a:pt x="167906" y="1140980"/>
                  </a:lnTo>
                  <a:lnTo>
                    <a:pt x="973061" y="1140980"/>
                  </a:lnTo>
                  <a:lnTo>
                    <a:pt x="1017701" y="1134973"/>
                  </a:lnTo>
                  <a:lnTo>
                    <a:pt x="1057808" y="1118057"/>
                  </a:lnTo>
                  <a:lnTo>
                    <a:pt x="1091793" y="1091793"/>
                  </a:lnTo>
                  <a:lnTo>
                    <a:pt x="1118044" y="1057821"/>
                  </a:lnTo>
                  <a:lnTo>
                    <a:pt x="1134973" y="1017701"/>
                  </a:lnTo>
                  <a:lnTo>
                    <a:pt x="1140968" y="973061"/>
                  </a:lnTo>
                  <a:lnTo>
                    <a:pt x="1140968" y="886726"/>
                  </a:lnTo>
                  <a:lnTo>
                    <a:pt x="1140968" y="167919"/>
                  </a:lnTo>
                  <a:close/>
                </a:path>
                <a:path w="3046094" h="1141095">
                  <a:moveTo>
                    <a:pt x="2063419" y="758596"/>
                  </a:moveTo>
                  <a:lnTo>
                    <a:pt x="2054580" y="685546"/>
                  </a:lnTo>
                  <a:lnTo>
                    <a:pt x="2028202" y="621118"/>
                  </a:lnTo>
                  <a:lnTo>
                    <a:pt x="2025142" y="616407"/>
                  </a:lnTo>
                  <a:lnTo>
                    <a:pt x="2009698" y="592620"/>
                  </a:lnTo>
                  <a:lnTo>
                    <a:pt x="1989709" y="567512"/>
                  </a:lnTo>
                  <a:lnTo>
                    <a:pt x="1968296" y="545884"/>
                  </a:lnTo>
                  <a:lnTo>
                    <a:pt x="1945551" y="527812"/>
                  </a:lnTo>
                  <a:lnTo>
                    <a:pt x="1941322" y="523201"/>
                  </a:lnTo>
                  <a:lnTo>
                    <a:pt x="1939544" y="517474"/>
                  </a:lnTo>
                  <a:lnTo>
                    <a:pt x="1940280" y="511530"/>
                  </a:lnTo>
                  <a:lnTo>
                    <a:pt x="1943620" y="506234"/>
                  </a:lnTo>
                  <a:lnTo>
                    <a:pt x="1948472" y="501269"/>
                  </a:lnTo>
                  <a:lnTo>
                    <a:pt x="1953768" y="495592"/>
                  </a:lnTo>
                  <a:lnTo>
                    <a:pt x="1959495" y="489229"/>
                  </a:lnTo>
                  <a:lnTo>
                    <a:pt x="1965642" y="482206"/>
                  </a:lnTo>
                  <a:lnTo>
                    <a:pt x="1969211" y="477824"/>
                  </a:lnTo>
                  <a:lnTo>
                    <a:pt x="1971649" y="474840"/>
                  </a:lnTo>
                  <a:lnTo>
                    <a:pt x="1994141" y="438632"/>
                  </a:lnTo>
                  <a:lnTo>
                    <a:pt x="2010956" y="393268"/>
                  </a:lnTo>
                  <a:lnTo>
                    <a:pt x="2015121" y="358101"/>
                  </a:lnTo>
                  <a:lnTo>
                    <a:pt x="2015236" y="355092"/>
                  </a:lnTo>
                  <a:lnTo>
                    <a:pt x="2010638" y="303187"/>
                  </a:lnTo>
                  <a:lnTo>
                    <a:pt x="1996948" y="254914"/>
                  </a:lnTo>
                  <a:lnTo>
                    <a:pt x="1988959" y="237680"/>
                  </a:lnTo>
                  <a:lnTo>
                    <a:pt x="1986686" y="232765"/>
                  </a:lnTo>
                  <a:lnTo>
                    <a:pt x="1958822" y="192620"/>
                  </a:lnTo>
                  <a:lnTo>
                    <a:pt x="1921217" y="158457"/>
                  </a:lnTo>
                  <a:lnTo>
                    <a:pt x="1910422" y="151523"/>
                  </a:lnTo>
                  <a:lnTo>
                    <a:pt x="1910422" y="755815"/>
                  </a:lnTo>
                  <a:lnTo>
                    <a:pt x="1907781" y="783717"/>
                  </a:lnTo>
                  <a:lnTo>
                    <a:pt x="1886775" y="833424"/>
                  </a:lnTo>
                  <a:lnTo>
                    <a:pt x="1844408" y="872972"/>
                  </a:lnTo>
                  <a:lnTo>
                    <a:pt x="1777276" y="893559"/>
                  </a:lnTo>
                  <a:lnTo>
                    <a:pt x="1734464" y="896137"/>
                  </a:lnTo>
                  <a:lnTo>
                    <a:pt x="1531277" y="896137"/>
                  </a:lnTo>
                  <a:lnTo>
                    <a:pt x="1524952" y="889812"/>
                  </a:lnTo>
                  <a:lnTo>
                    <a:pt x="1524952" y="622731"/>
                  </a:lnTo>
                  <a:lnTo>
                    <a:pt x="1531277" y="616407"/>
                  </a:lnTo>
                  <a:lnTo>
                    <a:pt x="1755279" y="616407"/>
                  </a:lnTo>
                  <a:lnTo>
                    <a:pt x="1824266" y="626999"/>
                  </a:lnTo>
                  <a:lnTo>
                    <a:pt x="1873516" y="658571"/>
                  </a:lnTo>
                  <a:lnTo>
                    <a:pt x="1901177" y="703618"/>
                  </a:lnTo>
                  <a:lnTo>
                    <a:pt x="1910422" y="755815"/>
                  </a:lnTo>
                  <a:lnTo>
                    <a:pt x="1910422" y="151523"/>
                  </a:lnTo>
                  <a:lnTo>
                    <a:pt x="1898650" y="143954"/>
                  </a:lnTo>
                  <a:lnTo>
                    <a:pt x="1873681" y="131305"/>
                  </a:lnTo>
                  <a:lnTo>
                    <a:pt x="1862416" y="126860"/>
                  </a:lnTo>
                  <a:lnTo>
                    <a:pt x="1862416" y="358101"/>
                  </a:lnTo>
                  <a:lnTo>
                    <a:pt x="1861451" y="378802"/>
                  </a:lnTo>
                  <a:lnTo>
                    <a:pt x="1847088" y="430504"/>
                  </a:lnTo>
                  <a:lnTo>
                    <a:pt x="1824710" y="465264"/>
                  </a:lnTo>
                  <a:lnTo>
                    <a:pt x="1813001" y="477824"/>
                  </a:lnTo>
                  <a:lnTo>
                    <a:pt x="1531277" y="477824"/>
                  </a:lnTo>
                  <a:lnTo>
                    <a:pt x="1524952" y="471500"/>
                  </a:lnTo>
                  <a:lnTo>
                    <a:pt x="1524952" y="243992"/>
                  </a:lnTo>
                  <a:lnTo>
                    <a:pt x="1531277" y="237680"/>
                  </a:lnTo>
                  <a:lnTo>
                    <a:pt x="1705711" y="237680"/>
                  </a:lnTo>
                  <a:lnTo>
                    <a:pt x="1750771" y="240753"/>
                  </a:lnTo>
                  <a:lnTo>
                    <a:pt x="1787994" y="249936"/>
                  </a:lnTo>
                  <a:lnTo>
                    <a:pt x="1825155" y="272465"/>
                  </a:lnTo>
                  <a:lnTo>
                    <a:pt x="1853057" y="311759"/>
                  </a:lnTo>
                  <a:lnTo>
                    <a:pt x="1862416" y="358101"/>
                  </a:lnTo>
                  <a:lnTo>
                    <a:pt x="1862416" y="126860"/>
                  </a:lnTo>
                  <a:lnTo>
                    <a:pt x="1816366" y="111874"/>
                  </a:lnTo>
                  <a:lnTo>
                    <a:pt x="1748663" y="101917"/>
                  </a:lnTo>
                  <a:lnTo>
                    <a:pt x="1711236" y="100672"/>
                  </a:lnTo>
                  <a:lnTo>
                    <a:pt x="1380490" y="100672"/>
                  </a:lnTo>
                  <a:lnTo>
                    <a:pt x="1374165" y="106984"/>
                  </a:lnTo>
                  <a:lnTo>
                    <a:pt x="1374165" y="1030109"/>
                  </a:lnTo>
                  <a:lnTo>
                    <a:pt x="1380490" y="1036434"/>
                  </a:lnTo>
                  <a:lnTo>
                    <a:pt x="1745665" y="1036434"/>
                  </a:lnTo>
                  <a:lnTo>
                    <a:pt x="1785010" y="1035062"/>
                  </a:lnTo>
                  <a:lnTo>
                    <a:pt x="1856054" y="1024089"/>
                  </a:lnTo>
                  <a:lnTo>
                    <a:pt x="1916087" y="1002690"/>
                  </a:lnTo>
                  <a:lnTo>
                    <a:pt x="1965655" y="972883"/>
                  </a:lnTo>
                  <a:lnTo>
                    <a:pt x="2004695" y="935418"/>
                  </a:lnTo>
                  <a:lnTo>
                    <a:pt x="2030945" y="896137"/>
                  </a:lnTo>
                  <a:lnTo>
                    <a:pt x="2033689" y="891438"/>
                  </a:lnTo>
                  <a:lnTo>
                    <a:pt x="2044369" y="867244"/>
                  </a:lnTo>
                  <a:lnTo>
                    <a:pt x="2052675" y="841514"/>
                  </a:lnTo>
                  <a:lnTo>
                    <a:pt x="2058631" y="814755"/>
                  </a:lnTo>
                  <a:lnTo>
                    <a:pt x="2062226" y="787095"/>
                  </a:lnTo>
                  <a:lnTo>
                    <a:pt x="2063419" y="758596"/>
                  </a:lnTo>
                  <a:close/>
                </a:path>
                <a:path w="3046094" h="1141095">
                  <a:moveTo>
                    <a:pt x="2806027" y="1021613"/>
                  </a:moveTo>
                  <a:lnTo>
                    <a:pt x="2803448" y="1014183"/>
                  </a:lnTo>
                  <a:lnTo>
                    <a:pt x="2574455" y="688225"/>
                  </a:lnTo>
                  <a:lnTo>
                    <a:pt x="2571978" y="681786"/>
                  </a:lnTo>
                  <a:lnTo>
                    <a:pt x="2609227" y="658329"/>
                  </a:lnTo>
                  <a:lnTo>
                    <a:pt x="2634361" y="648474"/>
                  </a:lnTo>
                  <a:lnTo>
                    <a:pt x="2679255" y="623684"/>
                  </a:lnTo>
                  <a:lnTo>
                    <a:pt x="2717190" y="593115"/>
                  </a:lnTo>
                  <a:lnTo>
                    <a:pt x="2748153" y="558101"/>
                  </a:lnTo>
                  <a:lnTo>
                    <a:pt x="2760586" y="539546"/>
                  </a:lnTo>
                  <a:lnTo>
                    <a:pt x="2760929" y="539038"/>
                  </a:lnTo>
                  <a:lnTo>
                    <a:pt x="2781211" y="497814"/>
                  </a:lnTo>
                  <a:lnTo>
                    <a:pt x="2794419" y="452882"/>
                  </a:lnTo>
                  <a:lnTo>
                    <a:pt x="2801035" y="406209"/>
                  </a:lnTo>
                  <a:lnTo>
                    <a:pt x="2801874" y="382612"/>
                  </a:lnTo>
                  <a:lnTo>
                    <a:pt x="2800591" y="352323"/>
                  </a:lnTo>
                  <a:lnTo>
                    <a:pt x="2790380" y="295249"/>
                  </a:lnTo>
                  <a:lnTo>
                    <a:pt x="2770174" y="243992"/>
                  </a:lnTo>
                  <a:lnTo>
                    <a:pt x="2766453" y="237807"/>
                  </a:lnTo>
                  <a:lnTo>
                    <a:pt x="2766377" y="237680"/>
                  </a:lnTo>
                  <a:lnTo>
                    <a:pt x="2739860" y="199644"/>
                  </a:lnTo>
                  <a:lnTo>
                    <a:pt x="2699512" y="162687"/>
                  </a:lnTo>
                  <a:lnTo>
                    <a:pt x="2648534" y="133477"/>
                  </a:lnTo>
                  <a:lnTo>
                    <a:pt x="2645384" y="132245"/>
                  </a:lnTo>
                  <a:lnTo>
                    <a:pt x="2645384" y="381393"/>
                  </a:lnTo>
                  <a:lnTo>
                    <a:pt x="2644775" y="396125"/>
                  </a:lnTo>
                  <a:lnTo>
                    <a:pt x="2635694" y="439458"/>
                  </a:lnTo>
                  <a:lnTo>
                    <a:pt x="2614307" y="479196"/>
                  </a:lnTo>
                  <a:lnTo>
                    <a:pt x="2580195" y="510514"/>
                  </a:lnTo>
                  <a:lnTo>
                    <a:pt x="2533065" y="531990"/>
                  </a:lnTo>
                  <a:lnTo>
                    <a:pt x="2493975" y="538695"/>
                  </a:lnTo>
                  <a:lnTo>
                    <a:pt x="2472156" y="539546"/>
                  </a:lnTo>
                  <a:lnTo>
                    <a:pt x="2271090" y="539546"/>
                  </a:lnTo>
                  <a:lnTo>
                    <a:pt x="2264765" y="533222"/>
                  </a:lnTo>
                  <a:lnTo>
                    <a:pt x="2264765" y="243992"/>
                  </a:lnTo>
                  <a:lnTo>
                    <a:pt x="2271090" y="237680"/>
                  </a:lnTo>
                  <a:lnTo>
                    <a:pt x="2477185" y="237680"/>
                  </a:lnTo>
                  <a:lnTo>
                    <a:pt x="2537104" y="245275"/>
                  </a:lnTo>
                  <a:lnTo>
                    <a:pt x="2580792" y="264553"/>
                  </a:lnTo>
                  <a:lnTo>
                    <a:pt x="2619171" y="300494"/>
                  </a:lnTo>
                  <a:lnTo>
                    <a:pt x="2642463" y="352107"/>
                  </a:lnTo>
                  <a:lnTo>
                    <a:pt x="2645384" y="381393"/>
                  </a:lnTo>
                  <a:lnTo>
                    <a:pt x="2645384" y="132245"/>
                  </a:lnTo>
                  <a:lnTo>
                    <a:pt x="2587129" y="112661"/>
                  </a:lnTo>
                  <a:lnTo>
                    <a:pt x="2515285" y="102006"/>
                  </a:lnTo>
                  <a:lnTo>
                    <a:pt x="2475814" y="100672"/>
                  </a:lnTo>
                  <a:lnTo>
                    <a:pt x="2116836" y="100672"/>
                  </a:lnTo>
                  <a:lnTo>
                    <a:pt x="2110511" y="106997"/>
                  </a:lnTo>
                  <a:lnTo>
                    <a:pt x="2110511" y="1030109"/>
                  </a:lnTo>
                  <a:lnTo>
                    <a:pt x="2116836" y="1036434"/>
                  </a:lnTo>
                  <a:lnTo>
                    <a:pt x="2258441" y="1036434"/>
                  </a:lnTo>
                  <a:lnTo>
                    <a:pt x="2264765" y="1030109"/>
                  </a:lnTo>
                  <a:lnTo>
                    <a:pt x="2264765" y="684707"/>
                  </a:lnTo>
                  <a:lnTo>
                    <a:pt x="2271090" y="678383"/>
                  </a:lnTo>
                  <a:lnTo>
                    <a:pt x="2385263" y="678383"/>
                  </a:lnTo>
                  <a:lnTo>
                    <a:pt x="2389568" y="680618"/>
                  </a:lnTo>
                  <a:lnTo>
                    <a:pt x="2635250" y="1030109"/>
                  </a:lnTo>
                  <a:lnTo>
                    <a:pt x="2638272" y="1034275"/>
                  </a:lnTo>
                  <a:lnTo>
                    <a:pt x="2642425" y="1036434"/>
                  </a:lnTo>
                  <a:lnTo>
                    <a:pt x="2791904" y="1036434"/>
                  </a:lnTo>
                  <a:lnTo>
                    <a:pt x="2799461" y="1034275"/>
                  </a:lnTo>
                  <a:lnTo>
                    <a:pt x="2804439" y="1028827"/>
                  </a:lnTo>
                  <a:lnTo>
                    <a:pt x="2806027" y="1021613"/>
                  </a:lnTo>
                  <a:close/>
                </a:path>
                <a:path w="3046094" h="1141095">
                  <a:moveTo>
                    <a:pt x="3045510" y="106984"/>
                  </a:moveTo>
                  <a:lnTo>
                    <a:pt x="3039186" y="100660"/>
                  </a:lnTo>
                  <a:lnTo>
                    <a:pt x="3031375" y="100660"/>
                  </a:lnTo>
                  <a:lnTo>
                    <a:pt x="2893987" y="100660"/>
                  </a:lnTo>
                  <a:lnTo>
                    <a:pt x="2887662" y="106984"/>
                  </a:lnTo>
                  <a:lnTo>
                    <a:pt x="2887662" y="1030109"/>
                  </a:lnTo>
                  <a:lnTo>
                    <a:pt x="2893987" y="1036434"/>
                  </a:lnTo>
                  <a:lnTo>
                    <a:pt x="3039186" y="1036434"/>
                  </a:lnTo>
                  <a:lnTo>
                    <a:pt x="3045510" y="1030109"/>
                  </a:lnTo>
                  <a:lnTo>
                    <a:pt x="3045510" y="106984"/>
                  </a:lnTo>
                  <a:close/>
                </a:path>
              </a:pathLst>
            </a:custGeom>
            <a:solidFill>
              <a:srgbClr val="000000"/>
            </a:solidFill>
          </p:spPr>
          <p:txBody>
            <a:bodyPr wrap="square" lIns="0" tIns="0" rIns="0" bIns="0" rtlCol="0"/>
            <a:lstStyle/>
            <a:p>
              <a:endParaRPr/>
            </a:p>
          </p:txBody>
        </p:sp>
        <p:pic>
          <p:nvPicPr>
            <p:cNvPr id="34" name="object 18">
              <a:extLst>
                <a:ext uri="{FF2B5EF4-FFF2-40B4-BE49-F238E27FC236}">
                  <a16:creationId xmlns:a16="http://schemas.microsoft.com/office/drawing/2014/main" id="{3F25EB98-F035-F35D-0DCE-F1BD8F96229D}"/>
                </a:ext>
              </a:extLst>
            </p:cNvPr>
            <p:cNvPicPr/>
            <p:nvPr/>
          </p:nvPicPr>
          <p:blipFill>
            <a:blip r:embed="rId14" cstate="print"/>
            <a:stretch>
              <a:fillRect/>
            </a:stretch>
          </p:blipFill>
          <p:spPr>
            <a:xfrm>
              <a:off x="13741699" y="5183313"/>
              <a:ext cx="146236" cy="210328"/>
            </a:xfrm>
            <a:prstGeom prst="rect">
              <a:avLst/>
            </a:prstGeom>
          </p:spPr>
        </p:pic>
        <p:pic>
          <p:nvPicPr>
            <p:cNvPr id="35" name="object 19">
              <a:extLst>
                <a:ext uri="{FF2B5EF4-FFF2-40B4-BE49-F238E27FC236}">
                  <a16:creationId xmlns:a16="http://schemas.microsoft.com/office/drawing/2014/main" id="{6AAC9656-42A6-9CB4-CBC3-03C6CC4B033E}"/>
                </a:ext>
              </a:extLst>
            </p:cNvPr>
            <p:cNvPicPr/>
            <p:nvPr/>
          </p:nvPicPr>
          <p:blipFill>
            <a:blip r:embed="rId15" cstate="print"/>
            <a:stretch>
              <a:fillRect/>
            </a:stretch>
          </p:blipFill>
          <p:spPr>
            <a:xfrm>
              <a:off x="13919151" y="5233837"/>
              <a:ext cx="126111" cy="163492"/>
            </a:xfrm>
            <a:prstGeom prst="rect">
              <a:avLst/>
            </a:prstGeom>
          </p:spPr>
        </p:pic>
        <p:pic>
          <p:nvPicPr>
            <p:cNvPr id="36" name="object 20">
              <a:extLst>
                <a:ext uri="{FF2B5EF4-FFF2-40B4-BE49-F238E27FC236}">
                  <a16:creationId xmlns:a16="http://schemas.microsoft.com/office/drawing/2014/main" id="{DBFBF622-7C80-C5F4-EB8D-EA901CAEBF5E}"/>
                </a:ext>
              </a:extLst>
            </p:cNvPr>
            <p:cNvPicPr/>
            <p:nvPr/>
          </p:nvPicPr>
          <p:blipFill>
            <a:blip r:embed="rId16" cstate="print"/>
            <a:stretch>
              <a:fillRect/>
            </a:stretch>
          </p:blipFill>
          <p:spPr>
            <a:xfrm>
              <a:off x="14089626" y="5233843"/>
              <a:ext cx="124875" cy="159796"/>
            </a:xfrm>
            <a:prstGeom prst="rect">
              <a:avLst/>
            </a:prstGeom>
          </p:spPr>
        </p:pic>
        <p:pic>
          <p:nvPicPr>
            <p:cNvPr id="37" name="object 21">
              <a:extLst>
                <a:ext uri="{FF2B5EF4-FFF2-40B4-BE49-F238E27FC236}">
                  <a16:creationId xmlns:a16="http://schemas.microsoft.com/office/drawing/2014/main" id="{015B70C8-8624-16E2-4CDC-41F3DD4B709C}"/>
                </a:ext>
              </a:extLst>
            </p:cNvPr>
            <p:cNvPicPr/>
            <p:nvPr/>
          </p:nvPicPr>
          <p:blipFill>
            <a:blip r:embed="rId17" cstate="print"/>
            <a:stretch>
              <a:fillRect/>
            </a:stretch>
          </p:blipFill>
          <p:spPr>
            <a:xfrm>
              <a:off x="14258865" y="5183308"/>
              <a:ext cx="131043" cy="210328"/>
            </a:xfrm>
            <a:prstGeom prst="rect">
              <a:avLst/>
            </a:prstGeom>
          </p:spPr>
        </p:pic>
        <p:pic>
          <p:nvPicPr>
            <p:cNvPr id="38" name="object 22">
              <a:extLst>
                <a:ext uri="{FF2B5EF4-FFF2-40B4-BE49-F238E27FC236}">
                  <a16:creationId xmlns:a16="http://schemas.microsoft.com/office/drawing/2014/main" id="{C9E9F967-0798-55EE-8CAA-14D6E1F437B1}"/>
                </a:ext>
              </a:extLst>
            </p:cNvPr>
            <p:cNvPicPr/>
            <p:nvPr/>
          </p:nvPicPr>
          <p:blipFill>
            <a:blip r:embed="rId18" cstate="print"/>
            <a:stretch>
              <a:fillRect/>
            </a:stretch>
          </p:blipFill>
          <p:spPr>
            <a:xfrm>
              <a:off x="14500811" y="5183314"/>
              <a:ext cx="150759" cy="210318"/>
            </a:xfrm>
            <a:prstGeom prst="rect">
              <a:avLst/>
            </a:prstGeom>
          </p:spPr>
        </p:pic>
        <p:pic>
          <p:nvPicPr>
            <p:cNvPr id="39" name="object 23">
              <a:extLst>
                <a:ext uri="{FF2B5EF4-FFF2-40B4-BE49-F238E27FC236}">
                  <a16:creationId xmlns:a16="http://schemas.microsoft.com/office/drawing/2014/main" id="{C0D807B1-F6BE-9338-D1AA-FE9119038E40}"/>
                </a:ext>
              </a:extLst>
            </p:cNvPr>
            <p:cNvPicPr/>
            <p:nvPr/>
          </p:nvPicPr>
          <p:blipFill>
            <a:blip r:embed="rId19" cstate="print"/>
            <a:stretch>
              <a:fillRect/>
            </a:stretch>
          </p:blipFill>
          <p:spPr>
            <a:xfrm>
              <a:off x="14674982" y="5233837"/>
              <a:ext cx="126111" cy="163492"/>
            </a:xfrm>
            <a:prstGeom prst="rect">
              <a:avLst/>
            </a:prstGeom>
          </p:spPr>
        </p:pic>
        <p:pic>
          <p:nvPicPr>
            <p:cNvPr id="40" name="object 24">
              <a:extLst>
                <a:ext uri="{FF2B5EF4-FFF2-40B4-BE49-F238E27FC236}">
                  <a16:creationId xmlns:a16="http://schemas.microsoft.com/office/drawing/2014/main" id="{8B922EC5-AFE7-2550-92B8-08C6C7A7A5CD}"/>
                </a:ext>
              </a:extLst>
            </p:cNvPr>
            <p:cNvPicPr/>
            <p:nvPr/>
          </p:nvPicPr>
          <p:blipFill>
            <a:blip r:embed="rId20" cstate="print"/>
            <a:stretch>
              <a:fillRect/>
            </a:stretch>
          </p:blipFill>
          <p:spPr>
            <a:xfrm>
              <a:off x="14845457" y="5183308"/>
              <a:ext cx="286312" cy="269482"/>
            </a:xfrm>
            <a:prstGeom prst="rect">
              <a:avLst/>
            </a:prstGeom>
          </p:spPr>
        </p:pic>
        <p:pic>
          <p:nvPicPr>
            <p:cNvPr id="41" name="object 25">
              <a:extLst>
                <a:ext uri="{FF2B5EF4-FFF2-40B4-BE49-F238E27FC236}">
                  <a16:creationId xmlns:a16="http://schemas.microsoft.com/office/drawing/2014/main" id="{8CA68128-FBF1-ECC5-C399-ABC3D8C4C0C9}"/>
                </a:ext>
              </a:extLst>
            </p:cNvPr>
            <p:cNvPicPr/>
            <p:nvPr/>
          </p:nvPicPr>
          <p:blipFill>
            <a:blip r:embed="rId21" cstate="print"/>
            <a:stretch>
              <a:fillRect/>
            </a:stretch>
          </p:blipFill>
          <p:spPr>
            <a:xfrm>
              <a:off x="15156415" y="5233837"/>
              <a:ext cx="126111" cy="163492"/>
            </a:xfrm>
            <a:prstGeom prst="rect">
              <a:avLst/>
            </a:prstGeom>
          </p:spPr>
        </p:pic>
        <p:pic>
          <p:nvPicPr>
            <p:cNvPr id="42" name="object 26">
              <a:extLst>
                <a:ext uri="{FF2B5EF4-FFF2-40B4-BE49-F238E27FC236}">
                  <a16:creationId xmlns:a16="http://schemas.microsoft.com/office/drawing/2014/main" id="{AE0E29BC-57A9-7C83-740E-B68B1355FB2E}"/>
                </a:ext>
              </a:extLst>
            </p:cNvPr>
            <p:cNvPicPr/>
            <p:nvPr/>
          </p:nvPicPr>
          <p:blipFill>
            <a:blip r:embed="rId22" cstate="print"/>
            <a:stretch>
              <a:fillRect/>
            </a:stretch>
          </p:blipFill>
          <p:spPr>
            <a:xfrm>
              <a:off x="15313745" y="5198099"/>
              <a:ext cx="84615" cy="197596"/>
            </a:xfrm>
            <a:prstGeom prst="rect">
              <a:avLst/>
            </a:prstGeom>
          </p:spPr>
        </p:pic>
        <p:pic>
          <p:nvPicPr>
            <p:cNvPr id="43" name="object 27">
              <a:extLst>
                <a:ext uri="{FF2B5EF4-FFF2-40B4-BE49-F238E27FC236}">
                  <a16:creationId xmlns:a16="http://schemas.microsoft.com/office/drawing/2014/main" id="{1E2CB013-3D09-BC3D-96E7-04BC6CC78F9A}"/>
                </a:ext>
              </a:extLst>
            </p:cNvPr>
            <p:cNvPicPr/>
            <p:nvPr/>
          </p:nvPicPr>
          <p:blipFill>
            <a:blip r:embed="rId23" cstate="print"/>
            <a:stretch>
              <a:fillRect/>
            </a:stretch>
          </p:blipFill>
          <p:spPr>
            <a:xfrm>
              <a:off x="15516669" y="5176753"/>
              <a:ext cx="1270536" cy="220576"/>
            </a:xfrm>
            <a:prstGeom prst="rect">
              <a:avLst/>
            </a:prstGeom>
          </p:spPr>
        </p:pic>
        <p:sp>
          <p:nvSpPr>
            <p:cNvPr id="44" name="object 28">
              <a:extLst>
                <a:ext uri="{FF2B5EF4-FFF2-40B4-BE49-F238E27FC236}">
                  <a16:creationId xmlns:a16="http://schemas.microsoft.com/office/drawing/2014/main" id="{A31EF856-78EC-FA88-CE8E-9FCE66A82917}"/>
                </a:ext>
              </a:extLst>
            </p:cNvPr>
            <p:cNvSpPr/>
            <p:nvPr/>
          </p:nvSpPr>
          <p:spPr>
            <a:xfrm>
              <a:off x="7649248" y="7344898"/>
              <a:ext cx="3046095" cy="1141095"/>
            </a:xfrm>
            <a:custGeom>
              <a:avLst/>
              <a:gdLst/>
              <a:ahLst/>
              <a:cxnLst/>
              <a:rect l="l" t="t" r="r" b="b"/>
              <a:pathLst>
                <a:path w="3046095" h="1141095">
                  <a:moveTo>
                    <a:pt x="1140980" y="167919"/>
                  </a:moveTo>
                  <a:lnTo>
                    <a:pt x="1136091" y="131521"/>
                  </a:lnTo>
                  <a:lnTo>
                    <a:pt x="1136015" y="130924"/>
                  </a:lnTo>
                  <a:lnTo>
                    <a:pt x="1134986" y="123278"/>
                  </a:lnTo>
                  <a:lnTo>
                    <a:pt x="1118057" y="83172"/>
                  </a:lnTo>
                  <a:lnTo>
                    <a:pt x="1091806" y="49187"/>
                  </a:lnTo>
                  <a:lnTo>
                    <a:pt x="1057821" y="22923"/>
                  </a:lnTo>
                  <a:lnTo>
                    <a:pt x="1017714" y="6007"/>
                  </a:lnTo>
                  <a:lnTo>
                    <a:pt x="1010069" y="4978"/>
                  </a:lnTo>
                  <a:lnTo>
                    <a:pt x="1010069" y="167919"/>
                  </a:lnTo>
                  <a:lnTo>
                    <a:pt x="1010069" y="886714"/>
                  </a:lnTo>
                  <a:lnTo>
                    <a:pt x="944206" y="816343"/>
                  </a:lnTo>
                  <a:lnTo>
                    <a:pt x="944206" y="1010069"/>
                  </a:lnTo>
                  <a:lnTo>
                    <a:pt x="508558" y="1010069"/>
                  </a:lnTo>
                  <a:lnTo>
                    <a:pt x="529259" y="966114"/>
                  </a:lnTo>
                  <a:lnTo>
                    <a:pt x="541185" y="919822"/>
                  </a:lnTo>
                  <a:lnTo>
                    <a:pt x="544322" y="872324"/>
                  </a:lnTo>
                  <a:lnTo>
                    <a:pt x="538670" y="824712"/>
                  </a:lnTo>
                  <a:lnTo>
                    <a:pt x="524217" y="778090"/>
                  </a:lnTo>
                  <a:lnTo>
                    <a:pt x="500964" y="733602"/>
                  </a:lnTo>
                  <a:lnTo>
                    <a:pt x="468896" y="692340"/>
                  </a:lnTo>
                  <a:lnTo>
                    <a:pt x="411924" y="629742"/>
                  </a:lnTo>
                  <a:lnTo>
                    <a:pt x="411924" y="898359"/>
                  </a:lnTo>
                  <a:lnTo>
                    <a:pt x="399580" y="936599"/>
                  </a:lnTo>
                  <a:lnTo>
                    <a:pt x="374650" y="970673"/>
                  </a:lnTo>
                  <a:lnTo>
                    <a:pt x="326148" y="1001636"/>
                  </a:lnTo>
                  <a:lnTo>
                    <a:pt x="277101" y="1009472"/>
                  </a:lnTo>
                  <a:lnTo>
                    <a:pt x="277088" y="1010069"/>
                  </a:lnTo>
                  <a:lnTo>
                    <a:pt x="167932" y="1010069"/>
                  </a:lnTo>
                  <a:lnTo>
                    <a:pt x="153517" y="1007160"/>
                  </a:lnTo>
                  <a:lnTo>
                    <a:pt x="141757" y="999223"/>
                  </a:lnTo>
                  <a:lnTo>
                    <a:pt x="133832" y="987463"/>
                  </a:lnTo>
                  <a:lnTo>
                    <a:pt x="130924" y="973061"/>
                  </a:lnTo>
                  <a:lnTo>
                    <a:pt x="130924" y="167919"/>
                  </a:lnTo>
                  <a:lnTo>
                    <a:pt x="133832" y="153530"/>
                  </a:lnTo>
                  <a:lnTo>
                    <a:pt x="141757" y="141770"/>
                  </a:lnTo>
                  <a:lnTo>
                    <a:pt x="153517" y="133832"/>
                  </a:lnTo>
                  <a:lnTo>
                    <a:pt x="167932" y="130924"/>
                  </a:lnTo>
                  <a:lnTo>
                    <a:pt x="277088" y="130924"/>
                  </a:lnTo>
                  <a:lnTo>
                    <a:pt x="277101" y="131521"/>
                  </a:lnTo>
                  <a:lnTo>
                    <a:pt x="302171" y="133146"/>
                  </a:lnTo>
                  <a:lnTo>
                    <a:pt x="348513" y="149936"/>
                  </a:lnTo>
                  <a:lnTo>
                    <a:pt x="399237" y="203898"/>
                  </a:lnTo>
                  <a:lnTo>
                    <a:pt x="411353" y="241668"/>
                  </a:lnTo>
                  <a:lnTo>
                    <a:pt x="411149" y="266700"/>
                  </a:lnTo>
                  <a:lnTo>
                    <a:pt x="411035" y="281546"/>
                  </a:lnTo>
                  <a:lnTo>
                    <a:pt x="398322" y="321424"/>
                  </a:lnTo>
                  <a:lnTo>
                    <a:pt x="373240" y="359232"/>
                  </a:lnTo>
                  <a:lnTo>
                    <a:pt x="201333" y="548170"/>
                  </a:lnTo>
                  <a:lnTo>
                    <a:pt x="194856" y="558698"/>
                  </a:lnTo>
                  <a:lnTo>
                    <a:pt x="192697" y="570496"/>
                  </a:lnTo>
                  <a:lnTo>
                    <a:pt x="194856" y="582282"/>
                  </a:lnTo>
                  <a:lnTo>
                    <a:pt x="201333" y="592810"/>
                  </a:lnTo>
                  <a:lnTo>
                    <a:pt x="371983" y="780389"/>
                  </a:lnTo>
                  <a:lnTo>
                    <a:pt x="373722" y="782231"/>
                  </a:lnTo>
                  <a:lnTo>
                    <a:pt x="398983" y="818845"/>
                  </a:lnTo>
                  <a:lnTo>
                    <a:pt x="411721" y="858329"/>
                  </a:lnTo>
                  <a:lnTo>
                    <a:pt x="411797" y="872324"/>
                  </a:lnTo>
                  <a:lnTo>
                    <a:pt x="411873" y="886714"/>
                  </a:lnTo>
                  <a:lnTo>
                    <a:pt x="411924" y="898359"/>
                  </a:lnTo>
                  <a:lnTo>
                    <a:pt x="411924" y="629742"/>
                  </a:lnTo>
                  <a:lnTo>
                    <a:pt x="358013" y="570496"/>
                  </a:lnTo>
                  <a:lnTo>
                    <a:pt x="467690" y="449935"/>
                  </a:lnTo>
                  <a:lnTo>
                    <a:pt x="469976" y="447471"/>
                  </a:lnTo>
                  <a:lnTo>
                    <a:pt x="501484" y="405295"/>
                  </a:lnTo>
                  <a:lnTo>
                    <a:pt x="524306" y="360438"/>
                  </a:lnTo>
                  <a:lnTo>
                    <a:pt x="538467" y="313905"/>
                  </a:lnTo>
                  <a:lnTo>
                    <a:pt x="543979" y="266700"/>
                  </a:lnTo>
                  <a:lnTo>
                    <a:pt x="540829" y="219798"/>
                  </a:lnTo>
                  <a:lnTo>
                    <a:pt x="529031" y="174205"/>
                  </a:lnTo>
                  <a:lnTo>
                    <a:pt x="508609" y="130924"/>
                  </a:lnTo>
                  <a:lnTo>
                    <a:pt x="629272" y="130924"/>
                  </a:lnTo>
                  <a:lnTo>
                    <a:pt x="629297" y="131521"/>
                  </a:lnTo>
                  <a:lnTo>
                    <a:pt x="654380" y="133146"/>
                  </a:lnTo>
                  <a:lnTo>
                    <a:pt x="678370" y="139357"/>
                  </a:lnTo>
                  <a:lnTo>
                    <a:pt x="720890" y="164680"/>
                  </a:lnTo>
                  <a:lnTo>
                    <a:pt x="751433" y="203898"/>
                  </a:lnTo>
                  <a:lnTo>
                    <a:pt x="763549" y="241668"/>
                  </a:lnTo>
                  <a:lnTo>
                    <a:pt x="763346" y="266700"/>
                  </a:lnTo>
                  <a:lnTo>
                    <a:pt x="763231" y="281546"/>
                  </a:lnTo>
                  <a:lnTo>
                    <a:pt x="750519" y="321424"/>
                  </a:lnTo>
                  <a:lnTo>
                    <a:pt x="725424" y="359232"/>
                  </a:lnTo>
                  <a:lnTo>
                    <a:pt x="555485" y="550011"/>
                  </a:lnTo>
                  <a:lnTo>
                    <a:pt x="549109" y="560641"/>
                  </a:lnTo>
                  <a:lnTo>
                    <a:pt x="547090" y="572477"/>
                  </a:lnTo>
                  <a:lnTo>
                    <a:pt x="549389" y="584263"/>
                  </a:lnTo>
                  <a:lnTo>
                    <a:pt x="556018" y="594741"/>
                  </a:lnTo>
                  <a:lnTo>
                    <a:pt x="944206" y="1010069"/>
                  </a:lnTo>
                  <a:lnTo>
                    <a:pt x="944206" y="816343"/>
                  </a:lnTo>
                  <a:lnTo>
                    <a:pt x="712139" y="568363"/>
                  </a:lnTo>
                  <a:lnTo>
                    <a:pt x="819886" y="449935"/>
                  </a:lnTo>
                  <a:lnTo>
                    <a:pt x="853668" y="405295"/>
                  </a:lnTo>
                  <a:lnTo>
                    <a:pt x="876503" y="360438"/>
                  </a:lnTo>
                  <a:lnTo>
                    <a:pt x="890663" y="313905"/>
                  </a:lnTo>
                  <a:lnTo>
                    <a:pt x="896162" y="266700"/>
                  </a:lnTo>
                  <a:lnTo>
                    <a:pt x="893013" y="219798"/>
                  </a:lnTo>
                  <a:lnTo>
                    <a:pt x="881227" y="174205"/>
                  </a:lnTo>
                  <a:lnTo>
                    <a:pt x="860793" y="130924"/>
                  </a:lnTo>
                  <a:lnTo>
                    <a:pt x="973074" y="130924"/>
                  </a:lnTo>
                  <a:lnTo>
                    <a:pt x="987463" y="133832"/>
                  </a:lnTo>
                  <a:lnTo>
                    <a:pt x="999223" y="141770"/>
                  </a:lnTo>
                  <a:lnTo>
                    <a:pt x="1007160" y="153530"/>
                  </a:lnTo>
                  <a:lnTo>
                    <a:pt x="1010069" y="167919"/>
                  </a:lnTo>
                  <a:lnTo>
                    <a:pt x="1010069" y="4978"/>
                  </a:lnTo>
                  <a:lnTo>
                    <a:pt x="973074" y="0"/>
                  </a:lnTo>
                  <a:lnTo>
                    <a:pt x="167932" y="0"/>
                  </a:lnTo>
                  <a:lnTo>
                    <a:pt x="123291" y="6007"/>
                  </a:lnTo>
                  <a:lnTo>
                    <a:pt x="83172" y="22923"/>
                  </a:lnTo>
                  <a:lnTo>
                    <a:pt x="49187" y="49187"/>
                  </a:lnTo>
                  <a:lnTo>
                    <a:pt x="22936" y="83172"/>
                  </a:lnTo>
                  <a:lnTo>
                    <a:pt x="6007" y="123278"/>
                  </a:lnTo>
                  <a:lnTo>
                    <a:pt x="0" y="167919"/>
                  </a:lnTo>
                  <a:lnTo>
                    <a:pt x="0" y="973061"/>
                  </a:lnTo>
                  <a:lnTo>
                    <a:pt x="6007" y="1017701"/>
                  </a:lnTo>
                  <a:lnTo>
                    <a:pt x="22936" y="1057808"/>
                  </a:lnTo>
                  <a:lnTo>
                    <a:pt x="49187" y="1091793"/>
                  </a:lnTo>
                  <a:lnTo>
                    <a:pt x="83172" y="1118044"/>
                  </a:lnTo>
                  <a:lnTo>
                    <a:pt x="123291" y="1134973"/>
                  </a:lnTo>
                  <a:lnTo>
                    <a:pt x="167932" y="1140968"/>
                  </a:lnTo>
                  <a:lnTo>
                    <a:pt x="973074" y="1140968"/>
                  </a:lnTo>
                  <a:lnTo>
                    <a:pt x="1017714" y="1134973"/>
                  </a:lnTo>
                  <a:lnTo>
                    <a:pt x="1057821" y="1118044"/>
                  </a:lnTo>
                  <a:lnTo>
                    <a:pt x="1091806" y="1091793"/>
                  </a:lnTo>
                  <a:lnTo>
                    <a:pt x="1118057" y="1057808"/>
                  </a:lnTo>
                  <a:lnTo>
                    <a:pt x="1134986" y="1017701"/>
                  </a:lnTo>
                  <a:lnTo>
                    <a:pt x="1140980" y="973061"/>
                  </a:lnTo>
                  <a:lnTo>
                    <a:pt x="1140980" y="886714"/>
                  </a:lnTo>
                  <a:lnTo>
                    <a:pt x="1140980" y="167919"/>
                  </a:lnTo>
                  <a:close/>
                </a:path>
                <a:path w="3046095" h="1141095">
                  <a:moveTo>
                    <a:pt x="2063432" y="758596"/>
                  </a:moveTo>
                  <a:lnTo>
                    <a:pt x="2054593" y="685546"/>
                  </a:lnTo>
                  <a:lnTo>
                    <a:pt x="2028215" y="621118"/>
                  </a:lnTo>
                  <a:lnTo>
                    <a:pt x="2025154" y="616407"/>
                  </a:lnTo>
                  <a:lnTo>
                    <a:pt x="2009711" y="592620"/>
                  </a:lnTo>
                  <a:lnTo>
                    <a:pt x="1989721" y="567512"/>
                  </a:lnTo>
                  <a:lnTo>
                    <a:pt x="1968309" y="545884"/>
                  </a:lnTo>
                  <a:lnTo>
                    <a:pt x="1945563" y="527812"/>
                  </a:lnTo>
                  <a:lnTo>
                    <a:pt x="1941347" y="523201"/>
                  </a:lnTo>
                  <a:lnTo>
                    <a:pt x="1939556" y="517474"/>
                  </a:lnTo>
                  <a:lnTo>
                    <a:pt x="1940306" y="511530"/>
                  </a:lnTo>
                  <a:lnTo>
                    <a:pt x="1943646" y="506234"/>
                  </a:lnTo>
                  <a:lnTo>
                    <a:pt x="1948484" y="501269"/>
                  </a:lnTo>
                  <a:lnTo>
                    <a:pt x="1953780" y="495592"/>
                  </a:lnTo>
                  <a:lnTo>
                    <a:pt x="1983270" y="458025"/>
                  </a:lnTo>
                  <a:lnTo>
                    <a:pt x="2003577" y="416826"/>
                  </a:lnTo>
                  <a:lnTo>
                    <a:pt x="2014766" y="368198"/>
                  </a:lnTo>
                  <a:lnTo>
                    <a:pt x="2015134" y="358101"/>
                  </a:lnTo>
                  <a:lnTo>
                    <a:pt x="2015248" y="355092"/>
                  </a:lnTo>
                  <a:lnTo>
                    <a:pt x="2010651" y="303187"/>
                  </a:lnTo>
                  <a:lnTo>
                    <a:pt x="1996960" y="254914"/>
                  </a:lnTo>
                  <a:lnTo>
                    <a:pt x="1988972" y="237680"/>
                  </a:lnTo>
                  <a:lnTo>
                    <a:pt x="1986699" y="232765"/>
                  </a:lnTo>
                  <a:lnTo>
                    <a:pt x="1958835" y="192608"/>
                  </a:lnTo>
                  <a:lnTo>
                    <a:pt x="1921243" y="158457"/>
                  </a:lnTo>
                  <a:lnTo>
                    <a:pt x="1910435" y="151523"/>
                  </a:lnTo>
                  <a:lnTo>
                    <a:pt x="1910435" y="755815"/>
                  </a:lnTo>
                  <a:lnTo>
                    <a:pt x="1907794" y="783717"/>
                  </a:lnTo>
                  <a:lnTo>
                    <a:pt x="1886800" y="833412"/>
                  </a:lnTo>
                  <a:lnTo>
                    <a:pt x="1844421" y="872972"/>
                  </a:lnTo>
                  <a:lnTo>
                    <a:pt x="1777288" y="893559"/>
                  </a:lnTo>
                  <a:lnTo>
                    <a:pt x="1734477" y="896137"/>
                  </a:lnTo>
                  <a:lnTo>
                    <a:pt x="1531302" y="896137"/>
                  </a:lnTo>
                  <a:lnTo>
                    <a:pt x="1524977" y="889812"/>
                  </a:lnTo>
                  <a:lnTo>
                    <a:pt x="1524977" y="622731"/>
                  </a:lnTo>
                  <a:lnTo>
                    <a:pt x="1531302" y="616407"/>
                  </a:lnTo>
                  <a:lnTo>
                    <a:pt x="1755305" y="616407"/>
                  </a:lnTo>
                  <a:lnTo>
                    <a:pt x="1824278" y="626999"/>
                  </a:lnTo>
                  <a:lnTo>
                    <a:pt x="1873542" y="658571"/>
                  </a:lnTo>
                  <a:lnTo>
                    <a:pt x="1901190" y="703618"/>
                  </a:lnTo>
                  <a:lnTo>
                    <a:pt x="1910435" y="755815"/>
                  </a:lnTo>
                  <a:lnTo>
                    <a:pt x="1910435" y="151523"/>
                  </a:lnTo>
                  <a:lnTo>
                    <a:pt x="1898662" y="143954"/>
                  </a:lnTo>
                  <a:lnTo>
                    <a:pt x="1873694" y="131305"/>
                  </a:lnTo>
                  <a:lnTo>
                    <a:pt x="1862429" y="126860"/>
                  </a:lnTo>
                  <a:lnTo>
                    <a:pt x="1862429" y="358101"/>
                  </a:lnTo>
                  <a:lnTo>
                    <a:pt x="1861464" y="378802"/>
                  </a:lnTo>
                  <a:lnTo>
                    <a:pt x="1847100" y="430504"/>
                  </a:lnTo>
                  <a:lnTo>
                    <a:pt x="1824736" y="465264"/>
                  </a:lnTo>
                  <a:lnTo>
                    <a:pt x="1813013" y="477824"/>
                  </a:lnTo>
                  <a:lnTo>
                    <a:pt x="1531302" y="477824"/>
                  </a:lnTo>
                  <a:lnTo>
                    <a:pt x="1524977" y="471500"/>
                  </a:lnTo>
                  <a:lnTo>
                    <a:pt x="1524977" y="243992"/>
                  </a:lnTo>
                  <a:lnTo>
                    <a:pt x="1531302" y="237680"/>
                  </a:lnTo>
                  <a:lnTo>
                    <a:pt x="1705737" y="237680"/>
                  </a:lnTo>
                  <a:lnTo>
                    <a:pt x="1750783" y="240753"/>
                  </a:lnTo>
                  <a:lnTo>
                    <a:pt x="1788007" y="249923"/>
                  </a:lnTo>
                  <a:lnTo>
                    <a:pt x="1825167" y="272465"/>
                  </a:lnTo>
                  <a:lnTo>
                    <a:pt x="1853069" y="311759"/>
                  </a:lnTo>
                  <a:lnTo>
                    <a:pt x="1862429" y="358101"/>
                  </a:lnTo>
                  <a:lnTo>
                    <a:pt x="1862429" y="126860"/>
                  </a:lnTo>
                  <a:lnTo>
                    <a:pt x="1816379" y="111874"/>
                  </a:lnTo>
                  <a:lnTo>
                    <a:pt x="1748675" y="101917"/>
                  </a:lnTo>
                  <a:lnTo>
                    <a:pt x="1711248" y="100660"/>
                  </a:lnTo>
                  <a:lnTo>
                    <a:pt x="1380502" y="100660"/>
                  </a:lnTo>
                  <a:lnTo>
                    <a:pt x="1374178" y="106984"/>
                  </a:lnTo>
                  <a:lnTo>
                    <a:pt x="1374178" y="1030109"/>
                  </a:lnTo>
                  <a:lnTo>
                    <a:pt x="1380502" y="1036434"/>
                  </a:lnTo>
                  <a:lnTo>
                    <a:pt x="1745678" y="1036434"/>
                  </a:lnTo>
                  <a:lnTo>
                    <a:pt x="1785023" y="1035062"/>
                  </a:lnTo>
                  <a:lnTo>
                    <a:pt x="1856066" y="1024089"/>
                  </a:lnTo>
                  <a:lnTo>
                    <a:pt x="1916099" y="1002690"/>
                  </a:lnTo>
                  <a:lnTo>
                    <a:pt x="1965680" y="972883"/>
                  </a:lnTo>
                  <a:lnTo>
                    <a:pt x="2004707" y="935418"/>
                  </a:lnTo>
                  <a:lnTo>
                    <a:pt x="2030971" y="896137"/>
                  </a:lnTo>
                  <a:lnTo>
                    <a:pt x="2052688" y="841502"/>
                  </a:lnTo>
                  <a:lnTo>
                    <a:pt x="2062238" y="787082"/>
                  </a:lnTo>
                  <a:lnTo>
                    <a:pt x="2063432" y="758596"/>
                  </a:lnTo>
                  <a:close/>
                </a:path>
                <a:path w="3046095" h="1141095">
                  <a:moveTo>
                    <a:pt x="2806052" y="1021613"/>
                  </a:moveTo>
                  <a:lnTo>
                    <a:pt x="2803474" y="1014183"/>
                  </a:lnTo>
                  <a:lnTo>
                    <a:pt x="2574455" y="688225"/>
                  </a:lnTo>
                  <a:lnTo>
                    <a:pt x="2571978" y="681774"/>
                  </a:lnTo>
                  <a:lnTo>
                    <a:pt x="2609253" y="658329"/>
                  </a:lnTo>
                  <a:lnTo>
                    <a:pt x="2634373" y="648474"/>
                  </a:lnTo>
                  <a:lnTo>
                    <a:pt x="2679268" y="623684"/>
                  </a:lnTo>
                  <a:lnTo>
                    <a:pt x="2717203" y="593115"/>
                  </a:lnTo>
                  <a:lnTo>
                    <a:pt x="2748165" y="558101"/>
                  </a:lnTo>
                  <a:lnTo>
                    <a:pt x="2760599" y="539546"/>
                  </a:lnTo>
                  <a:lnTo>
                    <a:pt x="2760942" y="539038"/>
                  </a:lnTo>
                  <a:lnTo>
                    <a:pt x="2781223" y="497814"/>
                  </a:lnTo>
                  <a:lnTo>
                    <a:pt x="2794431" y="452869"/>
                  </a:lnTo>
                  <a:lnTo>
                    <a:pt x="2801061" y="406209"/>
                  </a:lnTo>
                  <a:lnTo>
                    <a:pt x="2801886" y="382625"/>
                  </a:lnTo>
                  <a:lnTo>
                    <a:pt x="2800604" y="352336"/>
                  </a:lnTo>
                  <a:lnTo>
                    <a:pt x="2790393" y="295249"/>
                  </a:lnTo>
                  <a:lnTo>
                    <a:pt x="2770187" y="243992"/>
                  </a:lnTo>
                  <a:lnTo>
                    <a:pt x="2766466" y="237807"/>
                  </a:lnTo>
                  <a:lnTo>
                    <a:pt x="2766390" y="237680"/>
                  </a:lnTo>
                  <a:lnTo>
                    <a:pt x="2739872" y="199644"/>
                  </a:lnTo>
                  <a:lnTo>
                    <a:pt x="2699524" y="162674"/>
                  </a:lnTo>
                  <a:lnTo>
                    <a:pt x="2648547" y="133477"/>
                  </a:lnTo>
                  <a:lnTo>
                    <a:pt x="2645397" y="132245"/>
                  </a:lnTo>
                  <a:lnTo>
                    <a:pt x="2645397" y="381393"/>
                  </a:lnTo>
                  <a:lnTo>
                    <a:pt x="2644787" y="396125"/>
                  </a:lnTo>
                  <a:lnTo>
                    <a:pt x="2635707" y="439458"/>
                  </a:lnTo>
                  <a:lnTo>
                    <a:pt x="2614333" y="479196"/>
                  </a:lnTo>
                  <a:lnTo>
                    <a:pt x="2580208" y="510514"/>
                  </a:lnTo>
                  <a:lnTo>
                    <a:pt x="2533078" y="531977"/>
                  </a:lnTo>
                  <a:lnTo>
                    <a:pt x="2493988" y="538695"/>
                  </a:lnTo>
                  <a:lnTo>
                    <a:pt x="2472169" y="539546"/>
                  </a:lnTo>
                  <a:lnTo>
                    <a:pt x="2271103" y="539546"/>
                  </a:lnTo>
                  <a:lnTo>
                    <a:pt x="2264778" y="533222"/>
                  </a:lnTo>
                  <a:lnTo>
                    <a:pt x="2264778" y="243992"/>
                  </a:lnTo>
                  <a:lnTo>
                    <a:pt x="2271103" y="237680"/>
                  </a:lnTo>
                  <a:lnTo>
                    <a:pt x="2477211" y="237680"/>
                  </a:lnTo>
                  <a:lnTo>
                    <a:pt x="2537117" y="245275"/>
                  </a:lnTo>
                  <a:lnTo>
                    <a:pt x="2580805" y="264553"/>
                  </a:lnTo>
                  <a:lnTo>
                    <a:pt x="2619184" y="300482"/>
                  </a:lnTo>
                  <a:lnTo>
                    <a:pt x="2642476" y="352107"/>
                  </a:lnTo>
                  <a:lnTo>
                    <a:pt x="2645397" y="381393"/>
                  </a:lnTo>
                  <a:lnTo>
                    <a:pt x="2645397" y="132245"/>
                  </a:lnTo>
                  <a:lnTo>
                    <a:pt x="2587142" y="112649"/>
                  </a:lnTo>
                  <a:lnTo>
                    <a:pt x="2515298" y="102006"/>
                  </a:lnTo>
                  <a:lnTo>
                    <a:pt x="2475839" y="100660"/>
                  </a:lnTo>
                  <a:lnTo>
                    <a:pt x="2116848" y="100660"/>
                  </a:lnTo>
                  <a:lnTo>
                    <a:pt x="2110524" y="106984"/>
                  </a:lnTo>
                  <a:lnTo>
                    <a:pt x="2110524" y="1030109"/>
                  </a:lnTo>
                  <a:lnTo>
                    <a:pt x="2116848" y="1036434"/>
                  </a:lnTo>
                  <a:lnTo>
                    <a:pt x="2258453" y="1036434"/>
                  </a:lnTo>
                  <a:lnTo>
                    <a:pt x="2264778" y="1030109"/>
                  </a:lnTo>
                  <a:lnTo>
                    <a:pt x="2264778" y="684695"/>
                  </a:lnTo>
                  <a:lnTo>
                    <a:pt x="2271103" y="678370"/>
                  </a:lnTo>
                  <a:lnTo>
                    <a:pt x="2385276" y="678370"/>
                  </a:lnTo>
                  <a:lnTo>
                    <a:pt x="2389581" y="680618"/>
                  </a:lnTo>
                  <a:lnTo>
                    <a:pt x="2635262" y="1030109"/>
                  </a:lnTo>
                  <a:lnTo>
                    <a:pt x="2638285" y="1034275"/>
                  </a:lnTo>
                  <a:lnTo>
                    <a:pt x="2642438" y="1036434"/>
                  </a:lnTo>
                  <a:lnTo>
                    <a:pt x="2791917" y="1036434"/>
                  </a:lnTo>
                  <a:lnTo>
                    <a:pt x="2799473" y="1034275"/>
                  </a:lnTo>
                  <a:lnTo>
                    <a:pt x="2804452" y="1028827"/>
                  </a:lnTo>
                  <a:lnTo>
                    <a:pt x="2806052" y="1021613"/>
                  </a:lnTo>
                  <a:close/>
                </a:path>
                <a:path w="3046095" h="1141095">
                  <a:moveTo>
                    <a:pt x="3045523" y="106984"/>
                  </a:moveTo>
                  <a:lnTo>
                    <a:pt x="3039199" y="100660"/>
                  </a:lnTo>
                  <a:lnTo>
                    <a:pt x="3031401" y="100660"/>
                  </a:lnTo>
                  <a:lnTo>
                    <a:pt x="2894012" y="100660"/>
                  </a:lnTo>
                  <a:lnTo>
                    <a:pt x="2887688" y="106984"/>
                  </a:lnTo>
                  <a:lnTo>
                    <a:pt x="2887688" y="1030109"/>
                  </a:lnTo>
                  <a:lnTo>
                    <a:pt x="2894012" y="1036434"/>
                  </a:lnTo>
                  <a:lnTo>
                    <a:pt x="3039199" y="1036434"/>
                  </a:lnTo>
                  <a:lnTo>
                    <a:pt x="3045523" y="1030109"/>
                  </a:lnTo>
                  <a:lnTo>
                    <a:pt x="3045523" y="106984"/>
                  </a:lnTo>
                  <a:close/>
                </a:path>
              </a:pathLst>
            </a:custGeom>
            <a:solidFill>
              <a:srgbClr val="FFFFFF"/>
            </a:solidFill>
          </p:spPr>
          <p:txBody>
            <a:bodyPr wrap="square" lIns="0" tIns="0" rIns="0" bIns="0" rtlCol="0"/>
            <a:lstStyle/>
            <a:p>
              <a:endParaRPr/>
            </a:p>
          </p:txBody>
        </p:sp>
        <p:pic>
          <p:nvPicPr>
            <p:cNvPr id="45" name="object 29">
              <a:extLst>
                <a:ext uri="{FF2B5EF4-FFF2-40B4-BE49-F238E27FC236}">
                  <a16:creationId xmlns:a16="http://schemas.microsoft.com/office/drawing/2014/main" id="{D105BD4A-C6EE-2B80-D3C1-2507629D3486}"/>
                </a:ext>
              </a:extLst>
            </p:cNvPr>
            <p:cNvPicPr/>
            <p:nvPr/>
          </p:nvPicPr>
          <p:blipFill>
            <a:blip r:embed="rId24" cstate="print"/>
            <a:stretch>
              <a:fillRect/>
            </a:stretch>
          </p:blipFill>
          <p:spPr>
            <a:xfrm>
              <a:off x="7649269" y="8615461"/>
              <a:ext cx="146236" cy="210328"/>
            </a:xfrm>
            <a:prstGeom prst="rect">
              <a:avLst/>
            </a:prstGeom>
          </p:spPr>
        </p:pic>
        <p:pic>
          <p:nvPicPr>
            <p:cNvPr id="46" name="object 30">
              <a:extLst>
                <a:ext uri="{FF2B5EF4-FFF2-40B4-BE49-F238E27FC236}">
                  <a16:creationId xmlns:a16="http://schemas.microsoft.com/office/drawing/2014/main" id="{69102B48-4A04-B4CE-3EFC-2FDAC2538328}"/>
                </a:ext>
              </a:extLst>
            </p:cNvPr>
            <p:cNvPicPr/>
            <p:nvPr/>
          </p:nvPicPr>
          <p:blipFill>
            <a:blip r:embed="rId25" cstate="print"/>
            <a:stretch>
              <a:fillRect/>
            </a:stretch>
          </p:blipFill>
          <p:spPr>
            <a:xfrm>
              <a:off x="7826724" y="8665985"/>
              <a:ext cx="126111" cy="163492"/>
            </a:xfrm>
            <a:prstGeom prst="rect">
              <a:avLst/>
            </a:prstGeom>
          </p:spPr>
        </p:pic>
        <p:pic>
          <p:nvPicPr>
            <p:cNvPr id="47" name="object 31">
              <a:extLst>
                <a:ext uri="{FF2B5EF4-FFF2-40B4-BE49-F238E27FC236}">
                  <a16:creationId xmlns:a16="http://schemas.microsoft.com/office/drawing/2014/main" id="{5E1CA275-9079-AC33-539A-F4F27155B0C7}"/>
                </a:ext>
              </a:extLst>
            </p:cNvPr>
            <p:cNvPicPr/>
            <p:nvPr/>
          </p:nvPicPr>
          <p:blipFill>
            <a:blip r:embed="rId26" cstate="print"/>
            <a:stretch>
              <a:fillRect/>
            </a:stretch>
          </p:blipFill>
          <p:spPr>
            <a:xfrm>
              <a:off x="7997196" y="8665991"/>
              <a:ext cx="124875" cy="159796"/>
            </a:xfrm>
            <a:prstGeom prst="rect">
              <a:avLst/>
            </a:prstGeom>
          </p:spPr>
        </p:pic>
        <p:pic>
          <p:nvPicPr>
            <p:cNvPr id="48" name="object 32">
              <a:extLst>
                <a:ext uri="{FF2B5EF4-FFF2-40B4-BE49-F238E27FC236}">
                  <a16:creationId xmlns:a16="http://schemas.microsoft.com/office/drawing/2014/main" id="{59D24029-8FB1-40D1-37FD-B092996B70CE}"/>
                </a:ext>
              </a:extLst>
            </p:cNvPr>
            <p:cNvPicPr/>
            <p:nvPr/>
          </p:nvPicPr>
          <p:blipFill>
            <a:blip r:embed="rId27" cstate="print"/>
            <a:stretch>
              <a:fillRect/>
            </a:stretch>
          </p:blipFill>
          <p:spPr>
            <a:xfrm>
              <a:off x="8166436" y="8615456"/>
              <a:ext cx="131043" cy="210328"/>
            </a:xfrm>
            <a:prstGeom prst="rect">
              <a:avLst/>
            </a:prstGeom>
          </p:spPr>
        </p:pic>
        <p:pic>
          <p:nvPicPr>
            <p:cNvPr id="49" name="object 33">
              <a:extLst>
                <a:ext uri="{FF2B5EF4-FFF2-40B4-BE49-F238E27FC236}">
                  <a16:creationId xmlns:a16="http://schemas.microsoft.com/office/drawing/2014/main" id="{0AEB1594-FDB5-6501-6AD9-8A78026A1B86}"/>
                </a:ext>
              </a:extLst>
            </p:cNvPr>
            <p:cNvPicPr/>
            <p:nvPr/>
          </p:nvPicPr>
          <p:blipFill>
            <a:blip r:embed="rId28" cstate="print"/>
            <a:stretch>
              <a:fillRect/>
            </a:stretch>
          </p:blipFill>
          <p:spPr>
            <a:xfrm>
              <a:off x="8408381" y="8615462"/>
              <a:ext cx="150759" cy="210318"/>
            </a:xfrm>
            <a:prstGeom prst="rect">
              <a:avLst/>
            </a:prstGeom>
          </p:spPr>
        </p:pic>
        <p:pic>
          <p:nvPicPr>
            <p:cNvPr id="50" name="object 34">
              <a:extLst>
                <a:ext uri="{FF2B5EF4-FFF2-40B4-BE49-F238E27FC236}">
                  <a16:creationId xmlns:a16="http://schemas.microsoft.com/office/drawing/2014/main" id="{BDEEF513-0A06-6D9F-243B-839C036F153D}"/>
                </a:ext>
              </a:extLst>
            </p:cNvPr>
            <p:cNvPicPr/>
            <p:nvPr/>
          </p:nvPicPr>
          <p:blipFill>
            <a:blip r:embed="rId29" cstate="print"/>
            <a:stretch>
              <a:fillRect/>
            </a:stretch>
          </p:blipFill>
          <p:spPr>
            <a:xfrm>
              <a:off x="8582553" y="8665985"/>
              <a:ext cx="126111" cy="163492"/>
            </a:xfrm>
            <a:prstGeom prst="rect">
              <a:avLst/>
            </a:prstGeom>
          </p:spPr>
        </p:pic>
        <p:pic>
          <p:nvPicPr>
            <p:cNvPr id="51" name="object 35">
              <a:extLst>
                <a:ext uri="{FF2B5EF4-FFF2-40B4-BE49-F238E27FC236}">
                  <a16:creationId xmlns:a16="http://schemas.microsoft.com/office/drawing/2014/main" id="{22AF1E65-FF60-A8E7-7D74-FACECCEAFC00}"/>
                </a:ext>
              </a:extLst>
            </p:cNvPr>
            <p:cNvPicPr/>
            <p:nvPr/>
          </p:nvPicPr>
          <p:blipFill>
            <a:blip r:embed="rId30" cstate="print"/>
            <a:stretch>
              <a:fillRect/>
            </a:stretch>
          </p:blipFill>
          <p:spPr>
            <a:xfrm>
              <a:off x="8753027" y="8615456"/>
              <a:ext cx="286312" cy="269482"/>
            </a:xfrm>
            <a:prstGeom prst="rect">
              <a:avLst/>
            </a:prstGeom>
          </p:spPr>
        </p:pic>
        <p:pic>
          <p:nvPicPr>
            <p:cNvPr id="52" name="object 36">
              <a:extLst>
                <a:ext uri="{FF2B5EF4-FFF2-40B4-BE49-F238E27FC236}">
                  <a16:creationId xmlns:a16="http://schemas.microsoft.com/office/drawing/2014/main" id="{9C84E5C2-4E7E-4EBD-FCC0-22D8F22ACE69}"/>
                </a:ext>
              </a:extLst>
            </p:cNvPr>
            <p:cNvPicPr/>
            <p:nvPr/>
          </p:nvPicPr>
          <p:blipFill>
            <a:blip r:embed="rId31" cstate="print"/>
            <a:stretch>
              <a:fillRect/>
            </a:stretch>
          </p:blipFill>
          <p:spPr>
            <a:xfrm>
              <a:off x="9063987" y="8665985"/>
              <a:ext cx="126111" cy="163492"/>
            </a:xfrm>
            <a:prstGeom prst="rect">
              <a:avLst/>
            </a:prstGeom>
          </p:spPr>
        </p:pic>
        <p:pic>
          <p:nvPicPr>
            <p:cNvPr id="53" name="object 37">
              <a:extLst>
                <a:ext uri="{FF2B5EF4-FFF2-40B4-BE49-F238E27FC236}">
                  <a16:creationId xmlns:a16="http://schemas.microsoft.com/office/drawing/2014/main" id="{F6966D06-8703-83A6-EE0C-D2621E7026E5}"/>
                </a:ext>
              </a:extLst>
            </p:cNvPr>
            <p:cNvPicPr/>
            <p:nvPr/>
          </p:nvPicPr>
          <p:blipFill>
            <a:blip r:embed="rId32" cstate="print"/>
            <a:stretch>
              <a:fillRect/>
            </a:stretch>
          </p:blipFill>
          <p:spPr>
            <a:xfrm>
              <a:off x="9221317" y="8630247"/>
              <a:ext cx="84615" cy="197596"/>
            </a:xfrm>
            <a:prstGeom prst="rect">
              <a:avLst/>
            </a:prstGeom>
          </p:spPr>
        </p:pic>
        <p:pic>
          <p:nvPicPr>
            <p:cNvPr id="54" name="object 38">
              <a:extLst>
                <a:ext uri="{FF2B5EF4-FFF2-40B4-BE49-F238E27FC236}">
                  <a16:creationId xmlns:a16="http://schemas.microsoft.com/office/drawing/2014/main" id="{A292146C-0DAF-A1AF-B45D-A1D63A30579F}"/>
                </a:ext>
              </a:extLst>
            </p:cNvPr>
            <p:cNvPicPr/>
            <p:nvPr/>
          </p:nvPicPr>
          <p:blipFill>
            <a:blip r:embed="rId33" cstate="print"/>
            <a:stretch>
              <a:fillRect/>
            </a:stretch>
          </p:blipFill>
          <p:spPr>
            <a:xfrm>
              <a:off x="9424236" y="8608900"/>
              <a:ext cx="1270539" cy="220577"/>
            </a:xfrm>
            <a:prstGeom prst="rect">
              <a:avLst/>
            </a:prstGeom>
          </p:spPr>
        </p:pic>
        <p:sp>
          <p:nvSpPr>
            <p:cNvPr id="55" name="object 39">
              <a:extLst>
                <a:ext uri="{FF2B5EF4-FFF2-40B4-BE49-F238E27FC236}">
                  <a16:creationId xmlns:a16="http://schemas.microsoft.com/office/drawing/2014/main" id="{D4DE7FC5-ACD2-6427-E42B-6C94B238A53D}"/>
                </a:ext>
              </a:extLst>
            </p:cNvPr>
            <p:cNvSpPr/>
            <p:nvPr/>
          </p:nvSpPr>
          <p:spPr>
            <a:xfrm>
              <a:off x="13741693" y="7344898"/>
              <a:ext cx="3046095" cy="1141095"/>
            </a:xfrm>
            <a:custGeom>
              <a:avLst/>
              <a:gdLst/>
              <a:ahLst/>
              <a:cxnLst/>
              <a:rect l="l" t="t" r="r" b="b"/>
              <a:pathLst>
                <a:path w="3046094" h="1141095">
                  <a:moveTo>
                    <a:pt x="1140968" y="167919"/>
                  </a:moveTo>
                  <a:lnTo>
                    <a:pt x="1136078" y="131521"/>
                  </a:lnTo>
                  <a:lnTo>
                    <a:pt x="1136002" y="130924"/>
                  </a:lnTo>
                  <a:lnTo>
                    <a:pt x="1134973" y="123278"/>
                  </a:lnTo>
                  <a:lnTo>
                    <a:pt x="1118044" y="83172"/>
                  </a:lnTo>
                  <a:lnTo>
                    <a:pt x="1091793" y="49187"/>
                  </a:lnTo>
                  <a:lnTo>
                    <a:pt x="1057808" y="22923"/>
                  </a:lnTo>
                  <a:lnTo>
                    <a:pt x="1017701" y="6007"/>
                  </a:lnTo>
                  <a:lnTo>
                    <a:pt x="1010056" y="4978"/>
                  </a:lnTo>
                  <a:lnTo>
                    <a:pt x="1010056" y="167919"/>
                  </a:lnTo>
                  <a:lnTo>
                    <a:pt x="1010056" y="886714"/>
                  </a:lnTo>
                  <a:lnTo>
                    <a:pt x="944194" y="816343"/>
                  </a:lnTo>
                  <a:lnTo>
                    <a:pt x="944194" y="1010069"/>
                  </a:lnTo>
                  <a:lnTo>
                    <a:pt x="508546" y="1010069"/>
                  </a:lnTo>
                  <a:lnTo>
                    <a:pt x="529247" y="966114"/>
                  </a:lnTo>
                  <a:lnTo>
                    <a:pt x="541172" y="919822"/>
                  </a:lnTo>
                  <a:lnTo>
                    <a:pt x="544309" y="872324"/>
                  </a:lnTo>
                  <a:lnTo>
                    <a:pt x="538657" y="824712"/>
                  </a:lnTo>
                  <a:lnTo>
                    <a:pt x="524205" y="778090"/>
                  </a:lnTo>
                  <a:lnTo>
                    <a:pt x="500951" y="733602"/>
                  </a:lnTo>
                  <a:lnTo>
                    <a:pt x="468884" y="692340"/>
                  </a:lnTo>
                  <a:lnTo>
                    <a:pt x="411911" y="629742"/>
                  </a:lnTo>
                  <a:lnTo>
                    <a:pt x="411911" y="898359"/>
                  </a:lnTo>
                  <a:lnTo>
                    <a:pt x="399567" y="936599"/>
                  </a:lnTo>
                  <a:lnTo>
                    <a:pt x="374637" y="970673"/>
                  </a:lnTo>
                  <a:lnTo>
                    <a:pt x="326136" y="1001636"/>
                  </a:lnTo>
                  <a:lnTo>
                    <a:pt x="277075" y="1009472"/>
                  </a:lnTo>
                  <a:lnTo>
                    <a:pt x="277075" y="1010069"/>
                  </a:lnTo>
                  <a:lnTo>
                    <a:pt x="167906" y="1010069"/>
                  </a:lnTo>
                  <a:lnTo>
                    <a:pt x="153504" y="1007160"/>
                  </a:lnTo>
                  <a:lnTo>
                    <a:pt x="141744" y="999223"/>
                  </a:lnTo>
                  <a:lnTo>
                    <a:pt x="133819" y="987463"/>
                  </a:lnTo>
                  <a:lnTo>
                    <a:pt x="130911" y="973061"/>
                  </a:lnTo>
                  <a:lnTo>
                    <a:pt x="130911" y="167919"/>
                  </a:lnTo>
                  <a:lnTo>
                    <a:pt x="133807" y="153530"/>
                  </a:lnTo>
                  <a:lnTo>
                    <a:pt x="141732" y="141770"/>
                  </a:lnTo>
                  <a:lnTo>
                    <a:pt x="153504" y="133832"/>
                  </a:lnTo>
                  <a:lnTo>
                    <a:pt x="167906" y="130924"/>
                  </a:lnTo>
                  <a:lnTo>
                    <a:pt x="277075" y="130924"/>
                  </a:lnTo>
                  <a:lnTo>
                    <a:pt x="277075" y="131521"/>
                  </a:lnTo>
                  <a:lnTo>
                    <a:pt x="302158" y="133146"/>
                  </a:lnTo>
                  <a:lnTo>
                    <a:pt x="348500" y="149936"/>
                  </a:lnTo>
                  <a:lnTo>
                    <a:pt x="399224" y="203898"/>
                  </a:lnTo>
                  <a:lnTo>
                    <a:pt x="411340" y="241668"/>
                  </a:lnTo>
                  <a:lnTo>
                    <a:pt x="411137" y="266700"/>
                  </a:lnTo>
                  <a:lnTo>
                    <a:pt x="411022" y="281546"/>
                  </a:lnTo>
                  <a:lnTo>
                    <a:pt x="398310" y="321424"/>
                  </a:lnTo>
                  <a:lnTo>
                    <a:pt x="373227" y="359232"/>
                  </a:lnTo>
                  <a:lnTo>
                    <a:pt x="201320" y="548170"/>
                  </a:lnTo>
                  <a:lnTo>
                    <a:pt x="194830" y="558698"/>
                  </a:lnTo>
                  <a:lnTo>
                    <a:pt x="192671" y="570496"/>
                  </a:lnTo>
                  <a:lnTo>
                    <a:pt x="194830" y="582282"/>
                  </a:lnTo>
                  <a:lnTo>
                    <a:pt x="201320" y="592810"/>
                  </a:lnTo>
                  <a:lnTo>
                    <a:pt x="371970" y="780389"/>
                  </a:lnTo>
                  <a:lnTo>
                    <a:pt x="373710" y="782231"/>
                  </a:lnTo>
                  <a:lnTo>
                    <a:pt x="398970" y="818845"/>
                  </a:lnTo>
                  <a:lnTo>
                    <a:pt x="411708" y="858329"/>
                  </a:lnTo>
                  <a:lnTo>
                    <a:pt x="411784" y="872324"/>
                  </a:lnTo>
                  <a:lnTo>
                    <a:pt x="411861" y="886714"/>
                  </a:lnTo>
                  <a:lnTo>
                    <a:pt x="411911" y="898359"/>
                  </a:lnTo>
                  <a:lnTo>
                    <a:pt x="411911" y="629742"/>
                  </a:lnTo>
                  <a:lnTo>
                    <a:pt x="358000" y="570496"/>
                  </a:lnTo>
                  <a:lnTo>
                    <a:pt x="467677" y="449935"/>
                  </a:lnTo>
                  <a:lnTo>
                    <a:pt x="469950" y="447471"/>
                  </a:lnTo>
                  <a:lnTo>
                    <a:pt x="501459" y="405295"/>
                  </a:lnTo>
                  <a:lnTo>
                    <a:pt x="524294" y="360438"/>
                  </a:lnTo>
                  <a:lnTo>
                    <a:pt x="538454" y="313905"/>
                  </a:lnTo>
                  <a:lnTo>
                    <a:pt x="543966" y="266700"/>
                  </a:lnTo>
                  <a:lnTo>
                    <a:pt x="540816" y="219798"/>
                  </a:lnTo>
                  <a:lnTo>
                    <a:pt x="529018" y="174205"/>
                  </a:lnTo>
                  <a:lnTo>
                    <a:pt x="508596" y="130924"/>
                  </a:lnTo>
                  <a:lnTo>
                    <a:pt x="629259" y="130924"/>
                  </a:lnTo>
                  <a:lnTo>
                    <a:pt x="629285" y="131521"/>
                  </a:lnTo>
                  <a:lnTo>
                    <a:pt x="654367" y="133146"/>
                  </a:lnTo>
                  <a:lnTo>
                    <a:pt x="678345" y="139357"/>
                  </a:lnTo>
                  <a:lnTo>
                    <a:pt x="720877" y="164680"/>
                  </a:lnTo>
                  <a:lnTo>
                    <a:pt x="751420" y="203898"/>
                  </a:lnTo>
                  <a:lnTo>
                    <a:pt x="763536" y="241668"/>
                  </a:lnTo>
                  <a:lnTo>
                    <a:pt x="763333" y="266700"/>
                  </a:lnTo>
                  <a:lnTo>
                    <a:pt x="763219" y="281546"/>
                  </a:lnTo>
                  <a:lnTo>
                    <a:pt x="750506" y="321424"/>
                  </a:lnTo>
                  <a:lnTo>
                    <a:pt x="725411" y="359232"/>
                  </a:lnTo>
                  <a:lnTo>
                    <a:pt x="555472" y="550011"/>
                  </a:lnTo>
                  <a:lnTo>
                    <a:pt x="549097" y="560641"/>
                  </a:lnTo>
                  <a:lnTo>
                    <a:pt x="547077" y="572477"/>
                  </a:lnTo>
                  <a:lnTo>
                    <a:pt x="549376" y="584263"/>
                  </a:lnTo>
                  <a:lnTo>
                    <a:pt x="556006" y="594741"/>
                  </a:lnTo>
                  <a:lnTo>
                    <a:pt x="944194" y="1010069"/>
                  </a:lnTo>
                  <a:lnTo>
                    <a:pt x="944194" y="816343"/>
                  </a:lnTo>
                  <a:lnTo>
                    <a:pt x="712127" y="568363"/>
                  </a:lnTo>
                  <a:lnTo>
                    <a:pt x="819873" y="449935"/>
                  </a:lnTo>
                  <a:lnTo>
                    <a:pt x="853655" y="405295"/>
                  </a:lnTo>
                  <a:lnTo>
                    <a:pt x="876490" y="360438"/>
                  </a:lnTo>
                  <a:lnTo>
                    <a:pt x="890651" y="313905"/>
                  </a:lnTo>
                  <a:lnTo>
                    <a:pt x="896150" y="266700"/>
                  </a:lnTo>
                  <a:lnTo>
                    <a:pt x="893000" y="219798"/>
                  </a:lnTo>
                  <a:lnTo>
                    <a:pt x="881202" y="174205"/>
                  </a:lnTo>
                  <a:lnTo>
                    <a:pt x="860780" y="130924"/>
                  </a:lnTo>
                  <a:lnTo>
                    <a:pt x="973061" y="130924"/>
                  </a:lnTo>
                  <a:lnTo>
                    <a:pt x="987450" y="133832"/>
                  </a:lnTo>
                  <a:lnTo>
                    <a:pt x="999210" y="141770"/>
                  </a:lnTo>
                  <a:lnTo>
                    <a:pt x="1007148" y="153530"/>
                  </a:lnTo>
                  <a:lnTo>
                    <a:pt x="1010056" y="167919"/>
                  </a:lnTo>
                  <a:lnTo>
                    <a:pt x="1010056" y="4978"/>
                  </a:lnTo>
                  <a:lnTo>
                    <a:pt x="973061" y="0"/>
                  </a:lnTo>
                  <a:lnTo>
                    <a:pt x="167906" y="0"/>
                  </a:lnTo>
                  <a:lnTo>
                    <a:pt x="123278" y="6007"/>
                  </a:lnTo>
                  <a:lnTo>
                    <a:pt x="83159" y="22923"/>
                  </a:lnTo>
                  <a:lnTo>
                    <a:pt x="49174" y="49187"/>
                  </a:lnTo>
                  <a:lnTo>
                    <a:pt x="22923" y="83172"/>
                  </a:lnTo>
                  <a:lnTo>
                    <a:pt x="5994" y="123278"/>
                  </a:lnTo>
                  <a:lnTo>
                    <a:pt x="0" y="167919"/>
                  </a:lnTo>
                  <a:lnTo>
                    <a:pt x="0" y="973061"/>
                  </a:lnTo>
                  <a:lnTo>
                    <a:pt x="5994" y="1017701"/>
                  </a:lnTo>
                  <a:lnTo>
                    <a:pt x="22923" y="1057808"/>
                  </a:lnTo>
                  <a:lnTo>
                    <a:pt x="49174" y="1091793"/>
                  </a:lnTo>
                  <a:lnTo>
                    <a:pt x="83159" y="1118044"/>
                  </a:lnTo>
                  <a:lnTo>
                    <a:pt x="123278" y="1134973"/>
                  </a:lnTo>
                  <a:lnTo>
                    <a:pt x="167906" y="1140968"/>
                  </a:lnTo>
                  <a:lnTo>
                    <a:pt x="973061" y="1140968"/>
                  </a:lnTo>
                  <a:lnTo>
                    <a:pt x="1017701" y="1134973"/>
                  </a:lnTo>
                  <a:lnTo>
                    <a:pt x="1057808" y="1118044"/>
                  </a:lnTo>
                  <a:lnTo>
                    <a:pt x="1091793" y="1091793"/>
                  </a:lnTo>
                  <a:lnTo>
                    <a:pt x="1118044" y="1057808"/>
                  </a:lnTo>
                  <a:lnTo>
                    <a:pt x="1134973" y="1017701"/>
                  </a:lnTo>
                  <a:lnTo>
                    <a:pt x="1140968" y="973061"/>
                  </a:lnTo>
                  <a:lnTo>
                    <a:pt x="1140968" y="886714"/>
                  </a:lnTo>
                  <a:lnTo>
                    <a:pt x="1140968" y="167919"/>
                  </a:lnTo>
                  <a:close/>
                </a:path>
                <a:path w="3046094" h="1141095">
                  <a:moveTo>
                    <a:pt x="2063419" y="758596"/>
                  </a:moveTo>
                  <a:lnTo>
                    <a:pt x="2054580" y="685546"/>
                  </a:lnTo>
                  <a:lnTo>
                    <a:pt x="2028202" y="621118"/>
                  </a:lnTo>
                  <a:lnTo>
                    <a:pt x="2025142" y="616407"/>
                  </a:lnTo>
                  <a:lnTo>
                    <a:pt x="2009698" y="592620"/>
                  </a:lnTo>
                  <a:lnTo>
                    <a:pt x="1989709" y="567512"/>
                  </a:lnTo>
                  <a:lnTo>
                    <a:pt x="1968296" y="545884"/>
                  </a:lnTo>
                  <a:lnTo>
                    <a:pt x="1945551" y="527812"/>
                  </a:lnTo>
                  <a:lnTo>
                    <a:pt x="1941322" y="523201"/>
                  </a:lnTo>
                  <a:lnTo>
                    <a:pt x="1939544" y="517474"/>
                  </a:lnTo>
                  <a:lnTo>
                    <a:pt x="1940280" y="511530"/>
                  </a:lnTo>
                  <a:lnTo>
                    <a:pt x="1943620" y="506234"/>
                  </a:lnTo>
                  <a:lnTo>
                    <a:pt x="1948472" y="501269"/>
                  </a:lnTo>
                  <a:lnTo>
                    <a:pt x="1953768" y="495592"/>
                  </a:lnTo>
                  <a:lnTo>
                    <a:pt x="1983257" y="458025"/>
                  </a:lnTo>
                  <a:lnTo>
                    <a:pt x="2003564" y="416826"/>
                  </a:lnTo>
                  <a:lnTo>
                    <a:pt x="2014753" y="368198"/>
                  </a:lnTo>
                  <a:lnTo>
                    <a:pt x="2015121" y="358101"/>
                  </a:lnTo>
                  <a:lnTo>
                    <a:pt x="2015236" y="355092"/>
                  </a:lnTo>
                  <a:lnTo>
                    <a:pt x="2010638" y="303187"/>
                  </a:lnTo>
                  <a:lnTo>
                    <a:pt x="1996948" y="254914"/>
                  </a:lnTo>
                  <a:lnTo>
                    <a:pt x="1988959" y="237680"/>
                  </a:lnTo>
                  <a:lnTo>
                    <a:pt x="1986686" y="232765"/>
                  </a:lnTo>
                  <a:lnTo>
                    <a:pt x="1958822" y="192608"/>
                  </a:lnTo>
                  <a:lnTo>
                    <a:pt x="1921217" y="158457"/>
                  </a:lnTo>
                  <a:lnTo>
                    <a:pt x="1910422" y="151523"/>
                  </a:lnTo>
                  <a:lnTo>
                    <a:pt x="1910422" y="755815"/>
                  </a:lnTo>
                  <a:lnTo>
                    <a:pt x="1907781" y="783717"/>
                  </a:lnTo>
                  <a:lnTo>
                    <a:pt x="1886775" y="833412"/>
                  </a:lnTo>
                  <a:lnTo>
                    <a:pt x="1844408" y="872972"/>
                  </a:lnTo>
                  <a:lnTo>
                    <a:pt x="1777276" y="893559"/>
                  </a:lnTo>
                  <a:lnTo>
                    <a:pt x="1734464" y="896137"/>
                  </a:lnTo>
                  <a:lnTo>
                    <a:pt x="1531277" y="896137"/>
                  </a:lnTo>
                  <a:lnTo>
                    <a:pt x="1524952" y="889812"/>
                  </a:lnTo>
                  <a:lnTo>
                    <a:pt x="1524952" y="622731"/>
                  </a:lnTo>
                  <a:lnTo>
                    <a:pt x="1531277" y="616407"/>
                  </a:lnTo>
                  <a:lnTo>
                    <a:pt x="1755279" y="616407"/>
                  </a:lnTo>
                  <a:lnTo>
                    <a:pt x="1824266" y="626999"/>
                  </a:lnTo>
                  <a:lnTo>
                    <a:pt x="1873516" y="658571"/>
                  </a:lnTo>
                  <a:lnTo>
                    <a:pt x="1901177" y="703618"/>
                  </a:lnTo>
                  <a:lnTo>
                    <a:pt x="1910422" y="755815"/>
                  </a:lnTo>
                  <a:lnTo>
                    <a:pt x="1910422" y="151523"/>
                  </a:lnTo>
                  <a:lnTo>
                    <a:pt x="1898650" y="143954"/>
                  </a:lnTo>
                  <a:lnTo>
                    <a:pt x="1873681" y="131305"/>
                  </a:lnTo>
                  <a:lnTo>
                    <a:pt x="1862416" y="126860"/>
                  </a:lnTo>
                  <a:lnTo>
                    <a:pt x="1862416" y="358101"/>
                  </a:lnTo>
                  <a:lnTo>
                    <a:pt x="1861451" y="378802"/>
                  </a:lnTo>
                  <a:lnTo>
                    <a:pt x="1847088" y="430504"/>
                  </a:lnTo>
                  <a:lnTo>
                    <a:pt x="1824710" y="465264"/>
                  </a:lnTo>
                  <a:lnTo>
                    <a:pt x="1813001" y="477824"/>
                  </a:lnTo>
                  <a:lnTo>
                    <a:pt x="1531277" y="477824"/>
                  </a:lnTo>
                  <a:lnTo>
                    <a:pt x="1524952" y="471500"/>
                  </a:lnTo>
                  <a:lnTo>
                    <a:pt x="1524952" y="243992"/>
                  </a:lnTo>
                  <a:lnTo>
                    <a:pt x="1531277" y="237680"/>
                  </a:lnTo>
                  <a:lnTo>
                    <a:pt x="1705711" y="237680"/>
                  </a:lnTo>
                  <a:lnTo>
                    <a:pt x="1750771" y="240753"/>
                  </a:lnTo>
                  <a:lnTo>
                    <a:pt x="1787994" y="249923"/>
                  </a:lnTo>
                  <a:lnTo>
                    <a:pt x="1825155" y="272465"/>
                  </a:lnTo>
                  <a:lnTo>
                    <a:pt x="1853057" y="311759"/>
                  </a:lnTo>
                  <a:lnTo>
                    <a:pt x="1862416" y="358101"/>
                  </a:lnTo>
                  <a:lnTo>
                    <a:pt x="1862416" y="126860"/>
                  </a:lnTo>
                  <a:lnTo>
                    <a:pt x="1816366" y="111874"/>
                  </a:lnTo>
                  <a:lnTo>
                    <a:pt x="1748663" y="101917"/>
                  </a:lnTo>
                  <a:lnTo>
                    <a:pt x="1711236" y="100660"/>
                  </a:lnTo>
                  <a:lnTo>
                    <a:pt x="1380490" y="100660"/>
                  </a:lnTo>
                  <a:lnTo>
                    <a:pt x="1374165" y="106984"/>
                  </a:lnTo>
                  <a:lnTo>
                    <a:pt x="1374165" y="1030109"/>
                  </a:lnTo>
                  <a:lnTo>
                    <a:pt x="1380490" y="1036434"/>
                  </a:lnTo>
                  <a:lnTo>
                    <a:pt x="1745665" y="1036434"/>
                  </a:lnTo>
                  <a:lnTo>
                    <a:pt x="1785010" y="1035062"/>
                  </a:lnTo>
                  <a:lnTo>
                    <a:pt x="1856054" y="1024089"/>
                  </a:lnTo>
                  <a:lnTo>
                    <a:pt x="1916087" y="1002690"/>
                  </a:lnTo>
                  <a:lnTo>
                    <a:pt x="1965655" y="972883"/>
                  </a:lnTo>
                  <a:lnTo>
                    <a:pt x="2004695" y="935418"/>
                  </a:lnTo>
                  <a:lnTo>
                    <a:pt x="2030945" y="896137"/>
                  </a:lnTo>
                  <a:lnTo>
                    <a:pt x="2033689" y="891438"/>
                  </a:lnTo>
                  <a:lnTo>
                    <a:pt x="2044369" y="867244"/>
                  </a:lnTo>
                  <a:lnTo>
                    <a:pt x="2052675" y="841502"/>
                  </a:lnTo>
                  <a:lnTo>
                    <a:pt x="2058631" y="814755"/>
                  </a:lnTo>
                  <a:lnTo>
                    <a:pt x="2062226" y="787082"/>
                  </a:lnTo>
                  <a:lnTo>
                    <a:pt x="2063419" y="758596"/>
                  </a:lnTo>
                  <a:close/>
                </a:path>
                <a:path w="3046094" h="1141095">
                  <a:moveTo>
                    <a:pt x="2806027" y="1021613"/>
                  </a:moveTo>
                  <a:lnTo>
                    <a:pt x="2803448" y="1014183"/>
                  </a:lnTo>
                  <a:lnTo>
                    <a:pt x="2574455" y="688225"/>
                  </a:lnTo>
                  <a:lnTo>
                    <a:pt x="2571978" y="681774"/>
                  </a:lnTo>
                  <a:lnTo>
                    <a:pt x="2609227" y="658329"/>
                  </a:lnTo>
                  <a:lnTo>
                    <a:pt x="2634361" y="648474"/>
                  </a:lnTo>
                  <a:lnTo>
                    <a:pt x="2679255" y="623684"/>
                  </a:lnTo>
                  <a:lnTo>
                    <a:pt x="2717190" y="593115"/>
                  </a:lnTo>
                  <a:lnTo>
                    <a:pt x="2748153" y="558101"/>
                  </a:lnTo>
                  <a:lnTo>
                    <a:pt x="2760586" y="539546"/>
                  </a:lnTo>
                  <a:lnTo>
                    <a:pt x="2760929" y="539038"/>
                  </a:lnTo>
                  <a:lnTo>
                    <a:pt x="2781211" y="497814"/>
                  </a:lnTo>
                  <a:lnTo>
                    <a:pt x="2794419" y="452869"/>
                  </a:lnTo>
                  <a:lnTo>
                    <a:pt x="2801035" y="406209"/>
                  </a:lnTo>
                  <a:lnTo>
                    <a:pt x="2801874" y="382625"/>
                  </a:lnTo>
                  <a:lnTo>
                    <a:pt x="2800591" y="352336"/>
                  </a:lnTo>
                  <a:lnTo>
                    <a:pt x="2790380" y="295249"/>
                  </a:lnTo>
                  <a:lnTo>
                    <a:pt x="2770174" y="243992"/>
                  </a:lnTo>
                  <a:lnTo>
                    <a:pt x="2766453" y="237807"/>
                  </a:lnTo>
                  <a:lnTo>
                    <a:pt x="2766377" y="237680"/>
                  </a:lnTo>
                  <a:lnTo>
                    <a:pt x="2739860" y="199644"/>
                  </a:lnTo>
                  <a:lnTo>
                    <a:pt x="2699512" y="162674"/>
                  </a:lnTo>
                  <a:lnTo>
                    <a:pt x="2648534" y="133477"/>
                  </a:lnTo>
                  <a:lnTo>
                    <a:pt x="2645384" y="132245"/>
                  </a:lnTo>
                  <a:lnTo>
                    <a:pt x="2645384" y="381393"/>
                  </a:lnTo>
                  <a:lnTo>
                    <a:pt x="2644775" y="396125"/>
                  </a:lnTo>
                  <a:lnTo>
                    <a:pt x="2635694" y="439458"/>
                  </a:lnTo>
                  <a:lnTo>
                    <a:pt x="2614307" y="479196"/>
                  </a:lnTo>
                  <a:lnTo>
                    <a:pt x="2580195" y="510514"/>
                  </a:lnTo>
                  <a:lnTo>
                    <a:pt x="2533065" y="531977"/>
                  </a:lnTo>
                  <a:lnTo>
                    <a:pt x="2493975" y="538695"/>
                  </a:lnTo>
                  <a:lnTo>
                    <a:pt x="2472156" y="539546"/>
                  </a:lnTo>
                  <a:lnTo>
                    <a:pt x="2271090" y="539546"/>
                  </a:lnTo>
                  <a:lnTo>
                    <a:pt x="2264765" y="533222"/>
                  </a:lnTo>
                  <a:lnTo>
                    <a:pt x="2264765" y="243992"/>
                  </a:lnTo>
                  <a:lnTo>
                    <a:pt x="2271090" y="237680"/>
                  </a:lnTo>
                  <a:lnTo>
                    <a:pt x="2477185" y="237680"/>
                  </a:lnTo>
                  <a:lnTo>
                    <a:pt x="2537104" y="245275"/>
                  </a:lnTo>
                  <a:lnTo>
                    <a:pt x="2580792" y="264553"/>
                  </a:lnTo>
                  <a:lnTo>
                    <a:pt x="2619171" y="300482"/>
                  </a:lnTo>
                  <a:lnTo>
                    <a:pt x="2642463" y="352107"/>
                  </a:lnTo>
                  <a:lnTo>
                    <a:pt x="2645384" y="381393"/>
                  </a:lnTo>
                  <a:lnTo>
                    <a:pt x="2645384" y="132245"/>
                  </a:lnTo>
                  <a:lnTo>
                    <a:pt x="2587129" y="112649"/>
                  </a:lnTo>
                  <a:lnTo>
                    <a:pt x="2515285" y="102006"/>
                  </a:lnTo>
                  <a:lnTo>
                    <a:pt x="2475814" y="100660"/>
                  </a:lnTo>
                  <a:lnTo>
                    <a:pt x="2116836" y="100660"/>
                  </a:lnTo>
                  <a:lnTo>
                    <a:pt x="2110511" y="106984"/>
                  </a:lnTo>
                  <a:lnTo>
                    <a:pt x="2110511" y="1030109"/>
                  </a:lnTo>
                  <a:lnTo>
                    <a:pt x="2116836" y="1036434"/>
                  </a:lnTo>
                  <a:lnTo>
                    <a:pt x="2258441" y="1036434"/>
                  </a:lnTo>
                  <a:lnTo>
                    <a:pt x="2264765" y="1030109"/>
                  </a:lnTo>
                  <a:lnTo>
                    <a:pt x="2264765" y="684695"/>
                  </a:lnTo>
                  <a:lnTo>
                    <a:pt x="2271090" y="678370"/>
                  </a:lnTo>
                  <a:lnTo>
                    <a:pt x="2385263" y="678370"/>
                  </a:lnTo>
                  <a:lnTo>
                    <a:pt x="2389568" y="680618"/>
                  </a:lnTo>
                  <a:lnTo>
                    <a:pt x="2635250" y="1030109"/>
                  </a:lnTo>
                  <a:lnTo>
                    <a:pt x="2638272" y="1034275"/>
                  </a:lnTo>
                  <a:lnTo>
                    <a:pt x="2642425" y="1036434"/>
                  </a:lnTo>
                  <a:lnTo>
                    <a:pt x="2791904" y="1036434"/>
                  </a:lnTo>
                  <a:lnTo>
                    <a:pt x="2799461" y="1034275"/>
                  </a:lnTo>
                  <a:lnTo>
                    <a:pt x="2804439" y="1028827"/>
                  </a:lnTo>
                  <a:lnTo>
                    <a:pt x="2806027" y="1021613"/>
                  </a:lnTo>
                  <a:close/>
                </a:path>
                <a:path w="3046094" h="1141095">
                  <a:moveTo>
                    <a:pt x="3045510" y="106984"/>
                  </a:moveTo>
                  <a:lnTo>
                    <a:pt x="3039186" y="100660"/>
                  </a:lnTo>
                  <a:lnTo>
                    <a:pt x="3031375" y="100660"/>
                  </a:lnTo>
                  <a:lnTo>
                    <a:pt x="2893987" y="100660"/>
                  </a:lnTo>
                  <a:lnTo>
                    <a:pt x="2887662" y="106984"/>
                  </a:lnTo>
                  <a:lnTo>
                    <a:pt x="2887662" y="1030109"/>
                  </a:lnTo>
                  <a:lnTo>
                    <a:pt x="2893987" y="1036434"/>
                  </a:lnTo>
                  <a:lnTo>
                    <a:pt x="3039186" y="1036434"/>
                  </a:lnTo>
                  <a:lnTo>
                    <a:pt x="3045510" y="1030109"/>
                  </a:lnTo>
                  <a:lnTo>
                    <a:pt x="3045510" y="106984"/>
                  </a:lnTo>
                  <a:close/>
                </a:path>
              </a:pathLst>
            </a:custGeom>
            <a:solidFill>
              <a:srgbClr val="FFFFFF"/>
            </a:solidFill>
          </p:spPr>
          <p:txBody>
            <a:bodyPr wrap="square" lIns="0" tIns="0" rIns="0" bIns="0" rtlCol="0"/>
            <a:lstStyle/>
            <a:p>
              <a:endParaRPr/>
            </a:p>
          </p:txBody>
        </p:sp>
        <p:pic>
          <p:nvPicPr>
            <p:cNvPr id="56" name="object 40">
              <a:extLst>
                <a:ext uri="{FF2B5EF4-FFF2-40B4-BE49-F238E27FC236}">
                  <a16:creationId xmlns:a16="http://schemas.microsoft.com/office/drawing/2014/main" id="{4A4D3B17-ACE7-0240-F6AA-80CABD74A052}"/>
                </a:ext>
              </a:extLst>
            </p:cNvPr>
            <p:cNvPicPr/>
            <p:nvPr/>
          </p:nvPicPr>
          <p:blipFill>
            <a:blip r:embed="rId24" cstate="print"/>
            <a:stretch>
              <a:fillRect/>
            </a:stretch>
          </p:blipFill>
          <p:spPr>
            <a:xfrm>
              <a:off x="13741699" y="8615461"/>
              <a:ext cx="146236" cy="210328"/>
            </a:xfrm>
            <a:prstGeom prst="rect">
              <a:avLst/>
            </a:prstGeom>
          </p:spPr>
        </p:pic>
        <p:pic>
          <p:nvPicPr>
            <p:cNvPr id="57" name="object 41">
              <a:extLst>
                <a:ext uri="{FF2B5EF4-FFF2-40B4-BE49-F238E27FC236}">
                  <a16:creationId xmlns:a16="http://schemas.microsoft.com/office/drawing/2014/main" id="{BA8E7D53-F3CE-5178-F732-9B7705D546C4}"/>
                </a:ext>
              </a:extLst>
            </p:cNvPr>
            <p:cNvPicPr/>
            <p:nvPr/>
          </p:nvPicPr>
          <p:blipFill>
            <a:blip r:embed="rId34" cstate="print"/>
            <a:stretch>
              <a:fillRect/>
            </a:stretch>
          </p:blipFill>
          <p:spPr>
            <a:xfrm>
              <a:off x="13919151" y="8665985"/>
              <a:ext cx="126111" cy="163492"/>
            </a:xfrm>
            <a:prstGeom prst="rect">
              <a:avLst/>
            </a:prstGeom>
          </p:spPr>
        </p:pic>
        <p:pic>
          <p:nvPicPr>
            <p:cNvPr id="58" name="object 42">
              <a:extLst>
                <a:ext uri="{FF2B5EF4-FFF2-40B4-BE49-F238E27FC236}">
                  <a16:creationId xmlns:a16="http://schemas.microsoft.com/office/drawing/2014/main" id="{CDD11BB5-BCFD-779E-A055-141C65AC4310}"/>
                </a:ext>
              </a:extLst>
            </p:cNvPr>
            <p:cNvPicPr/>
            <p:nvPr/>
          </p:nvPicPr>
          <p:blipFill>
            <a:blip r:embed="rId35" cstate="print"/>
            <a:stretch>
              <a:fillRect/>
            </a:stretch>
          </p:blipFill>
          <p:spPr>
            <a:xfrm>
              <a:off x="14089626" y="8665991"/>
              <a:ext cx="124875" cy="159796"/>
            </a:xfrm>
            <a:prstGeom prst="rect">
              <a:avLst/>
            </a:prstGeom>
          </p:spPr>
        </p:pic>
        <p:pic>
          <p:nvPicPr>
            <p:cNvPr id="59" name="object 43">
              <a:extLst>
                <a:ext uri="{FF2B5EF4-FFF2-40B4-BE49-F238E27FC236}">
                  <a16:creationId xmlns:a16="http://schemas.microsoft.com/office/drawing/2014/main" id="{1D66D975-C769-F630-E444-DAA3E4FE942E}"/>
                </a:ext>
              </a:extLst>
            </p:cNvPr>
            <p:cNvPicPr/>
            <p:nvPr/>
          </p:nvPicPr>
          <p:blipFill>
            <a:blip r:embed="rId36" cstate="print"/>
            <a:stretch>
              <a:fillRect/>
            </a:stretch>
          </p:blipFill>
          <p:spPr>
            <a:xfrm>
              <a:off x="14258865" y="8615456"/>
              <a:ext cx="131043" cy="210328"/>
            </a:xfrm>
            <a:prstGeom prst="rect">
              <a:avLst/>
            </a:prstGeom>
          </p:spPr>
        </p:pic>
        <p:pic>
          <p:nvPicPr>
            <p:cNvPr id="60" name="object 44">
              <a:extLst>
                <a:ext uri="{FF2B5EF4-FFF2-40B4-BE49-F238E27FC236}">
                  <a16:creationId xmlns:a16="http://schemas.microsoft.com/office/drawing/2014/main" id="{C3B5F3AF-04F3-9BE0-302B-A2659776133D}"/>
                </a:ext>
              </a:extLst>
            </p:cNvPr>
            <p:cNvPicPr/>
            <p:nvPr/>
          </p:nvPicPr>
          <p:blipFill>
            <a:blip r:embed="rId28" cstate="print"/>
            <a:stretch>
              <a:fillRect/>
            </a:stretch>
          </p:blipFill>
          <p:spPr>
            <a:xfrm>
              <a:off x="14500811" y="8615462"/>
              <a:ext cx="150759" cy="210318"/>
            </a:xfrm>
            <a:prstGeom prst="rect">
              <a:avLst/>
            </a:prstGeom>
          </p:spPr>
        </p:pic>
        <p:pic>
          <p:nvPicPr>
            <p:cNvPr id="61" name="object 45">
              <a:extLst>
                <a:ext uri="{FF2B5EF4-FFF2-40B4-BE49-F238E27FC236}">
                  <a16:creationId xmlns:a16="http://schemas.microsoft.com/office/drawing/2014/main" id="{F7F6BD88-9947-E035-51E8-9FF42BE84CDC}"/>
                </a:ext>
              </a:extLst>
            </p:cNvPr>
            <p:cNvPicPr/>
            <p:nvPr/>
          </p:nvPicPr>
          <p:blipFill>
            <a:blip r:embed="rId37" cstate="print"/>
            <a:stretch>
              <a:fillRect/>
            </a:stretch>
          </p:blipFill>
          <p:spPr>
            <a:xfrm>
              <a:off x="14674982" y="8665985"/>
              <a:ext cx="126111" cy="163492"/>
            </a:xfrm>
            <a:prstGeom prst="rect">
              <a:avLst/>
            </a:prstGeom>
          </p:spPr>
        </p:pic>
        <p:pic>
          <p:nvPicPr>
            <p:cNvPr id="62" name="object 46">
              <a:extLst>
                <a:ext uri="{FF2B5EF4-FFF2-40B4-BE49-F238E27FC236}">
                  <a16:creationId xmlns:a16="http://schemas.microsoft.com/office/drawing/2014/main" id="{E6C5C006-7A33-7D04-28F3-A82B5F580A13}"/>
                </a:ext>
              </a:extLst>
            </p:cNvPr>
            <p:cNvPicPr/>
            <p:nvPr/>
          </p:nvPicPr>
          <p:blipFill>
            <a:blip r:embed="rId30" cstate="print"/>
            <a:stretch>
              <a:fillRect/>
            </a:stretch>
          </p:blipFill>
          <p:spPr>
            <a:xfrm>
              <a:off x="14845457" y="8615456"/>
              <a:ext cx="286312" cy="269482"/>
            </a:xfrm>
            <a:prstGeom prst="rect">
              <a:avLst/>
            </a:prstGeom>
          </p:spPr>
        </p:pic>
        <p:pic>
          <p:nvPicPr>
            <p:cNvPr id="63" name="object 47">
              <a:extLst>
                <a:ext uri="{FF2B5EF4-FFF2-40B4-BE49-F238E27FC236}">
                  <a16:creationId xmlns:a16="http://schemas.microsoft.com/office/drawing/2014/main" id="{BD8BE124-BAA4-7FA4-9576-91633619BA3A}"/>
                </a:ext>
              </a:extLst>
            </p:cNvPr>
            <p:cNvPicPr/>
            <p:nvPr/>
          </p:nvPicPr>
          <p:blipFill>
            <a:blip r:embed="rId38" cstate="print"/>
            <a:stretch>
              <a:fillRect/>
            </a:stretch>
          </p:blipFill>
          <p:spPr>
            <a:xfrm>
              <a:off x="15156415" y="8665985"/>
              <a:ext cx="126111" cy="163492"/>
            </a:xfrm>
            <a:prstGeom prst="rect">
              <a:avLst/>
            </a:prstGeom>
          </p:spPr>
        </p:pic>
        <p:pic>
          <p:nvPicPr>
            <p:cNvPr id="64" name="object 48">
              <a:extLst>
                <a:ext uri="{FF2B5EF4-FFF2-40B4-BE49-F238E27FC236}">
                  <a16:creationId xmlns:a16="http://schemas.microsoft.com/office/drawing/2014/main" id="{330A6717-20B6-69CF-D381-31A1F83593F1}"/>
                </a:ext>
              </a:extLst>
            </p:cNvPr>
            <p:cNvPicPr/>
            <p:nvPr/>
          </p:nvPicPr>
          <p:blipFill>
            <a:blip r:embed="rId39" cstate="print"/>
            <a:stretch>
              <a:fillRect/>
            </a:stretch>
          </p:blipFill>
          <p:spPr>
            <a:xfrm>
              <a:off x="15313745" y="8630247"/>
              <a:ext cx="84615" cy="197596"/>
            </a:xfrm>
            <a:prstGeom prst="rect">
              <a:avLst/>
            </a:prstGeom>
          </p:spPr>
        </p:pic>
        <p:pic>
          <p:nvPicPr>
            <p:cNvPr id="65" name="object 49">
              <a:extLst>
                <a:ext uri="{FF2B5EF4-FFF2-40B4-BE49-F238E27FC236}">
                  <a16:creationId xmlns:a16="http://schemas.microsoft.com/office/drawing/2014/main" id="{346B7A6D-5ACB-EE26-E0CD-53E28E5F629A}"/>
                </a:ext>
              </a:extLst>
            </p:cNvPr>
            <p:cNvPicPr/>
            <p:nvPr/>
          </p:nvPicPr>
          <p:blipFill>
            <a:blip r:embed="rId40" cstate="print"/>
            <a:stretch>
              <a:fillRect/>
            </a:stretch>
          </p:blipFill>
          <p:spPr>
            <a:xfrm>
              <a:off x="15516669" y="8608900"/>
              <a:ext cx="1270536" cy="220577"/>
            </a:xfrm>
            <a:prstGeom prst="rect">
              <a:avLst/>
            </a:prstGeom>
          </p:spPr>
        </p:pic>
      </p:grpSp>
      <p:sp>
        <p:nvSpPr>
          <p:cNvPr id="66" name="object 50" descr="$PPTXTitle">
            <a:extLst>
              <a:ext uri="{FF2B5EF4-FFF2-40B4-BE49-F238E27FC236}">
                <a16:creationId xmlns:a16="http://schemas.microsoft.com/office/drawing/2014/main" id="{CE819EF3-61D8-BB10-4CC1-1D5630210C1D}"/>
              </a:ext>
            </a:extLst>
          </p:cNvPr>
          <p:cNvSpPr txBox="1">
            <a:spLocks/>
          </p:cNvSpPr>
          <p:nvPr/>
        </p:nvSpPr>
        <p:spPr>
          <a:xfrm>
            <a:off x="5632341" y="630063"/>
            <a:ext cx="7644765" cy="1195840"/>
          </a:xfrm>
          <a:prstGeom prst="rect">
            <a:avLst/>
          </a:prstGeom>
        </p:spPr>
        <p:txBody>
          <a:bodyPr vert="horz" wrap="square" lIns="0" tIns="89535"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gn="l">
              <a:spcBef>
                <a:spcPts val="705"/>
              </a:spcBef>
            </a:pPr>
            <a:r>
              <a:rPr lang="pt-BR" b="1" spc="120" dirty="0">
                <a:latin typeface="Inter" panose="02000503000000020004" pitchFamily="2" charset="0"/>
                <a:ea typeface="Inter" panose="02000503000000020004" pitchFamily="2" charset="0"/>
              </a:rPr>
              <a:t>Warna</a:t>
            </a:r>
            <a:r>
              <a:rPr lang="pt-BR" b="1" spc="-105" dirty="0">
                <a:latin typeface="Inter" panose="02000503000000020004" pitchFamily="2" charset="0"/>
                <a:ea typeface="Inter" panose="02000503000000020004" pitchFamily="2" charset="0"/>
              </a:rPr>
              <a:t> </a:t>
            </a:r>
            <a:r>
              <a:rPr lang="pt-BR" b="1" spc="210" dirty="0">
                <a:latin typeface="Inter" panose="02000503000000020004" pitchFamily="2" charset="0"/>
                <a:ea typeface="Inter" panose="02000503000000020004" pitchFamily="2" charset="0"/>
              </a:rPr>
              <a:t>Logo</a:t>
            </a:r>
          </a:p>
          <a:p>
            <a:pPr marL="12700" algn="l">
              <a:spcBef>
                <a:spcPts val="400"/>
              </a:spcBef>
            </a:pPr>
            <a:r>
              <a:rPr lang="pt-BR" sz="2450" spc="130" dirty="0">
                <a:latin typeface="Inter" panose="02000503000000020004" pitchFamily="2" charset="0"/>
                <a:ea typeface="Inter" panose="02000503000000020004" pitchFamily="2" charset="0"/>
              </a:rPr>
              <a:t>Applicable</a:t>
            </a:r>
            <a:r>
              <a:rPr lang="pt-BR" sz="2450" spc="-50" dirty="0">
                <a:latin typeface="Inter" panose="02000503000000020004" pitchFamily="2" charset="0"/>
                <a:ea typeface="Inter" panose="02000503000000020004" pitchFamily="2" charset="0"/>
              </a:rPr>
              <a:t> </a:t>
            </a:r>
            <a:r>
              <a:rPr lang="pt-BR" sz="2450" spc="155" dirty="0">
                <a:latin typeface="Inter" panose="02000503000000020004" pitchFamily="2" charset="0"/>
                <a:ea typeface="Inter" panose="02000503000000020004" pitchFamily="2" charset="0"/>
              </a:rPr>
              <a:t>Logo</a:t>
            </a:r>
            <a:r>
              <a:rPr lang="pt-BR" sz="2450" spc="-40" dirty="0">
                <a:latin typeface="Inter" panose="02000503000000020004" pitchFamily="2" charset="0"/>
                <a:ea typeface="Inter" panose="02000503000000020004" pitchFamily="2" charset="0"/>
              </a:rPr>
              <a:t> </a:t>
            </a:r>
            <a:r>
              <a:rPr lang="pt-BR" sz="2450" spc="135" dirty="0">
                <a:latin typeface="Inter" panose="02000503000000020004" pitchFamily="2" charset="0"/>
                <a:ea typeface="Inter" panose="02000503000000020004" pitchFamily="2" charset="0"/>
              </a:rPr>
              <a:t>Colours</a:t>
            </a:r>
            <a:endParaRPr lang="pt-BR" sz="2450" dirty="0">
              <a:latin typeface="Inter" panose="02000503000000020004" pitchFamily="2" charset="0"/>
              <a:ea typeface="Inter" panose="02000503000000020004" pitchFamily="2" charset="0"/>
            </a:endParaRPr>
          </a:p>
        </p:txBody>
      </p:sp>
      <p:sp>
        <p:nvSpPr>
          <p:cNvPr id="67" name="object 53">
            <a:extLst>
              <a:ext uri="{FF2B5EF4-FFF2-40B4-BE49-F238E27FC236}">
                <a16:creationId xmlns:a16="http://schemas.microsoft.com/office/drawing/2014/main" id="{07F4B963-4180-AFE4-0245-454A144575E0}"/>
              </a:ext>
            </a:extLst>
          </p:cNvPr>
          <p:cNvSpPr txBox="1"/>
          <p:nvPr/>
        </p:nvSpPr>
        <p:spPr>
          <a:xfrm>
            <a:off x="838139" y="2108436"/>
            <a:ext cx="4177180" cy="6311664"/>
          </a:xfrm>
          <a:prstGeom prst="rect">
            <a:avLst/>
          </a:prstGeom>
        </p:spPr>
        <p:txBody>
          <a:bodyPr vert="horz" wrap="square" lIns="0" tIns="12700" rIns="0" bIns="0" rtlCol="0">
            <a:spAutoFit/>
          </a:bodyPr>
          <a:lstStyle/>
          <a:p>
            <a:pPr marL="12700" marR="5080">
              <a:lnSpc>
                <a:spcPct val="131300"/>
              </a:lnSpc>
              <a:spcBef>
                <a:spcPts val="100"/>
              </a:spcBef>
            </a:pPr>
            <a:r>
              <a:rPr sz="1200" spc="55" dirty="0">
                <a:solidFill>
                  <a:srgbClr val="0856C3"/>
                </a:solidFill>
                <a:latin typeface="Inter" panose="02000503000000020004" pitchFamily="2" charset="0"/>
                <a:ea typeface="Inter" panose="02000503000000020004" pitchFamily="2" charset="0"/>
                <a:cs typeface="Tahoma"/>
              </a:rPr>
              <a:t>Logo</a:t>
            </a:r>
            <a:r>
              <a:rPr sz="1200" spc="7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BRI</a:t>
            </a:r>
            <a:r>
              <a:rPr sz="1200" spc="8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memiliki</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beberapa</a:t>
            </a:r>
            <a:r>
              <a:rPr sz="1200" spc="8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versi</a:t>
            </a:r>
            <a:r>
              <a:rPr sz="1200" spc="8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warna</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resmi</a:t>
            </a:r>
            <a:r>
              <a:rPr sz="1200" spc="8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yang </a:t>
            </a:r>
            <a:r>
              <a:rPr sz="1200" spc="20" dirty="0">
                <a:solidFill>
                  <a:srgbClr val="0856C3"/>
                </a:solidFill>
                <a:latin typeface="Inter" panose="02000503000000020004" pitchFamily="2" charset="0"/>
                <a:ea typeface="Inter" panose="02000503000000020004" pitchFamily="2" charset="0"/>
                <a:cs typeface="Tahoma"/>
              </a:rPr>
              <a:t>dirancang</a:t>
            </a:r>
            <a:r>
              <a:rPr sz="1200" spc="10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untuk</a:t>
            </a:r>
            <a:r>
              <a:rPr sz="1200" spc="10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memastikan</a:t>
            </a:r>
            <a:r>
              <a:rPr sz="1200" spc="10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keterbacaan,</a:t>
            </a:r>
            <a:r>
              <a:rPr sz="1200" spc="10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konsistensi, </a:t>
            </a:r>
            <a:r>
              <a:rPr sz="1200" spc="20" dirty="0">
                <a:solidFill>
                  <a:srgbClr val="0856C3"/>
                </a:solidFill>
                <a:latin typeface="Inter" panose="02000503000000020004" pitchFamily="2" charset="0"/>
                <a:ea typeface="Inter" panose="02000503000000020004" pitchFamily="2" charset="0"/>
                <a:cs typeface="Tahoma"/>
              </a:rPr>
              <a:t>dan</a:t>
            </a:r>
            <a:r>
              <a:rPr sz="1200" spc="6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fleksibilitas</a:t>
            </a:r>
            <a:r>
              <a:rPr sz="1200" spc="6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di</a:t>
            </a:r>
            <a:r>
              <a:rPr sz="1200" spc="6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berbagai</a:t>
            </a:r>
            <a:r>
              <a:rPr sz="1200" spc="6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media</a:t>
            </a:r>
            <a:r>
              <a:rPr sz="1200" spc="6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dan</a:t>
            </a:r>
            <a:r>
              <a:rPr sz="1200" spc="6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kondisi</a:t>
            </a:r>
            <a:r>
              <a:rPr sz="1200" spc="6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aplikasi. </a:t>
            </a:r>
            <a:r>
              <a:rPr sz="1200" spc="10" dirty="0">
                <a:solidFill>
                  <a:srgbClr val="0856C3"/>
                </a:solidFill>
                <a:latin typeface="Inter" panose="02000503000000020004" pitchFamily="2" charset="0"/>
                <a:ea typeface="Inter" panose="02000503000000020004" pitchFamily="2" charset="0"/>
                <a:cs typeface="Tahoma"/>
              </a:rPr>
              <a:t>Warna</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utama</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brand</a:t>
            </a:r>
            <a:r>
              <a:rPr sz="1200" spc="8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kami</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adalah</a:t>
            </a:r>
            <a:r>
              <a:rPr sz="1200" spc="8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Biru</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Nusantara.</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Selain </a:t>
            </a:r>
            <a:r>
              <a:rPr sz="1200" dirty="0">
                <a:solidFill>
                  <a:srgbClr val="0856C3"/>
                </a:solidFill>
                <a:latin typeface="Inter" panose="02000503000000020004" pitchFamily="2" charset="0"/>
                <a:ea typeface="Inter" panose="02000503000000020004" pitchFamily="2" charset="0"/>
                <a:cs typeface="Tahoma"/>
              </a:rPr>
              <a:t>warna</a:t>
            </a:r>
            <a:r>
              <a:rPr sz="1200" spc="12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utama</a:t>
            </a:r>
            <a:r>
              <a:rPr sz="1200" spc="12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tersebut,</a:t>
            </a:r>
            <a:r>
              <a:rPr sz="1200" spc="13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logo</a:t>
            </a:r>
            <a:r>
              <a:rPr sz="1200" spc="12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juga</a:t>
            </a:r>
            <a:r>
              <a:rPr sz="1200" spc="130" dirty="0">
                <a:solidFill>
                  <a:srgbClr val="0856C3"/>
                </a:solidFill>
                <a:latin typeface="Inter" panose="02000503000000020004" pitchFamily="2" charset="0"/>
                <a:ea typeface="Inter" panose="02000503000000020004" pitchFamily="2" charset="0"/>
                <a:cs typeface="Tahoma"/>
              </a:rPr>
              <a:t> </a:t>
            </a:r>
            <a:r>
              <a:rPr sz="1200" dirty="0" err="1">
                <a:solidFill>
                  <a:srgbClr val="0856C3"/>
                </a:solidFill>
                <a:latin typeface="Inter" panose="02000503000000020004" pitchFamily="2" charset="0"/>
                <a:ea typeface="Inter" panose="02000503000000020004" pitchFamily="2" charset="0"/>
                <a:cs typeface="Tahoma"/>
              </a:rPr>
              <a:t>dapat</a:t>
            </a:r>
            <a:r>
              <a:rPr sz="1200" spc="125" dirty="0">
                <a:solidFill>
                  <a:srgbClr val="0856C3"/>
                </a:solidFill>
                <a:latin typeface="Inter" panose="02000503000000020004" pitchFamily="2" charset="0"/>
                <a:ea typeface="Inter" panose="02000503000000020004" pitchFamily="2" charset="0"/>
                <a:cs typeface="Tahoma"/>
              </a:rPr>
              <a:t> </a:t>
            </a:r>
            <a:r>
              <a:rPr sz="1200" spc="-10" dirty="0" err="1">
                <a:solidFill>
                  <a:srgbClr val="0856C3"/>
                </a:solidFill>
                <a:latin typeface="Inter" panose="02000503000000020004" pitchFamily="2" charset="0"/>
                <a:ea typeface="Inter" panose="02000503000000020004" pitchFamily="2" charset="0"/>
                <a:cs typeface="Tahoma"/>
              </a:rPr>
              <a:t>digunakan</a:t>
            </a:r>
            <a:r>
              <a:rPr lang="en-US" sz="1200" spc="500" dirty="0">
                <a:solidFill>
                  <a:srgbClr val="0856C3"/>
                </a:solidFill>
                <a:latin typeface="Inter" panose="02000503000000020004" pitchFamily="2" charset="0"/>
                <a:ea typeface="Inter" panose="02000503000000020004" pitchFamily="2" charset="0"/>
                <a:cs typeface="Tahoma"/>
              </a:rPr>
              <a:t> </a:t>
            </a:r>
            <a:r>
              <a:rPr sz="1200" dirty="0" err="1">
                <a:solidFill>
                  <a:srgbClr val="0856C3"/>
                </a:solidFill>
                <a:latin typeface="Inter" panose="02000503000000020004" pitchFamily="2" charset="0"/>
                <a:ea typeface="Inter" panose="02000503000000020004" pitchFamily="2" charset="0"/>
                <a:cs typeface="Tahoma"/>
              </a:rPr>
              <a:t>dalam</a:t>
            </a:r>
            <a:r>
              <a:rPr sz="1200" spc="10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warna</a:t>
            </a:r>
            <a:r>
              <a:rPr sz="1200" spc="11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putih</a:t>
            </a:r>
            <a:r>
              <a:rPr sz="1200" spc="11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atau</a:t>
            </a:r>
            <a:r>
              <a:rPr sz="1200" spc="110" dirty="0">
                <a:solidFill>
                  <a:srgbClr val="0856C3"/>
                </a:solidFill>
                <a:latin typeface="Inter" panose="02000503000000020004" pitchFamily="2" charset="0"/>
                <a:ea typeface="Inter" panose="02000503000000020004" pitchFamily="2" charset="0"/>
                <a:cs typeface="Tahoma"/>
              </a:rPr>
              <a:t> </a:t>
            </a:r>
            <a:r>
              <a:rPr sz="1200" spc="-10" dirty="0" err="1">
                <a:solidFill>
                  <a:srgbClr val="0856C3"/>
                </a:solidFill>
                <a:latin typeface="Inter" panose="02000503000000020004" pitchFamily="2" charset="0"/>
                <a:ea typeface="Inter" panose="02000503000000020004" pitchFamily="2" charset="0"/>
                <a:cs typeface="Tahoma"/>
              </a:rPr>
              <a:t>hitam</a:t>
            </a:r>
            <a:r>
              <a:rPr sz="1200" spc="-10" dirty="0">
                <a:solidFill>
                  <a:srgbClr val="0856C3"/>
                </a:solidFill>
                <a:latin typeface="Inter" panose="02000503000000020004" pitchFamily="2" charset="0"/>
                <a:ea typeface="Inter" panose="02000503000000020004" pitchFamily="2" charset="0"/>
                <a:cs typeface="Tahoma"/>
              </a:rPr>
              <a:t>.</a:t>
            </a:r>
            <a:br>
              <a:rPr lang="en-US" sz="1200" spc="-10" dirty="0">
                <a:solidFill>
                  <a:srgbClr val="0856C3"/>
                </a:solidFill>
                <a:latin typeface="Inter" panose="02000503000000020004" pitchFamily="2" charset="0"/>
                <a:ea typeface="Inter" panose="02000503000000020004" pitchFamily="2" charset="0"/>
                <a:cs typeface="Tahoma"/>
              </a:rPr>
            </a:br>
            <a:br>
              <a:rPr lang="en-US" sz="1200" spc="-10" dirty="0">
                <a:solidFill>
                  <a:srgbClr val="0856C3"/>
                </a:solidFill>
                <a:latin typeface="Inter" panose="02000503000000020004" pitchFamily="2" charset="0"/>
                <a:ea typeface="Inter" panose="02000503000000020004" pitchFamily="2" charset="0"/>
                <a:cs typeface="Tahoma"/>
              </a:rPr>
            </a:br>
            <a:r>
              <a:rPr lang="en-US" sz="1200" spc="-10" dirty="0">
                <a:solidFill>
                  <a:srgbClr val="0856C3"/>
                </a:solidFill>
                <a:latin typeface="Inter" panose="02000503000000020004" pitchFamily="2" charset="0"/>
                <a:ea typeface="Inter" panose="02000503000000020004" pitchFamily="2" charset="0"/>
                <a:cs typeface="Tahoma"/>
              </a:rPr>
              <a:t>Logo BRI </a:t>
            </a:r>
            <a:r>
              <a:rPr lang="en-US" sz="1200" spc="-10" dirty="0" err="1">
                <a:solidFill>
                  <a:srgbClr val="0856C3"/>
                </a:solidFill>
                <a:latin typeface="Inter" panose="02000503000000020004" pitchFamily="2" charset="0"/>
                <a:ea typeface="Inter" panose="02000503000000020004" pitchFamily="2" charset="0"/>
                <a:cs typeface="Tahoma"/>
              </a:rPr>
              <a:t>satu</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warna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hitam</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hanya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digunakan</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apabila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warna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utama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tidak</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dapat</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diaplikasikan</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karena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kendala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teknis</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seperti</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cetak</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satu</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warna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atau</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kebutuhan</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dokumen</a:t>
            </a:r>
            <a:r>
              <a:rPr lang="en-US" sz="1200" spc="-10" dirty="0">
                <a:solidFill>
                  <a:srgbClr val="0856C3"/>
                </a:solidFill>
                <a:latin typeface="Inter" panose="02000503000000020004" pitchFamily="2" charset="0"/>
                <a:ea typeface="Inter" panose="02000503000000020004" pitchFamily="2" charset="0"/>
                <a:cs typeface="Tahoma"/>
              </a:rPr>
              <a:t> internal; </a:t>
            </a:r>
            <a:r>
              <a:rPr lang="en-US" sz="1200" spc="-10" dirty="0" err="1">
                <a:solidFill>
                  <a:srgbClr val="0856C3"/>
                </a:solidFill>
                <a:latin typeface="Inter" panose="02000503000000020004" pitchFamily="2" charset="0"/>
                <a:ea typeface="Inter" panose="02000503000000020004" pitchFamily="2" charset="0"/>
                <a:cs typeface="Tahoma"/>
              </a:rPr>
              <a:t>untuk</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seluruh</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komunikasi</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eksternal</a:t>
            </a:r>
            <a:r>
              <a:rPr lang="en-US" sz="1200" spc="-10" dirty="0">
                <a:solidFill>
                  <a:srgbClr val="0856C3"/>
                </a:solidFill>
                <a:latin typeface="Inter" panose="02000503000000020004" pitchFamily="2" charset="0"/>
                <a:ea typeface="Inter" panose="02000503000000020004" pitchFamily="2" charset="0"/>
                <a:cs typeface="Tahoma"/>
              </a:rPr>
              <a:t>, logo BRI </a:t>
            </a:r>
            <a:r>
              <a:rPr lang="en-US" sz="1200" spc="-10" dirty="0" err="1">
                <a:solidFill>
                  <a:srgbClr val="0856C3"/>
                </a:solidFill>
                <a:latin typeface="Inter" panose="02000503000000020004" pitchFamily="2" charset="0"/>
                <a:ea typeface="Inter" panose="02000503000000020004" pitchFamily="2" charset="0"/>
                <a:cs typeface="Tahoma"/>
              </a:rPr>
              <a:t>wajib</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menggunakan</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warna</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utama</a:t>
            </a:r>
            <a:r>
              <a:rPr lang="en-US" sz="1200" spc="-10" dirty="0">
                <a:solidFill>
                  <a:srgbClr val="0856C3"/>
                </a:solidFill>
                <a:latin typeface="Inter" panose="02000503000000020004" pitchFamily="2" charset="0"/>
                <a:ea typeface="Inter" panose="02000503000000020004" pitchFamily="2" charset="0"/>
                <a:cs typeface="Tahoma"/>
              </a:rPr>
              <a:t> (Biru Nusantara).</a:t>
            </a:r>
            <a:endParaRPr sz="1200" dirty="0">
              <a:latin typeface="Inter" panose="02000503000000020004" pitchFamily="2" charset="0"/>
              <a:ea typeface="Inter" panose="02000503000000020004" pitchFamily="2" charset="0"/>
              <a:cs typeface="Tahoma"/>
            </a:endParaRPr>
          </a:p>
          <a:p>
            <a:pPr>
              <a:lnSpc>
                <a:spcPct val="100000"/>
              </a:lnSpc>
              <a:spcBef>
                <a:spcPts val="735"/>
              </a:spcBef>
            </a:pPr>
            <a:endParaRPr sz="1200" dirty="0">
              <a:latin typeface="Inter" panose="02000503000000020004" pitchFamily="2" charset="0"/>
              <a:ea typeface="Inter" panose="02000503000000020004" pitchFamily="2" charset="0"/>
              <a:cs typeface="Tahoma"/>
            </a:endParaRPr>
          </a:p>
          <a:p>
            <a:pPr marL="12700" marR="166370">
              <a:lnSpc>
                <a:spcPct val="131300"/>
              </a:lnSpc>
              <a:spcBef>
                <a:spcPts val="5"/>
              </a:spcBef>
            </a:pPr>
            <a:r>
              <a:rPr sz="1200" spc="50" dirty="0">
                <a:solidFill>
                  <a:schemeClr val="tx1">
                    <a:lumMod val="50000"/>
                    <a:lumOff val="50000"/>
                  </a:schemeClr>
                </a:solidFill>
                <a:latin typeface="Inter" panose="02000503000000020004" pitchFamily="2" charset="0"/>
                <a:ea typeface="Inter" panose="02000503000000020004" pitchFamily="2" charset="0"/>
                <a:cs typeface="Tahoma"/>
              </a:rPr>
              <a:t>The</a:t>
            </a:r>
            <a:r>
              <a:rPr sz="1200" spc="8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BRI</a:t>
            </a:r>
            <a:r>
              <a:rPr sz="1200" spc="8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logo</a:t>
            </a:r>
            <a:r>
              <a:rPr sz="1200" spc="8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has</a:t>
            </a:r>
            <a:r>
              <a:rPr sz="1200" spc="8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several</a:t>
            </a:r>
            <a:r>
              <a:rPr sz="1200" spc="8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official</a:t>
            </a:r>
            <a:r>
              <a:rPr sz="1200" spc="8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colour</a:t>
            </a:r>
            <a:r>
              <a:rPr sz="1200" spc="8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versions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designed</a:t>
            </a:r>
            <a:r>
              <a:rPr sz="1200" spc="8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to</a:t>
            </a:r>
            <a:r>
              <a:rPr sz="1200" spc="8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ensure</a:t>
            </a:r>
            <a:r>
              <a:rPr sz="1200" spc="8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legibility,</a:t>
            </a:r>
            <a:r>
              <a:rPr sz="1200" spc="8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consistency,</a:t>
            </a:r>
            <a:r>
              <a:rPr sz="1200" spc="8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5" dirty="0">
                <a:solidFill>
                  <a:schemeClr val="tx1">
                    <a:lumMod val="50000"/>
                    <a:lumOff val="50000"/>
                  </a:schemeClr>
                </a:solidFill>
                <a:latin typeface="Inter" panose="02000503000000020004" pitchFamily="2" charset="0"/>
                <a:ea typeface="Inter" panose="02000503000000020004" pitchFamily="2" charset="0"/>
                <a:cs typeface="Tahoma"/>
              </a:rPr>
              <a:t>and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flexibility</a:t>
            </a:r>
            <a:r>
              <a:rPr sz="1200" spc="10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50" dirty="0">
                <a:solidFill>
                  <a:schemeClr val="tx1">
                    <a:lumMod val="50000"/>
                    <a:lumOff val="50000"/>
                  </a:schemeClr>
                </a:solidFill>
                <a:latin typeface="Inter" panose="02000503000000020004" pitchFamily="2" charset="0"/>
                <a:ea typeface="Inter" panose="02000503000000020004" pitchFamily="2" charset="0"/>
                <a:cs typeface="Tahoma"/>
              </a:rPr>
              <a:t>across</a:t>
            </a:r>
            <a:r>
              <a:rPr sz="1200" spc="10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various</a:t>
            </a:r>
            <a:r>
              <a:rPr sz="1200" spc="10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media</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and</a:t>
            </a:r>
            <a:r>
              <a:rPr sz="1200" spc="10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application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conditions.</a:t>
            </a:r>
            <a:r>
              <a:rPr sz="1200" spc="5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Our</a:t>
            </a:r>
            <a:r>
              <a:rPr sz="1200" spc="6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primary</a:t>
            </a:r>
            <a:r>
              <a:rPr sz="1200" spc="6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brand</a:t>
            </a:r>
            <a:r>
              <a:rPr sz="1200" spc="6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colour</a:t>
            </a:r>
            <a:r>
              <a:rPr sz="1200" spc="6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is</a:t>
            </a:r>
            <a:r>
              <a:rPr sz="1200" spc="6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Nusantara </a:t>
            </a:r>
            <a:r>
              <a:rPr sz="1200" dirty="0">
                <a:solidFill>
                  <a:schemeClr val="tx1">
                    <a:lumMod val="50000"/>
                    <a:lumOff val="50000"/>
                  </a:schemeClr>
                </a:solidFill>
                <a:latin typeface="Inter" panose="02000503000000020004" pitchFamily="2" charset="0"/>
                <a:ea typeface="Inter" panose="02000503000000020004" pitchFamily="2" charset="0"/>
                <a:cs typeface="Tahoma"/>
              </a:rPr>
              <a:t>Blue.</a:t>
            </a:r>
            <a:r>
              <a:rPr sz="1200" spc="100"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0" dirty="0">
                <a:solidFill>
                  <a:schemeClr val="tx1">
                    <a:lumMod val="50000"/>
                    <a:lumOff val="50000"/>
                  </a:schemeClr>
                </a:solidFill>
                <a:latin typeface="Inter" panose="02000503000000020004" pitchFamily="2" charset="0"/>
                <a:ea typeface="Inter" panose="02000503000000020004" pitchFamily="2" charset="0"/>
                <a:cs typeface="Tahoma"/>
              </a:rPr>
              <a:t>In</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addition</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to</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this</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primary</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colour,</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the</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logo</a:t>
            </a:r>
            <a:r>
              <a:rPr sz="1200" spc="10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25" dirty="0">
                <a:solidFill>
                  <a:schemeClr val="tx1">
                    <a:lumMod val="50000"/>
                    <a:lumOff val="50000"/>
                  </a:schemeClr>
                </a:solidFill>
                <a:latin typeface="Inter" panose="02000503000000020004" pitchFamily="2" charset="0"/>
                <a:ea typeface="Inter" panose="02000503000000020004" pitchFamily="2" charset="0"/>
                <a:cs typeface="Tahoma"/>
              </a:rPr>
              <a:t>may </a:t>
            </a:r>
            <a:r>
              <a:rPr sz="1200" dirty="0">
                <a:solidFill>
                  <a:schemeClr val="tx1">
                    <a:lumMod val="50000"/>
                    <a:lumOff val="50000"/>
                  </a:schemeClr>
                </a:solidFill>
                <a:latin typeface="Inter" panose="02000503000000020004" pitchFamily="2" charset="0"/>
                <a:ea typeface="Inter" panose="02000503000000020004" pitchFamily="2" charset="0"/>
                <a:cs typeface="Tahoma"/>
              </a:rPr>
              <a:t>also</a:t>
            </a:r>
            <a:r>
              <a:rPr sz="1200" spc="7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50" dirty="0">
                <a:solidFill>
                  <a:schemeClr val="tx1">
                    <a:lumMod val="50000"/>
                    <a:lumOff val="50000"/>
                  </a:schemeClr>
                </a:solidFill>
                <a:latin typeface="Inter" panose="02000503000000020004" pitchFamily="2" charset="0"/>
                <a:ea typeface="Inter" panose="02000503000000020004" pitchFamily="2" charset="0"/>
                <a:cs typeface="Tahoma"/>
              </a:rPr>
              <a:t>be</a:t>
            </a:r>
            <a:r>
              <a:rPr sz="1200" spc="7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used</a:t>
            </a:r>
            <a:r>
              <a:rPr sz="1200" spc="7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in</a:t>
            </a:r>
            <a:r>
              <a:rPr sz="1200" spc="80"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white</a:t>
            </a:r>
            <a:r>
              <a:rPr sz="1200" spc="75" dirty="0">
                <a:solidFill>
                  <a:schemeClr val="tx1">
                    <a:lumMod val="50000"/>
                    <a:lumOff val="50000"/>
                  </a:schemeClr>
                </a:solidFill>
                <a:latin typeface="Inter" panose="02000503000000020004" pitchFamily="2" charset="0"/>
                <a:ea typeface="Inter" panose="02000503000000020004" pitchFamily="2" charset="0"/>
                <a:cs typeface="Tahoma"/>
              </a:rPr>
              <a:t> </a:t>
            </a:r>
            <a:r>
              <a:rPr sz="1200" dirty="0">
                <a:solidFill>
                  <a:schemeClr val="tx1">
                    <a:lumMod val="50000"/>
                    <a:lumOff val="50000"/>
                  </a:schemeClr>
                </a:solidFill>
                <a:latin typeface="Inter" panose="02000503000000020004" pitchFamily="2" charset="0"/>
                <a:ea typeface="Inter" panose="02000503000000020004" pitchFamily="2" charset="0"/>
                <a:cs typeface="Tahoma"/>
              </a:rPr>
              <a:t>or</a:t>
            </a:r>
            <a:r>
              <a:rPr sz="1200" spc="75" dirty="0">
                <a:solidFill>
                  <a:schemeClr val="tx1">
                    <a:lumMod val="50000"/>
                    <a:lumOff val="50000"/>
                  </a:schemeClr>
                </a:solidFill>
                <a:latin typeface="Inter" panose="02000503000000020004" pitchFamily="2" charset="0"/>
                <a:ea typeface="Inter" panose="02000503000000020004" pitchFamily="2" charset="0"/>
                <a:cs typeface="Tahoma"/>
              </a:rPr>
              <a:t> </a:t>
            </a:r>
            <a:r>
              <a:rPr sz="1200" spc="-10" dirty="0">
                <a:solidFill>
                  <a:schemeClr val="tx1">
                    <a:lumMod val="50000"/>
                    <a:lumOff val="50000"/>
                  </a:schemeClr>
                </a:solidFill>
                <a:latin typeface="Inter" panose="02000503000000020004" pitchFamily="2" charset="0"/>
                <a:ea typeface="Inter" panose="02000503000000020004" pitchFamily="2" charset="0"/>
                <a:cs typeface="Tahoma"/>
              </a:rPr>
              <a:t>black.</a:t>
            </a:r>
            <a:endParaRPr lang="en-US" sz="1200" spc="-10" dirty="0">
              <a:solidFill>
                <a:schemeClr val="tx1">
                  <a:lumMod val="50000"/>
                  <a:lumOff val="50000"/>
                </a:schemeClr>
              </a:solidFill>
              <a:latin typeface="Inter" panose="02000503000000020004" pitchFamily="2" charset="0"/>
              <a:ea typeface="Inter" panose="02000503000000020004" pitchFamily="2" charset="0"/>
              <a:cs typeface="Tahoma"/>
            </a:endParaRPr>
          </a:p>
          <a:p>
            <a:pPr marL="12700" marR="166370">
              <a:lnSpc>
                <a:spcPct val="131300"/>
              </a:lnSpc>
              <a:spcBef>
                <a:spcPts val="5"/>
              </a:spcBef>
            </a:pPr>
            <a:endParaRPr lang="en-US" sz="1200" spc="-10" dirty="0">
              <a:solidFill>
                <a:schemeClr val="tx1">
                  <a:lumMod val="50000"/>
                  <a:lumOff val="50000"/>
                </a:schemeClr>
              </a:solidFill>
              <a:latin typeface="Inter" panose="02000503000000020004" pitchFamily="2" charset="0"/>
              <a:ea typeface="Inter" panose="02000503000000020004" pitchFamily="2" charset="0"/>
              <a:cs typeface="Tahoma"/>
            </a:endParaRPr>
          </a:p>
          <a:p>
            <a:pPr marL="12700" marR="166370">
              <a:lnSpc>
                <a:spcPct val="131300"/>
              </a:lnSpc>
              <a:spcBef>
                <a:spcPts val="5"/>
              </a:spcBef>
            </a:pPr>
            <a:r>
              <a:rPr lang="en-US" sz="1200" dirty="0">
                <a:solidFill>
                  <a:schemeClr val="tx1">
                    <a:lumMod val="50000"/>
                    <a:lumOff val="50000"/>
                  </a:schemeClr>
                </a:solidFill>
                <a:latin typeface="Inter" panose="02000503000000020004" pitchFamily="2" charset="0"/>
                <a:ea typeface="Inter" panose="02000503000000020004" pitchFamily="2" charset="0"/>
                <a:cs typeface="Tahoma"/>
              </a:rPr>
              <a:t>The BRI logo in solid black may only be used when the primary brand color cannot be applied due to technical limitations, such as single-color printing or internal documentation; for all external communications, the BRI logo must use the primary brand color (Nusantara Blue).</a:t>
            </a:r>
            <a:endParaRPr sz="1200" dirty="0">
              <a:solidFill>
                <a:schemeClr val="tx1">
                  <a:lumMod val="50000"/>
                  <a:lumOff val="50000"/>
                </a:schemeClr>
              </a:solidFill>
              <a:latin typeface="Inter" panose="02000503000000020004" pitchFamily="2" charset="0"/>
              <a:ea typeface="Inter" panose="02000503000000020004" pitchFamily="2" charset="0"/>
              <a:cs typeface="Tahoma"/>
            </a:endParaRPr>
          </a:p>
        </p:txBody>
      </p:sp>
      <p:sp>
        <p:nvSpPr>
          <p:cNvPr id="69" name="TextBox 68">
            <a:extLst>
              <a:ext uri="{FF2B5EF4-FFF2-40B4-BE49-F238E27FC236}">
                <a16:creationId xmlns:a16="http://schemas.microsoft.com/office/drawing/2014/main" id="{A50D053D-9626-B7EC-FCE7-6E821D9026D5}"/>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13</a:t>
            </a:fld>
            <a:endParaRPr lang="en-US" b="1"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875915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FD7A4-7EA5-C258-63A9-0AA2E9F6C2A2}"/>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05915883-4D70-A306-09F2-2FCEC0DA741A}"/>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132CF99C-59AA-FC1E-35E3-BD33EC3D5BFE}"/>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2" name="object 16"/>
          <p:cNvSpPr txBox="1"/>
          <p:nvPr/>
        </p:nvSpPr>
        <p:spPr>
          <a:xfrm>
            <a:off x="1200317" y="2171700"/>
            <a:ext cx="4205122" cy="3394579"/>
          </a:xfrm>
          <a:prstGeom prst="rect">
            <a:avLst/>
          </a:prstGeom>
        </p:spPr>
        <p:txBody>
          <a:bodyPr vert="horz" wrap="square" lIns="0" tIns="11552" rIns="0" bIns="0" rtlCol="0">
            <a:spAutoFit/>
          </a:bodyPr>
          <a:lstStyle/>
          <a:p>
            <a:pPr marL="11552" marR="4621">
              <a:lnSpc>
                <a:spcPct val="131300"/>
              </a:lnSpc>
              <a:spcBef>
                <a:spcPts val="91"/>
              </a:spcBef>
            </a:pPr>
            <a:r>
              <a:rPr sz="1200" spc="9" dirty="0">
                <a:solidFill>
                  <a:srgbClr val="0856C3"/>
                </a:solidFill>
                <a:latin typeface="Inter" panose="02000503000000020004" pitchFamily="2" charset="0"/>
                <a:ea typeface="Inter" panose="02000503000000020004" pitchFamily="2" charset="0"/>
                <a:cs typeface="Tahoma"/>
              </a:rPr>
              <a:t>Biru</a:t>
            </a:r>
            <a:r>
              <a:rPr sz="1200" spc="10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Nusantara</a:t>
            </a:r>
            <a:r>
              <a:rPr sz="1200" spc="10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merupakan</a:t>
            </a:r>
            <a:r>
              <a:rPr sz="1200" spc="109"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warna</a:t>
            </a:r>
            <a:r>
              <a:rPr sz="1200" spc="10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utama</a:t>
            </a:r>
            <a:r>
              <a:rPr sz="1200" spc="10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brand</a:t>
            </a:r>
            <a:r>
              <a:rPr sz="1200" spc="109" dirty="0">
                <a:solidFill>
                  <a:srgbClr val="0856C3"/>
                </a:solidFill>
                <a:latin typeface="Inter" panose="02000503000000020004" pitchFamily="2" charset="0"/>
                <a:ea typeface="Inter" panose="02000503000000020004" pitchFamily="2" charset="0"/>
                <a:cs typeface="Tahoma"/>
              </a:rPr>
              <a:t> </a:t>
            </a:r>
            <a:r>
              <a:rPr sz="1200" spc="-23" dirty="0">
                <a:solidFill>
                  <a:srgbClr val="0856C3"/>
                </a:solidFill>
                <a:latin typeface="Inter" panose="02000503000000020004" pitchFamily="2" charset="0"/>
                <a:ea typeface="Inter" panose="02000503000000020004" pitchFamily="2" charset="0"/>
                <a:cs typeface="Tahoma"/>
              </a:rPr>
              <a:t>dan </a:t>
            </a:r>
            <a:r>
              <a:rPr sz="1200" spc="18" dirty="0">
                <a:solidFill>
                  <a:srgbClr val="0856C3"/>
                </a:solidFill>
                <a:latin typeface="Inter" panose="02000503000000020004" pitchFamily="2" charset="0"/>
                <a:ea typeface="Inter" panose="02000503000000020004" pitchFamily="2" charset="0"/>
                <a:cs typeface="Tahoma"/>
              </a:rPr>
              <a:t>digunakan</a:t>
            </a:r>
            <a:r>
              <a:rPr sz="1200" spc="91"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untuk</a:t>
            </a:r>
            <a:r>
              <a:rPr sz="1200" spc="96"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memperkuat</a:t>
            </a:r>
            <a:r>
              <a:rPr sz="1200" spc="91"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pengenalan</a:t>
            </a:r>
            <a:r>
              <a:rPr sz="1200" spc="96"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identitas BRI.</a:t>
            </a:r>
            <a:r>
              <a:rPr sz="1200" spc="15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Warna</a:t>
            </a:r>
            <a:r>
              <a:rPr sz="1200" spc="159"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ini</a:t>
            </a:r>
            <a:r>
              <a:rPr sz="1200" spc="159"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merepresentasikan</a:t>
            </a:r>
            <a:r>
              <a:rPr sz="1200" spc="159"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kepercayaan, </a:t>
            </a:r>
            <a:r>
              <a:rPr sz="1200" dirty="0">
                <a:solidFill>
                  <a:srgbClr val="0856C3"/>
                </a:solidFill>
                <a:latin typeface="Inter" panose="02000503000000020004" pitchFamily="2" charset="0"/>
                <a:ea typeface="Inter" panose="02000503000000020004" pitchFamily="2" charset="0"/>
                <a:cs typeface="Tahoma"/>
              </a:rPr>
              <a:t>stabilitas,</a:t>
            </a:r>
            <a:r>
              <a:rPr sz="1200" spc="10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dan</a:t>
            </a:r>
            <a:r>
              <a:rPr sz="1200" spc="104"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jati</a:t>
            </a:r>
            <a:r>
              <a:rPr sz="1200" spc="104"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diri</a:t>
            </a:r>
            <a:r>
              <a:rPr sz="1200" spc="104"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nasional</a:t>
            </a:r>
            <a:r>
              <a:rPr sz="1200" spc="100"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BRI.</a:t>
            </a:r>
            <a:endParaRPr lang="en-US" sz="1200" spc="-18" dirty="0">
              <a:solidFill>
                <a:srgbClr val="0856C3"/>
              </a:solidFill>
              <a:latin typeface="Inter" panose="02000503000000020004" pitchFamily="2" charset="0"/>
              <a:ea typeface="Inter" panose="02000503000000020004" pitchFamily="2" charset="0"/>
              <a:cs typeface="Tahoma"/>
            </a:endParaRPr>
          </a:p>
          <a:p>
            <a:pPr marL="11552" marR="4621">
              <a:lnSpc>
                <a:spcPct val="131300"/>
              </a:lnSpc>
              <a:spcBef>
                <a:spcPts val="91"/>
              </a:spcBef>
            </a:pPr>
            <a:endParaRPr lang="en-US" sz="1200" spc="-18" dirty="0">
              <a:solidFill>
                <a:srgbClr val="0856C3"/>
              </a:solidFill>
              <a:latin typeface="Inter" panose="02000503000000020004" pitchFamily="2" charset="0"/>
              <a:ea typeface="Inter" panose="02000503000000020004" pitchFamily="2" charset="0"/>
              <a:cs typeface="Tahoma"/>
            </a:endParaRPr>
          </a:p>
          <a:p>
            <a:pPr marL="11552" marR="281289">
              <a:lnSpc>
                <a:spcPct val="131300"/>
              </a:lnSpc>
              <a:spcBef>
                <a:spcPts val="91"/>
              </a:spcBef>
            </a:pPr>
            <a:r>
              <a:rPr lang="en-US" sz="1200" spc="18" dirty="0">
                <a:solidFill>
                  <a:srgbClr val="0856C3"/>
                </a:solidFill>
                <a:latin typeface="Inter" panose="02000503000000020004" pitchFamily="2" charset="0"/>
                <a:ea typeface="Inter" panose="02000503000000020004" pitchFamily="2" charset="0"/>
                <a:cs typeface="Tahoma"/>
              </a:rPr>
              <a:t>Biru</a:t>
            </a:r>
            <a:r>
              <a:rPr lang="en-US" sz="1200" spc="109"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Cakrawala</a:t>
            </a:r>
            <a:r>
              <a:rPr lang="en-US" sz="1200" spc="109"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berfungsi</a:t>
            </a:r>
            <a:r>
              <a:rPr lang="en-US" sz="1200" spc="109"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sebagai</a:t>
            </a:r>
            <a:r>
              <a:rPr lang="en-US" sz="1200" spc="109"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warna</a:t>
            </a:r>
            <a:r>
              <a:rPr lang="en-US" sz="1200" spc="-18"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pendukung</a:t>
            </a:r>
            <a:r>
              <a:rPr lang="en-US" sz="1200" spc="100" dirty="0">
                <a:solidFill>
                  <a:srgbClr val="0856C3"/>
                </a:solidFill>
                <a:latin typeface="Inter" panose="02000503000000020004" pitchFamily="2" charset="0"/>
                <a:ea typeface="Inter" panose="02000503000000020004" pitchFamily="2" charset="0"/>
                <a:cs typeface="Tahoma"/>
              </a:rPr>
              <a:t> </a:t>
            </a:r>
            <a:r>
              <a:rPr lang="en-US" sz="1200" spc="18" dirty="0">
                <a:solidFill>
                  <a:srgbClr val="0856C3"/>
                </a:solidFill>
                <a:latin typeface="Inter" panose="02000503000000020004" pitchFamily="2" charset="0"/>
                <a:ea typeface="Inter" panose="02000503000000020004" pitchFamily="2" charset="0"/>
                <a:cs typeface="Tahoma"/>
              </a:rPr>
              <a:t>yang</a:t>
            </a:r>
            <a:r>
              <a:rPr lang="en-US" sz="1200" spc="104"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memberikan</a:t>
            </a:r>
            <a:r>
              <a:rPr lang="en-US" sz="1200" spc="104"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kedalaman</a:t>
            </a:r>
            <a:r>
              <a:rPr lang="en-US" sz="1200" spc="104" dirty="0">
                <a:solidFill>
                  <a:srgbClr val="0856C3"/>
                </a:solidFill>
                <a:latin typeface="Inter" panose="02000503000000020004" pitchFamily="2" charset="0"/>
                <a:ea typeface="Inter" panose="02000503000000020004" pitchFamily="2" charset="0"/>
                <a:cs typeface="Tahoma"/>
              </a:rPr>
              <a:t> </a:t>
            </a:r>
            <a:r>
              <a:rPr lang="en-US" sz="1200" spc="-23" dirty="0">
                <a:solidFill>
                  <a:srgbClr val="0856C3"/>
                </a:solidFill>
                <a:latin typeface="Inter" panose="02000503000000020004" pitchFamily="2" charset="0"/>
                <a:ea typeface="Inter" panose="02000503000000020004" pitchFamily="2" charset="0"/>
                <a:cs typeface="Tahoma"/>
              </a:rPr>
              <a:t>dan </a:t>
            </a:r>
            <a:r>
              <a:rPr lang="en-US" sz="1200" spc="18" dirty="0" err="1">
                <a:solidFill>
                  <a:srgbClr val="0856C3"/>
                </a:solidFill>
                <a:latin typeface="Inter" panose="02000503000000020004" pitchFamily="2" charset="0"/>
                <a:ea typeface="Inter" panose="02000503000000020004" pitchFamily="2" charset="0"/>
                <a:cs typeface="Tahoma"/>
              </a:rPr>
              <a:t>fleksibilitas</a:t>
            </a:r>
            <a:r>
              <a:rPr lang="en-US" sz="1200" spc="32"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dalam</a:t>
            </a:r>
            <a:r>
              <a:rPr lang="en-US" sz="1200" spc="32"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berbagai</a:t>
            </a:r>
            <a:r>
              <a:rPr lang="en-US" sz="1200" spc="32" dirty="0">
                <a:solidFill>
                  <a:srgbClr val="0856C3"/>
                </a:solidFill>
                <a:latin typeface="Inter" panose="02000503000000020004" pitchFamily="2" charset="0"/>
                <a:ea typeface="Inter" panose="02000503000000020004" pitchFamily="2" charset="0"/>
                <a:cs typeface="Tahoma"/>
              </a:rPr>
              <a:t> </a:t>
            </a:r>
            <a:r>
              <a:rPr lang="en-US" sz="1200" spc="18" dirty="0">
                <a:solidFill>
                  <a:srgbClr val="0856C3"/>
                </a:solidFill>
                <a:latin typeface="Inter" panose="02000503000000020004" pitchFamily="2" charset="0"/>
                <a:ea typeface="Inter" panose="02000503000000020004" pitchFamily="2" charset="0"/>
                <a:cs typeface="Tahoma"/>
              </a:rPr>
              <a:t>tata</a:t>
            </a:r>
            <a:r>
              <a:rPr lang="en-US" sz="1200" spc="32"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letak</a:t>
            </a:r>
            <a:r>
              <a:rPr lang="en-US" sz="1200" spc="18" dirty="0">
                <a:solidFill>
                  <a:srgbClr val="0856C3"/>
                </a:solidFill>
                <a:latin typeface="Inter" panose="02000503000000020004" pitchFamily="2" charset="0"/>
                <a:ea typeface="Inter" panose="02000503000000020004" pitchFamily="2" charset="0"/>
                <a:cs typeface="Tahoma"/>
              </a:rPr>
              <a:t>,</a:t>
            </a:r>
            <a:r>
              <a:rPr lang="en-US" sz="1200" spc="36"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latar</a:t>
            </a:r>
            <a:r>
              <a:rPr lang="en-US" sz="1200" spc="-18"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belakang</a:t>
            </a:r>
            <a:r>
              <a:rPr lang="en-US" sz="1200" spc="9" dirty="0">
                <a:solidFill>
                  <a:srgbClr val="0856C3"/>
                </a:solidFill>
                <a:latin typeface="Inter" panose="02000503000000020004" pitchFamily="2" charset="0"/>
                <a:ea typeface="Inter" panose="02000503000000020004" pitchFamily="2" charset="0"/>
                <a:cs typeface="Tahoma"/>
              </a:rPr>
              <a:t>,</a:t>
            </a:r>
            <a:r>
              <a:rPr lang="en-US" sz="1200" spc="118" dirty="0">
                <a:solidFill>
                  <a:srgbClr val="0856C3"/>
                </a:solidFill>
                <a:latin typeface="Inter" panose="02000503000000020004" pitchFamily="2" charset="0"/>
                <a:ea typeface="Inter" panose="02000503000000020004" pitchFamily="2" charset="0"/>
                <a:cs typeface="Tahoma"/>
              </a:rPr>
              <a:t> </a:t>
            </a:r>
            <a:r>
              <a:rPr lang="en-US" sz="1200" spc="9" dirty="0">
                <a:solidFill>
                  <a:srgbClr val="0856C3"/>
                </a:solidFill>
                <a:latin typeface="Inter" panose="02000503000000020004" pitchFamily="2" charset="0"/>
                <a:ea typeface="Inter" panose="02000503000000020004" pitchFamily="2" charset="0"/>
                <a:cs typeface="Tahoma"/>
              </a:rPr>
              <a:t>dan</a:t>
            </a:r>
            <a:r>
              <a:rPr lang="en-US" sz="1200" spc="118"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elemen</a:t>
            </a:r>
            <a:r>
              <a:rPr lang="en-US" sz="1200" spc="118"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grafis</a:t>
            </a:r>
            <a:r>
              <a:rPr lang="en-US" sz="1200" spc="123"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pendukung</a:t>
            </a:r>
            <a:r>
              <a:rPr lang="en-US" sz="1200" spc="-9" dirty="0">
                <a:solidFill>
                  <a:srgbClr val="0856C3"/>
                </a:solidFill>
                <a:latin typeface="Inter" panose="02000503000000020004" pitchFamily="2" charset="0"/>
                <a:ea typeface="Inter" panose="02000503000000020004" pitchFamily="2" charset="0"/>
                <a:cs typeface="Tahoma"/>
              </a:rPr>
              <a:t>.</a:t>
            </a:r>
            <a:endParaRPr lang="en-US" sz="1200" dirty="0">
              <a:latin typeface="Inter" panose="02000503000000020004" pitchFamily="2" charset="0"/>
              <a:ea typeface="Inter" panose="02000503000000020004" pitchFamily="2" charset="0"/>
              <a:cs typeface="Tahoma"/>
            </a:endParaRPr>
          </a:p>
          <a:p>
            <a:pPr>
              <a:spcBef>
                <a:spcPts val="300"/>
              </a:spcBef>
            </a:pPr>
            <a:endParaRPr lang="en-US" sz="1200" dirty="0">
              <a:latin typeface="Inter" panose="02000503000000020004" pitchFamily="2" charset="0"/>
              <a:ea typeface="Inter" panose="02000503000000020004" pitchFamily="2" charset="0"/>
              <a:cs typeface="Tahoma"/>
            </a:endParaRPr>
          </a:p>
          <a:p>
            <a:pPr marL="11552" marR="4621">
              <a:lnSpc>
                <a:spcPct val="131300"/>
              </a:lnSpc>
            </a:pPr>
            <a:r>
              <a:rPr lang="en-US" sz="1200" spc="9" dirty="0">
                <a:solidFill>
                  <a:srgbClr val="0856C3"/>
                </a:solidFill>
                <a:latin typeface="Inter" panose="02000503000000020004" pitchFamily="2" charset="0"/>
                <a:ea typeface="Inter" panose="02000503000000020004" pitchFamily="2" charset="0"/>
                <a:cs typeface="Tahoma"/>
              </a:rPr>
              <a:t>Biru</a:t>
            </a:r>
            <a:r>
              <a:rPr lang="en-US" sz="1200" spc="132" dirty="0">
                <a:solidFill>
                  <a:srgbClr val="0856C3"/>
                </a:solidFill>
                <a:latin typeface="Inter" panose="02000503000000020004" pitchFamily="2" charset="0"/>
                <a:ea typeface="Inter" panose="02000503000000020004" pitchFamily="2" charset="0"/>
                <a:cs typeface="Tahoma"/>
              </a:rPr>
              <a:t> </a:t>
            </a:r>
            <a:r>
              <a:rPr lang="en-US" sz="1200" spc="9" dirty="0">
                <a:solidFill>
                  <a:srgbClr val="0856C3"/>
                </a:solidFill>
                <a:latin typeface="Inter" panose="02000503000000020004" pitchFamily="2" charset="0"/>
                <a:ea typeface="Inter" panose="02000503000000020004" pitchFamily="2" charset="0"/>
                <a:cs typeface="Tahoma"/>
              </a:rPr>
              <a:t>Mentari</a:t>
            </a:r>
            <a:r>
              <a:rPr lang="en-US" sz="1200" spc="132"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digunakan</a:t>
            </a:r>
            <a:r>
              <a:rPr lang="en-US" sz="1200" spc="136"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sebagai</a:t>
            </a:r>
            <a:r>
              <a:rPr lang="en-US" sz="1200" spc="132"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warna</a:t>
            </a:r>
            <a:r>
              <a:rPr lang="en-US" sz="1200" spc="132"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aksen</a:t>
            </a:r>
            <a:r>
              <a:rPr lang="en-US" sz="1200" spc="136"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untuk</a:t>
            </a:r>
            <a:r>
              <a:rPr lang="en-US" sz="1200" spc="-9"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menyoroti</a:t>
            </a:r>
            <a:r>
              <a:rPr lang="en-US" sz="1200" spc="96"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informasi</a:t>
            </a:r>
            <a:r>
              <a:rPr lang="en-US" sz="1200" spc="100"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penting</a:t>
            </a:r>
            <a:r>
              <a:rPr lang="en-US" sz="1200" spc="9" dirty="0">
                <a:solidFill>
                  <a:srgbClr val="0856C3"/>
                </a:solidFill>
                <a:latin typeface="Inter" panose="02000503000000020004" pitchFamily="2" charset="0"/>
                <a:ea typeface="Inter" panose="02000503000000020004" pitchFamily="2" charset="0"/>
                <a:cs typeface="Tahoma"/>
              </a:rPr>
              <a:t>,</a:t>
            </a:r>
            <a:r>
              <a:rPr lang="en-US" sz="1200" spc="100" dirty="0">
                <a:solidFill>
                  <a:srgbClr val="0856C3"/>
                </a:solidFill>
                <a:latin typeface="Inter" panose="02000503000000020004" pitchFamily="2" charset="0"/>
                <a:ea typeface="Inter" panose="02000503000000020004" pitchFamily="2" charset="0"/>
                <a:cs typeface="Tahoma"/>
              </a:rPr>
              <a:t> </a:t>
            </a:r>
            <a:r>
              <a:rPr lang="en-US" sz="1200" spc="9" dirty="0">
                <a:solidFill>
                  <a:srgbClr val="0856C3"/>
                </a:solidFill>
                <a:latin typeface="Inter" panose="02000503000000020004" pitchFamily="2" charset="0"/>
                <a:ea typeface="Inter" panose="02000503000000020004" pitchFamily="2" charset="0"/>
                <a:cs typeface="Tahoma"/>
              </a:rPr>
              <a:t>area</a:t>
            </a:r>
            <a:r>
              <a:rPr lang="en-US" sz="1200" spc="100" dirty="0">
                <a:solidFill>
                  <a:srgbClr val="0856C3"/>
                </a:solidFill>
                <a:latin typeface="Inter" panose="02000503000000020004" pitchFamily="2" charset="0"/>
                <a:ea typeface="Inter" panose="02000503000000020004" pitchFamily="2" charset="0"/>
                <a:cs typeface="Tahoma"/>
              </a:rPr>
              <a:t> </a:t>
            </a:r>
            <a:r>
              <a:rPr lang="en-US" sz="1200" spc="9" dirty="0" err="1">
                <a:solidFill>
                  <a:srgbClr val="0856C3"/>
                </a:solidFill>
                <a:latin typeface="Inter" panose="02000503000000020004" pitchFamily="2" charset="0"/>
                <a:ea typeface="Inter" panose="02000503000000020004" pitchFamily="2" charset="0"/>
                <a:cs typeface="Tahoma"/>
              </a:rPr>
              <a:t>sekunder</a:t>
            </a:r>
            <a:r>
              <a:rPr lang="en-US" sz="1200" spc="9" dirty="0">
                <a:solidFill>
                  <a:srgbClr val="0856C3"/>
                </a:solidFill>
                <a:latin typeface="Inter" panose="02000503000000020004" pitchFamily="2" charset="0"/>
                <a:ea typeface="Inter" panose="02000503000000020004" pitchFamily="2" charset="0"/>
                <a:cs typeface="Tahoma"/>
              </a:rPr>
              <a:t>,</a:t>
            </a:r>
            <a:r>
              <a:rPr lang="en-US" sz="1200" spc="100"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atau</a:t>
            </a:r>
            <a:r>
              <a:rPr lang="en-US" sz="1200" spc="-18"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elemen</a:t>
            </a:r>
            <a:r>
              <a:rPr lang="en-US" sz="1200" spc="86"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pendukung</a:t>
            </a:r>
            <a:r>
              <a:rPr lang="en-US" sz="1200" spc="86"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dalam</a:t>
            </a:r>
            <a:r>
              <a:rPr lang="en-US" sz="1200" spc="91" dirty="0">
                <a:solidFill>
                  <a:srgbClr val="0856C3"/>
                </a:solidFill>
                <a:latin typeface="Inter" panose="02000503000000020004" pitchFamily="2" charset="0"/>
                <a:ea typeface="Inter" panose="02000503000000020004" pitchFamily="2" charset="0"/>
                <a:cs typeface="Tahoma"/>
              </a:rPr>
              <a:t> </a:t>
            </a:r>
            <a:r>
              <a:rPr lang="en-US" sz="1200" spc="18" dirty="0" err="1">
                <a:solidFill>
                  <a:srgbClr val="0856C3"/>
                </a:solidFill>
                <a:latin typeface="Inter" panose="02000503000000020004" pitchFamily="2" charset="0"/>
                <a:ea typeface="Inter" panose="02000503000000020004" pitchFamily="2" charset="0"/>
                <a:cs typeface="Tahoma"/>
              </a:rPr>
              <a:t>sistem</a:t>
            </a:r>
            <a:r>
              <a:rPr lang="en-US" sz="1200" spc="86" dirty="0">
                <a:solidFill>
                  <a:srgbClr val="0856C3"/>
                </a:solidFill>
                <a:latin typeface="Inter" panose="02000503000000020004" pitchFamily="2" charset="0"/>
                <a:ea typeface="Inter" panose="02000503000000020004" pitchFamily="2" charset="0"/>
                <a:cs typeface="Tahoma"/>
              </a:rPr>
              <a:t> </a:t>
            </a:r>
            <a:r>
              <a:rPr lang="en-US" sz="1200" spc="-9" dirty="0">
                <a:solidFill>
                  <a:srgbClr val="0856C3"/>
                </a:solidFill>
                <a:latin typeface="Inter" panose="02000503000000020004" pitchFamily="2" charset="0"/>
                <a:ea typeface="Inter" panose="02000503000000020004" pitchFamily="2" charset="0"/>
                <a:cs typeface="Tahoma"/>
              </a:rPr>
              <a:t>visual.</a:t>
            </a:r>
            <a:endParaRPr lang="en-US" sz="1200" dirty="0">
              <a:latin typeface="Inter" panose="02000503000000020004" pitchFamily="2" charset="0"/>
              <a:ea typeface="Inter" panose="02000503000000020004" pitchFamily="2" charset="0"/>
              <a:cs typeface="Tahoma"/>
            </a:endParaRPr>
          </a:p>
          <a:p>
            <a:pPr marL="11552" marR="4621">
              <a:lnSpc>
                <a:spcPct val="131300"/>
              </a:lnSpc>
              <a:spcBef>
                <a:spcPts val="91"/>
              </a:spcBef>
            </a:pPr>
            <a:endParaRPr sz="1200" dirty="0">
              <a:latin typeface="Inter" panose="02000503000000020004" pitchFamily="2" charset="0"/>
              <a:ea typeface="Inter" panose="02000503000000020004" pitchFamily="2" charset="0"/>
              <a:cs typeface="Tahoma"/>
            </a:endParaRPr>
          </a:p>
        </p:txBody>
      </p:sp>
      <p:sp>
        <p:nvSpPr>
          <p:cNvPr id="3" name="object 18"/>
          <p:cNvSpPr txBox="1"/>
          <p:nvPr/>
        </p:nvSpPr>
        <p:spPr>
          <a:xfrm>
            <a:off x="1201365" y="5448300"/>
            <a:ext cx="4203510" cy="2655978"/>
          </a:xfrm>
          <a:prstGeom prst="rect">
            <a:avLst/>
          </a:prstGeom>
        </p:spPr>
        <p:txBody>
          <a:bodyPr vert="horz" wrap="square" lIns="0" tIns="11552" rIns="0" bIns="0" rtlCol="0">
            <a:spAutoFit/>
          </a:bodyPr>
          <a:lstStyle/>
          <a:p>
            <a:pPr marL="11552" marR="4621">
              <a:lnSpc>
                <a:spcPct val="131300"/>
              </a:lnSpc>
              <a:spcBef>
                <a:spcPts val="91"/>
              </a:spcBef>
            </a:pPr>
            <a:r>
              <a:rPr sz="1200" spc="9" dirty="0">
                <a:solidFill>
                  <a:srgbClr val="666666"/>
                </a:solidFill>
                <a:latin typeface="Inter" panose="02000503000000020004" pitchFamily="2" charset="0"/>
                <a:ea typeface="Inter" panose="02000503000000020004" pitchFamily="2" charset="0"/>
                <a:cs typeface="Tahoma"/>
              </a:rPr>
              <a:t>Nusantara</a:t>
            </a:r>
            <a:r>
              <a:rPr sz="1200" spc="86"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Blue</a:t>
            </a:r>
            <a:r>
              <a:rPr sz="1200" spc="86"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is</a:t>
            </a:r>
            <a:r>
              <a:rPr sz="1200" spc="91"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the</a:t>
            </a:r>
            <a:r>
              <a:rPr sz="1200" spc="86"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primary</a:t>
            </a:r>
            <a:r>
              <a:rPr sz="1200" spc="91"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brand</a:t>
            </a:r>
            <a:r>
              <a:rPr sz="1200" spc="86"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colour</a:t>
            </a:r>
            <a:r>
              <a:rPr sz="1200" spc="91"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and</a:t>
            </a:r>
            <a:r>
              <a:rPr sz="1200" spc="86" dirty="0">
                <a:solidFill>
                  <a:srgbClr val="666666"/>
                </a:solidFill>
                <a:latin typeface="Inter" panose="02000503000000020004" pitchFamily="2" charset="0"/>
                <a:ea typeface="Inter" panose="02000503000000020004" pitchFamily="2" charset="0"/>
                <a:cs typeface="Tahoma"/>
              </a:rPr>
              <a:t> </a:t>
            </a:r>
            <a:r>
              <a:rPr sz="1200" spc="-23" dirty="0">
                <a:solidFill>
                  <a:srgbClr val="666666"/>
                </a:solidFill>
                <a:latin typeface="Inter" panose="02000503000000020004" pitchFamily="2" charset="0"/>
                <a:ea typeface="Inter" panose="02000503000000020004" pitchFamily="2" charset="0"/>
                <a:cs typeface="Tahoma"/>
              </a:rPr>
              <a:t>is </a:t>
            </a:r>
            <a:r>
              <a:rPr sz="1200" dirty="0">
                <a:solidFill>
                  <a:srgbClr val="666666"/>
                </a:solidFill>
                <a:latin typeface="Inter" panose="02000503000000020004" pitchFamily="2" charset="0"/>
                <a:ea typeface="Inter" panose="02000503000000020004" pitchFamily="2" charset="0"/>
                <a:cs typeface="Tahoma"/>
              </a:rPr>
              <a:t>used</a:t>
            </a:r>
            <a:r>
              <a:rPr sz="1200" spc="114"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to</a:t>
            </a:r>
            <a:r>
              <a:rPr sz="1200" spc="114"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drive</a:t>
            </a:r>
            <a:r>
              <a:rPr sz="1200" spc="118"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strong</a:t>
            </a:r>
            <a:r>
              <a:rPr sz="1200" spc="114"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brand</a:t>
            </a:r>
            <a:r>
              <a:rPr sz="1200" spc="118"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recognition.</a:t>
            </a:r>
            <a:r>
              <a:rPr sz="1200" spc="114" dirty="0">
                <a:solidFill>
                  <a:srgbClr val="666666"/>
                </a:solidFill>
                <a:latin typeface="Inter" panose="02000503000000020004" pitchFamily="2" charset="0"/>
                <a:ea typeface="Inter" panose="02000503000000020004" pitchFamily="2" charset="0"/>
                <a:cs typeface="Tahoma"/>
              </a:rPr>
              <a:t> </a:t>
            </a:r>
            <a:r>
              <a:rPr sz="1200" spc="-45" dirty="0">
                <a:solidFill>
                  <a:srgbClr val="666666"/>
                </a:solidFill>
                <a:latin typeface="Inter" panose="02000503000000020004" pitchFamily="2" charset="0"/>
                <a:ea typeface="Inter" panose="02000503000000020004" pitchFamily="2" charset="0"/>
                <a:cs typeface="Tahoma"/>
              </a:rPr>
              <a:t>It</a:t>
            </a:r>
            <a:r>
              <a:rPr sz="1200" spc="118"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represents </a:t>
            </a:r>
            <a:r>
              <a:rPr sz="1200" dirty="0">
                <a:solidFill>
                  <a:srgbClr val="666666"/>
                </a:solidFill>
                <a:latin typeface="Inter" panose="02000503000000020004" pitchFamily="2" charset="0"/>
                <a:ea typeface="Inter" panose="02000503000000020004" pitchFamily="2" charset="0"/>
                <a:cs typeface="Tahoma"/>
              </a:rPr>
              <a:t>trust,</a:t>
            </a:r>
            <a:r>
              <a:rPr sz="1200" spc="82"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stability,</a:t>
            </a:r>
            <a:r>
              <a:rPr sz="1200" spc="82"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and</a:t>
            </a:r>
            <a:r>
              <a:rPr sz="1200" spc="82"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BRIʼs</a:t>
            </a:r>
            <a:r>
              <a:rPr sz="1200" spc="86"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national</a:t>
            </a:r>
            <a:r>
              <a:rPr sz="1200" spc="82"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identity.</a:t>
            </a:r>
            <a:endParaRPr lang="en-US" sz="1200" spc="-9" dirty="0">
              <a:solidFill>
                <a:srgbClr val="666666"/>
              </a:solidFill>
              <a:latin typeface="Inter" panose="02000503000000020004" pitchFamily="2" charset="0"/>
              <a:ea typeface="Inter" panose="02000503000000020004" pitchFamily="2" charset="0"/>
              <a:cs typeface="Tahoma"/>
            </a:endParaRPr>
          </a:p>
          <a:p>
            <a:pPr marL="11552" marR="4621">
              <a:lnSpc>
                <a:spcPct val="131300"/>
              </a:lnSpc>
              <a:spcBef>
                <a:spcPts val="91"/>
              </a:spcBef>
            </a:pPr>
            <a:endParaRPr lang="en-US" sz="1200" spc="-9" dirty="0">
              <a:solidFill>
                <a:srgbClr val="666666"/>
              </a:solidFill>
              <a:latin typeface="Inter" panose="02000503000000020004" pitchFamily="2" charset="0"/>
              <a:ea typeface="Inter" panose="02000503000000020004" pitchFamily="2" charset="0"/>
              <a:cs typeface="Tahoma"/>
            </a:endParaRPr>
          </a:p>
          <a:p>
            <a:pPr marL="11552" marR="4621">
              <a:lnSpc>
                <a:spcPct val="131300"/>
              </a:lnSpc>
              <a:spcBef>
                <a:spcPts val="91"/>
              </a:spcBef>
            </a:pPr>
            <a:r>
              <a:rPr lang="en-US" sz="1200" spc="18" dirty="0" err="1">
                <a:solidFill>
                  <a:srgbClr val="666666"/>
                </a:solidFill>
                <a:latin typeface="Inter" panose="02000503000000020004" pitchFamily="2" charset="0"/>
                <a:ea typeface="Inter" panose="02000503000000020004" pitchFamily="2" charset="0"/>
                <a:cs typeface="Tahoma"/>
              </a:rPr>
              <a:t>Cakrawala</a:t>
            </a:r>
            <a:r>
              <a:rPr lang="en-US" sz="1200" spc="77"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Blue</a:t>
            </a:r>
            <a:r>
              <a:rPr lang="en-US" sz="1200" spc="77"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functions</a:t>
            </a:r>
            <a:r>
              <a:rPr lang="en-US" sz="1200" spc="77" dirty="0">
                <a:solidFill>
                  <a:srgbClr val="666666"/>
                </a:solidFill>
                <a:latin typeface="Inter" panose="02000503000000020004" pitchFamily="2" charset="0"/>
                <a:ea typeface="Inter" panose="02000503000000020004" pitchFamily="2" charset="0"/>
                <a:cs typeface="Tahoma"/>
              </a:rPr>
              <a:t> </a:t>
            </a:r>
            <a:r>
              <a:rPr lang="en-US" sz="1200" spc="45" dirty="0">
                <a:solidFill>
                  <a:srgbClr val="666666"/>
                </a:solidFill>
                <a:latin typeface="Inter" panose="02000503000000020004" pitchFamily="2" charset="0"/>
                <a:ea typeface="Inter" panose="02000503000000020004" pitchFamily="2" charset="0"/>
                <a:cs typeface="Tahoma"/>
              </a:rPr>
              <a:t>as</a:t>
            </a:r>
            <a:r>
              <a:rPr lang="en-US" sz="1200" spc="77"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a</a:t>
            </a:r>
            <a:r>
              <a:rPr lang="en-US" sz="1200" spc="82"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supporting</a:t>
            </a:r>
            <a:r>
              <a:rPr lang="en-US" sz="1200" spc="77" dirty="0">
                <a:solidFill>
                  <a:srgbClr val="666666"/>
                </a:solidFill>
                <a:latin typeface="Inter" panose="02000503000000020004" pitchFamily="2" charset="0"/>
                <a:ea typeface="Inter" panose="02000503000000020004" pitchFamily="2" charset="0"/>
                <a:cs typeface="Tahoma"/>
              </a:rPr>
              <a:t> </a:t>
            </a:r>
            <a:r>
              <a:rPr lang="en-US" sz="1200" spc="-9" dirty="0" err="1">
                <a:solidFill>
                  <a:srgbClr val="666666"/>
                </a:solidFill>
                <a:latin typeface="Inter" panose="02000503000000020004" pitchFamily="2" charset="0"/>
                <a:ea typeface="Inter" panose="02000503000000020004" pitchFamily="2" charset="0"/>
                <a:cs typeface="Tahoma"/>
              </a:rPr>
              <a:t>colour</a:t>
            </a:r>
            <a:r>
              <a:rPr lang="en-US" sz="1200" spc="-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used</a:t>
            </a:r>
            <a:r>
              <a:rPr lang="en-US" sz="1200" spc="5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to</a:t>
            </a:r>
            <a:r>
              <a:rPr lang="en-US" sz="1200" spc="5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add</a:t>
            </a:r>
            <a:r>
              <a:rPr lang="en-US" sz="1200" spc="5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depth</a:t>
            </a:r>
            <a:r>
              <a:rPr lang="en-US" sz="1200" spc="5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and</a:t>
            </a:r>
            <a:r>
              <a:rPr lang="en-US" sz="1200" spc="5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flexibility</a:t>
            </a:r>
            <a:r>
              <a:rPr lang="en-US" sz="1200" spc="64" dirty="0">
                <a:solidFill>
                  <a:srgbClr val="666666"/>
                </a:solidFill>
                <a:latin typeface="Inter" panose="02000503000000020004" pitchFamily="2" charset="0"/>
                <a:ea typeface="Inter" panose="02000503000000020004" pitchFamily="2" charset="0"/>
                <a:cs typeface="Tahoma"/>
              </a:rPr>
              <a:t> </a:t>
            </a:r>
            <a:r>
              <a:rPr lang="en-US" sz="1200" spc="45" dirty="0">
                <a:solidFill>
                  <a:srgbClr val="666666"/>
                </a:solidFill>
                <a:latin typeface="Inter" panose="02000503000000020004" pitchFamily="2" charset="0"/>
                <a:ea typeface="Inter" panose="02000503000000020004" pitchFamily="2" charset="0"/>
                <a:cs typeface="Tahoma"/>
              </a:rPr>
              <a:t>across</a:t>
            </a:r>
            <a:r>
              <a:rPr lang="en-US" sz="1200" spc="5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layouts, </a:t>
            </a:r>
            <a:r>
              <a:rPr lang="en-US" sz="1200" spc="18" dirty="0">
                <a:solidFill>
                  <a:srgbClr val="666666"/>
                </a:solidFill>
                <a:latin typeface="Inter" panose="02000503000000020004" pitchFamily="2" charset="0"/>
                <a:ea typeface="Inter" panose="02000503000000020004" pitchFamily="2" charset="0"/>
                <a:cs typeface="Tahoma"/>
              </a:rPr>
              <a:t>backgrounds,</a:t>
            </a:r>
            <a:r>
              <a:rPr lang="en-US" sz="1200" spc="104"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and</a:t>
            </a:r>
            <a:r>
              <a:rPr lang="en-US" sz="1200" spc="104"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supporting</a:t>
            </a:r>
            <a:r>
              <a:rPr lang="en-US" sz="1200" spc="109"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graphic</a:t>
            </a:r>
            <a:r>
              <a:rPr lang="en-US" sz="1200" spc="104"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elements.</a:t>
            </a:r>
            <a:endParaRPr lang="en-US" sz="1200" dirty="0">
              <a:latin typeface="Inter" panose="02000503000000020004" pitchFamily="2" charset="0"/>
              <a:ea typeface="Inter" panose="02000503000000020004" pitchFamily="2" charset="0"/>
              <a:cs typeface="Tahoma"/>
            </a:endParaRPr>
          </a:p>
          <a:p>
            <a:pPr>
              <a:spcBef>
                <a:spcPts val="300"/>
              </a:spcBef>
            </a:pPr>
            <a:endParaRPr lang="en-US" sz="1200" dirty="0">
              <a:latin typeface="Inter" panose="02000503000000020004" pitchFamily="2" charset="0"/>
              <a:ea typeface="Inter" panose="02000503000000020004" pitchFamily="2" charset="0"/>
              <a:cs typeface="Tahoma"/>
            </a:endParaRPr>
          </a:p>
          <a:p>
            <a:pPr marL="11552" marR="158839" algn="just">
              <a:lnSpc>
                <a:spcPct val="131300"/>
              </a:lnSpc>
            </a:pPr>
            <a:r>
              <a:rPr lang="en-US" sz="1200" spc="9" dirty="0">
                <a:solidFill>
                  <a:srgbClr val="666666"/>
                </a:solidFill>
                <a:latin typeface="Inter" panose="02000503000000020004" pitchFamily="2" charset="0"/>
                <a:ea typeface="Inter" panose="02000503000000020004" pitchFamily="2" charset="0"/>
                <a:cs typeface="Tahoma"/>
              </a:rPr>
              <a:t>Mentari</a:t>
            </a:r>
            <a:r>
              <a:rPr lang="en-US" sz="1200" spc="91"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Blue</a:t>
            </a:r>
            <a:r>
              <a:rPr lang="en-US" sz="1200" spc="96"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is</a:t>
            </a:r>
            <a:r>
              <a:rPr lang="en-US" sz="1200" spc="96"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applied</a:t>
            </a:r>
            <a:r>
              <a:rPr lang="en-US" sz="1200" spc="91" dirty="0">
                <a:solidFill>
                  <a:srgbClr val="666666"/>
                </a:solidFill>
                <a:latin typeface="Inter" panose="02000503000000020004" pitchFamily="2" charset="0"/>
                <a:ea typeface="Inter" panose="02000503000000020004" pitchFamily="2" charset="0"/>
                <a:cs typeface="Tahoma"/>
              </a:rPr>
              <a:t> </a:t>
            </a:r>
            <a:r>
              <a:rPr lang="en-US" sz="1200" spc="45" dirty="0">
                <a:solidFill>
                  <a:srgbClr val="666666"/>
                </a:solidFill>
                <a:latin typeface="Inter" panose="02000503000000020004" pitchFamily="2" charset="0"/>
                <a:ea typeface="Inter" panose="02000503000000020004" pitchFamily="2" charset="0"/>
                <a:cs typeface="Tahoma"/>
              </a:rPr>
              <a:t>as</a:t>
            </a:r>
            <a:r>
              <a:rPr lang="en-US" sz="1200" spc="96"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an</a:t>
            </a:r>
            <a:r>
              <a:rPr lang="en-US" sz="1200" spc="96"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accent</a:t>
            </a:r>
            <a:r>
              <a:rPr lang="en-US" sz="1200" spc="96" dirty="0">
                <a:solidFill>
                  <a:srgbClr val="666666"/>
                </a:solidFill>
                <a:latin typeface="Inter" panose="02000503000000020004" pitchFamily="2" charset="0"/>
                <a:ea typeface="Inter" panose="02000503000000020004" pitchFamily="2" charset="0"/>
                <a:cs typeface="Tahoma"/>
              </a:rPr>
              <a:t> </a:t>
            </a:r>
            <a:r>
              <a:rPr lang="en-US" sz="1200" spc="9" dirty="0" err="1">
                <a:solidFill>
                  <a:srgbClr val="666666"/>
                </a:solidFill>
                <a:latin typeface="Inter" panose="02000503000000020004" pitchFamily="2" charset="0"/>
                <a:ea typeface="Inter" panose="02000503000000020004" pitchFamily="2" charset="0"/>
                <a:cs typeface="Tahoma"/>
              </a:rPr>
              <a:t>colour</a:t>
            </a:r>
            <a:r>
              <a:rPr lang="en-US" sz="1200" spc="91" dirty="0">
                <a:solidFill>
                  <a:srgbClr val="666666"/>
                </a:solidFill>
                <a:latin typeface="Inter" panose="02000503000000020004" pitchFamily="2" charset="0"/>
                <a:ea typeface="Inter" panose="02000503000000020004" pitchFamily="2" charset="0"/>
                <a:cs typeface="Tahoma"/>
              </a:rPr>
              <a:t> </a:t>
            </a:r>
            <a:r>
              <a:rPr lang="en-US" sz="1200" spc="-23" dirty="0">
                <a:solidFill>
                  <a:srgbClr val="666666"/>
                </a:solidFill>
                <a:latin typeface="Inter" panose="02000503000000020004" pitchFamily="2" charset="0"/>
                <a:ea typeface="Inter" panose="02000503000000020004" pitchFamily="2" charset="0"/>
                <a:cs typeface="Tahoma"/>
              </a:rPr>
              <a:t>to </a:t>
            </a:r>
            <a:r>
              <a:rPr lang="en-US" sz="1200" dirty="0">
                <a:solidFill>
                  <a:srgbClr val="666666"/>
                </a:solidFill>
                <a:latin typeface="Inter" panose="02000503000000020004" pitchFamily="2" charset="0"/>
                <a:ea typeface="Inter" panose="02000503000000020004" pitchFamily="2" charset="0"/>
                <a:cs typeface="Tahoma"/>
              </a:rPr>
              <a:t>highlight</a:t>
            </a:r>
            <a:r>
              <a:rPr lang="en-US" sz="1200" spc="109" dirty="0">
                <a:solidFill>
                  <a:srgbClr val="666666"/>
                </a:solidFill>
                <a:latin typeface="Inter" panose="02000503000000020004" pitchFamily="2" charset="0"/>
                <a:ea typeface="Inter" panose="02000503000000020004" pitchFamily="2" charset="0"/>
                <a:cs typeface="Tahoma"/>
              </a:rPr>
              <a:t> </a:t>
            </a:r>
            <a:r>
              <a:rPr lang="en-US" sz="1200" dirty="0">
                <a:solidFill>
                  <a:srgbClr val="666666"/>
                </a:solidFill>
                <a:latin typeface="Inter" panose="02000503000000020004" pitchFamily="2" charset="0"/>
                <a:ea typeface="Inter" panose="02000503000000020004" pitchFamily="2" charset="0"/>
                <a:cs typeface="Tahoma"/>
              </a:rPr>
              <a:t>key</a:t>
            </a:r>
            <a:r>
              <a:rPr lang="en-US" sz="1200" spc="114" dirty="0">
                <a:solidFill>
                  <a:srgbClr val="666666"/>
                </a:solidFill>
                <a:latin typeface="Inter" panose="02000503000000020004" pitchFamily="2" charset="0"/>
                <a:ea typeface="Inter" panose="02000503000000020004" pitchFamily="2" charset="0"/>
                <a:cs typeface="Tahoma"/>
              </a:rPr>
              <a:t> </a:t>
            </a:r>
            <a:r>
              <a:rPr lang="en-US" sz="1200" dirty="0">
                <a:solidFill>
                  <a:srgbClr val="666666"/>
                </a:solidFill>
                <a:latin typeface="Inter" panose="02000503000000020004" pitchFamily="2" charset="0"/>
                <a:ea typeface="Inter" panose="02000503000000020004" pitchFamily="2" charset="0"/>
                <a:cs typeface="Tahoma"/>
              </a:rPr>
              <a:t>information,</a:t>
            </a:r>
            <a:r>
              <a:rPr lang="en-US" sz="1200" spc="114" dirty="0">
                <a:solidFill>
                  <a:srgbClr val="666666"/>
                </a:solidFill>
                <a:latin typeface="Inter" panose="02000503000000020004" pitchFamily="2" charset="0"/>
                <a:ea typeface="Inter" panose="02000503000000020004" pitchFamily="2" charset="0"/>
                <a:cs typeface="Tahoma"/>
              </a:rPr>
              <a:t> </a:t>
            </a:r>
            <a:r>
              <a:rPr lang="en-US" sz="1200" spc="45" dirty="0">
                <a:solidFill>
                  <a:srgbClr val="666666"/>
                </a:solidFill>
                <a:latin typeface="Inter" panose="02000503000000020004" pitchFamily="2" charset="0"/>
                <a:ea typeface="Inter" panose="02000503000000020004" pitchFamily="2" charset="0"/>
                <a:cs typeface="Tahoma"/>
              </a:rPr>
              <a:t>secondary</a:t>
            </a:r>
            <a:r>
              <a:rPr lang="en-US" sz="1200" spc="114" dirty="0">
                <a:solidFill>
                  <a:srgbClr val="666666"/>
                </a:solidFill>
                <a:latin typeface="Inter" panose="02000503000000020004" pitchFamily="2" charset="0"/>
                <a:ea typeface="Inter" panose="02000503000000020004" pitchFamily="2" charset="0"/>
                <a:cs typeface="Tahoma"/>
              </a:rPr>
              <a:t> </a:t>
            </a:r>
            <a:r>
              <a:rPr lang="en-US" sz="1200" dirty="0">
                <a:solidFill>
                  <a:srgbClr val="666666"/>
                </a:solidFill>
                <a:latin typeface="Inter" panose="02000503000000020004" pitchFamily="2" charset="0"/>
                <a:ea typeface="Inter" panose="02000503000000020004" pitchFamily="2" charset="0"/>
                <a:cs typeface="Tahoma"/>
              </a:rPr>
              <a:t>areas,</a:t>
            </a:r>
            <a:r>
              <a:rPr lang="en-US" sz="1200" spc="114" dirty="0">
                <a:solidFill>
                  <a:srgbClr val="666666"/>
                </a:solidFill>
                <a:latin typeface="Inter" panose="02000503000000020004" pitchFamily="2" charset="0"/>
                <a:ea typeface="Inter" panose="02000503000000020004" pitchFamily="2" charset="0"/>
                <a:cs typeface="Tahoma"/>
              </a:rPr>
              <a:t> </a:t>
            </a:r>
            <a:r>
              <a:rPr lang="en-US" sz="1200" spc="-23" dirty="0">
                <a:solidFill>
                  <a:srgbClr val="666666"/>
                </a:solidFill>
                <a:latin typeface="Inter" panose="02000503000000020004" pitchFamily="2" charset="0"/>
                <a:ea typeface="Inter" panose="02000503000000020004" pitchFamily="2" charset="0"/>
                <a:cs typeface="Tahoma"/>
              </a:rPr>
              <a:t>or </a:t>
            </a:r>
            <a:r>
              <a:rPr lang="en-US" sz="1200" spc="18" dirty="0">
                <a:solidFill>
                  <a:srgbClr val="666666"/>
                </a:solidFill>
                <a:latin typeface="Inter" panose="02000503000000020004" pitchFamily="2" charset="0"/>
                <a:ea typeface="Inter" panose="02000503000000020004" pitchFamily="2" charset="0"/>
                <a:cs typeface="Tahoma"/>
              </a:rPr>
              <a:t>supportive</a:t>
            </a:r>
            <a:r>
              <a:rPr lang="en-US" sz="1200" spc="55"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elements</a:t>
            </a:r>
            <a:r>
              <a:rPr lang="en-US" sz="1200" spc="55"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within</a:t>
            </a:r>
            <a:r>
              <a:rPr lang="en-US" sz="1200" spc="55"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the</a:t>
            </a:r>
            <a:r>
              <a:rPr lang="en-US" sz="1200" spc="55" dirty="0">
                <a:solidFill>
                  <a:srgbClr val="666666"/>
                </a:solidFill>
                <a:latin typeface="Inter" panose="02000503000000020004" pitchFamily="2" charset="0"/>
                <a:ea typeface="Inter" panose="02000503000000020004" pitchFamily="2" charset="0"/>
                <a:cs typeface="Tahoma"/>
              </a:rPr>
              <a:t> </a:t>
            </a:r>
            <a:r>
              <a:rPr lang="en-US" sz="1200" spc="18" dirty="0">
                <a:solidFill>
                  <a:srgbClr val="666666"/>
                </a:solidFill>
                <a:latin typeface="Inter" panose="02000503000000020004" pitchFamily="2" charset="0"/>
                <a:ea typeface="Inter" panose="02000503000000020004" pitchFamily="2" charset="0"/>
                <a:cs typeface="Tahoma"/>
              </a:rPr>
              <a:t>visual</a:t>
            </a:r>
            <a:r>
              <a:rPr lang="en-US" sz="1200" spc="59" dirty="0">
                <a:solidFill>
                  <a:srgbClr val="666666"/>
                </a:solidFill>
                <a:latin typeface="Inter" panose="02000503000000020004" pitchFamily="2" charset="0"/>
                <a:ea typeface="Inter" panose="02000503000000020004" pitchFamily="2" charset="0"/>
                <a:cs typeface="Tahoma"/>
              </a:rPr>
              <a:t> </a:t>
            </a:r>
            <a:r>
              <a:rPr lang="en-US" sz="1200" spc="-9" dirty="0">
                <a:solidFill>
                  <a:srgbClr val="666666"/>
                </a:solidFill>
                <a:latin typeface="Inter" panose="02000503000000020004" pitchFamily="2" charset="0"/>
                <a:ea typeface="Inter" panose="02000503000000020004" pitchFamily="2" charset="0"/>
                <a:cs typeface="Tahoma"/>
              </a:rPr>
              <a:t>system.</a:t>
            </a:r>
            <a:endParaRPr lang="en-US" sz="1200" dirty="0">
              <a:latin typeface="Inter" panose="02000503000000020004" pitchFamily="2" charset="0"/>
              <a:ea typeface="Inter" panose="02000503000000020004" pitchFamily="2" charset="0"/>
              <a:cs typeface="Tahoma"/>
            </a:endParaRPr>
          </a:p>
        </p:txBody>
      </p:sp>
      <p:sp>
        <p:nvSpPr>
          <p:cNvPr id="4" name="object 2">
            <a:extLst>
              <a:ext uri="{FF2B5EF4-FFF2-40B4-BE49-F238E27FC236}">
                <a16:creationId xmlns:a16="http://schemas.microsoft.com/office/drawing/2014/main" id="{BEB2C87E-6991-5993-E1C1-066A357F9EBA}"/>
              </a:ext>
            </a:extLst>
          </p:cNvPr>
          <p:cNvSpPr/>
          <p:nvPr/>
        </p:nvSpPr>
        <p:spPr>
          <a:xfrm>
            <a:off x="5791200" y="2171700"/>
            <a:ext cx="3942715" cy="7312659"/>
          </a:xfrm>
          <a:custGeom>
            <a:avLst/>
            <a:gdLst/>
            <a:ahLst/>
            <a:cxnLst/>
            <a:rect l="l" t="t" r="r" b="b"/>
            <a:pathLst>
              <a:path w="3942715" h="7312659">
                <a:moveTo>
                  <a:pt x="3942434" y="0"/>
                </a:moveTo>
                <a:lnTo>
                  <a:pt x="519617" y="0"/>
                </a:lnTo>
                <a:lnTo>
                  <a:pt x="472322" y="2123"/>
                </a:lnTo>
                <a:lnTo>
                  <a:pt x="426216" y="8371"/>
                </a:lnTo>
                <a:lnTo>
                  <a:pt x="381483" y="18561"/>
                </a:lnTo>
                <a:lnTo>
                  <a:pt x="338306" y="32508"/>
                </a:lnTo>
                <a:lnTo>
                  <a:pt x="296870" y="50030"/>
                </a:lnTo>
                <a:lnTo>
                  <a:pt x="257357" y="70942"/>
                </a:lnTo>
                <a:lnTo>
                  <a:pt x="219951" y="95063"/>
                </a:lnTo>
                <a:lnTo>
                  <a:pt x="184835" y="122207"/>
                </a:lnTo>
                <a:lnTo>
                  <a:pt x="152193" y="152191"/>
                </a:lnTo>
                <a:lnTo>
                  <a:pt x="122208" y="184833"/>
                </a:lnTo>
                <a:lnTo>
                  <a:pt x="95063" y="219948"/>
                </a:lnTo>
                <a:lnTo>
                  <a:pt x="70943" y="257354"/>
                </a:lnTo>
                <a:lnTo>
                  <a:pt x="50030" y="296866"/>
                </a:lnTo>
                <a:lnTo>
                  <a:pt x="32508" y="338301"/>
                </a:lnTo>
                <a:lnTo>
                  <a:pt x="18561" y="381477"/>
                </a:lnTo>
                <a:lnTo>
                  <a:pt x="8371" y="426208"/>
                </a:lnTo>
                <a:lnTo>
                  <a:pt x="2123" y="472313"/>
                </a:lnTo>
                <a:lnTo>
                  <a:pt x="0" y="519607"/>
                </a:lnTo>
                <a:lnTo>
                  <a:pt x="0" y="6792547"/>
                </a:lnTo>
                <a:lnTo>
                  <a:pt x="2123" y="6839842"/>
                </a:lnTo>
                <a:lnTo>
                  <a:pt x="8371" y="6885948"/>
                </a:lnTo>
                <a:lnTo>
                  <a:pt x="18561" y="6930681"/>
                </a:lnTo>
                <a:lnTo>
                  <a:pt x="32508" y="6973857"/>
                </a:lnTo>
                <a:lnTo>
                  <a:pt x="50030" y="7015294"/>
                </a:lnTo>
                <a:lnTo>
                  <a:pt x="70943" y="7054807"/>
                </a:lnTo>
                <a:lnTo>
                  <a:pt x="95063" y="7092213"/>
                </a:lnTo>
                <a:lnTo>
                  <a:pt x="122208" y="7127329"/>
                </a:lnTo>
                <a:lnTo>
                  <a:pt x="152193" y="7159971"/>
                </a:lnTo>
                <a:lnTo>
                  <a:pt x="184835" y="7189956"/>
                </a:lnTo>
                <a:lnTo>
                  <a:pt x="219951" y="7217101"/>
                </a:lnTo>
                <a:lnTo>
                  <a:pt x="257357" y="7241221"/>
                </a:lnTo>
                <a:lnTo>
                  <a:pt x="296870" y="7262134"/>
                </a:lnTo>
                <a:lnTo>
                  <a:pt x="338306" y="7279656"/>
                </a:lnTo>
                <a:lnTo>
                  <a:pt x="381483" y="7293603"/>
                </a:lnTo>
                <a:lnTo>
                  <a:pt x="426216" y="7303793"/>
                </a:lnTo>
                <a:lnTo>
                  <a:pt x="472322" y="7310041"/>
                </a:lnTo>
                <a:lnTo>
                  <a:pt x="519617" y="7312164"/>
                </a:lnTo>
                <a:lnTo>
                  <a:pt x="3942434" y="7312164"/>
                </a:lnTo>
                <a:lnTo>
                  <a:pt x="3942434" y="0"/>
                </a:lnTo>
                <a:close/>
              </a:path>
            </a:pathLst>
          </a:custGeom>
          <a:solidFill>
            <a:srgbClr val="0856C3"/>
          </a:solidFill>
        </p:spPr>
        <p:txBody>
          <a:bodyPr wrap="square" lIns="0" tIns="0" rIns="0" bIns="0" rtlCol="0"/>
          <a:lstStyle/>
          <a:p>
            <a:endParaRPr/>
          </a:p>
        </p:txBody>
      </p:sp>
      <p:grpSp>
        <p:nvGrpSpPr>
          <p:cNvPr id="5" name="object 3">
            <a:extLst>
              <a:ext uri="{FF2B5EF4-FFF2-40B4-BE49-F238E27FC236}">
                <a16:creationId xmlns:a16="http://schemas.microsoft.com/office/drawing/2014/main" id="{64A50472-B036-B311-C643-64645BB489F0}"/>
              </a:ext>
            </a:extLst>
          </p:cNvPr>
          <p:cNvGrpSpPr/>
          <p:nvPr/>
        </p:nvGrpSpPr>
        <p:grpSpPr>
          <a:xfrm>
            <a:off x="9733636" y="2171697"/>
            <a:ext cx="7781925" cy="7312659"/>
            <a:chOff x="10170831" y="2857325"/>
            <a:chExt cx="7781925" cy="7312659"/>
          </a:xfrm>
        </p:grpSpPr>
        <p:sp>
          <p:nvSpPr>
            <p:cNvPr id="6" name="object 4">
              <a:extLst>
                <a:ext uri="{FF2B5EF4-FFF2-40B4-BE49-F238E27FC236}">
                  <a16:creationId xmlns:a16="http://schemas.microsoft.com/office/drawing/2014/main" id="{912D7117-22A2-300D-3258-DBBC9ADCE845}"/>
                </a:ext>
              </a:extLst>
            </p:cNvPr>
            <p:cNvSpPr/>
            <p:nvPr/>
          </p:nvSpPr>
          <p:spPr>
            <a:xfrm>
              <a:off x="14113255" y="2857325"/>
              <a:ext cx="3839845" cy="7312659"/>
            </a:xfrm>
            <a:custGeom>
              <a:avLst/>
              <a:gdLst/>
              <a:ahLst/>
              <a:cxnLst/>
              <a:rect l="l" t="t" r="r" b="b"/>
              <a:pathLst>
                <a:path w="3839844" h="7312659">
                  <a:moveTo>
                    <a:pt x="3319898" y="0"/>
                  </a:moveTo>
                  <a:lnTo>
                    <a:pt x="0" y="0"/>
                  </a:lnTo>
                  <a:lnTo>
                    <a:pt x="0" y="7312164"/>
                  </a:lnTo>
                  <a:lnTo>
                    <a:pt x="3319898" y="7312164"/>
                  </a:lnTo>
                  <a:lnTo>
                    <a:pt x="3367194" y="7310041"/>
                  </a:lnTo>
                  <a:lnTo>
                    <a:pt x="3413300" y="7303793"/>
                  </a:lnTo>
                  <a:lnTo>
                    <a:pt x="3458032" y="7293603"/>
                  </a:lnTo>
                  <a:lnTo>
                    <a:pt x="3501208" y="7279656"/>
                  </a:lnTo>
                  <a:lnTo>
                    <a:pt x="3542644" y="7262134"/>
                  </a:lnTo>
                  <a:lnTo>
                    <a:pt x="3582156" y="7241221"/>
                  </a:lnTo>
                  <a:lnTo>
                    <a:pt x="3619561" y="7217101"/>
                  </a:lnTo>
                  <a:lnTo>
                    <a:pt x="3654677" y="7189957"/>
                  </a:lnTo>
                  <a:lnTo>
                    <a:pt x="3687318" y="7159973"/>
                  </a:lnTo>
                  <a:lnTo>
                    <a:pt x="3717302" y="7127331"/>
                  </a:lnTo>
                  <a:lnTo>
                    <a:pt x="3744446" y="7092216"/>
                  </a:lnTo>
                  <a:lnTo>
                    <a:pt x="3768565" y="7054810"/>
                  </a:lnTo>
                  <a:lnTo>
                    <a:pt x="3789477" y="7015298"/>
                  </a:lnTo>
                  <a:lnTo>
                    <a:pt x="3806998" y="6973862"/>
                  </a:lnTo>
                  <a:lnTo>
                    <a:pt x="3820945" y="6930687"/>
                  </a:lnTo>
                  <a:lnTo>
                    <a:pt x="3831134" y="6885956"/>
                  </a:lnTo>
                  <a:lnTo>
                    <a:pt x="3837382" y="6839851"/>
                  </a:lnTo>
                  <a:lnTo>
                    <a:pt x="3839506" y="6792557"/>
                  </a:lnTo>
                  <a:lnTo>
                    <a:pt x="3839506" y="519617"/>
                  </a:lnTo>
                  <a:lnTo>
                    <a:pt x="3837382" y="472322"/>
                  </a:lnTo>
                  <a:lnTo>
                    <a:pt x="3831134" y="426216"/>
                  </a:lnTo>
                  <a:lnTo>
                    <a:pt x="3820945" y="381483"/>
                  </a:lnTo>
                  <a:lnTo>
                    <a:pt x="3806998" y="338306"/>
                  </a:lnTo>
                  <a:lnTo>
                    <a:pt x="3789477" y="296870"/>
                  </a:lnTo>
                  <a:lnTo>
                    <a:pt x="3768565" y="257357"/>
                  </a:lnTo>
                  <a:lnTo>
                    <a:pt x="3744446" y="219951"/>
                  </a:lnTo>
                  <a:lnTo>
                    <a:pt x="3717302" y="184835"/>
                  </a:lnTo>
                  <a:lnTo>
                    <a:pt x="3687318" y="152193"/>
                  </a:lnTo>
                  <a:lnTo>
                    <a:pt x="3654677" y="122208"/>
                  </a:lnTo>
                  <a:lnTo>
                    <a:pt x="3619561" y="95063"/>
                  </a:lnTo>
                  <a:lnTo>
                    <a:pt x="3582156" y="70943"/>
                  </a:lnTo>
                  <a:lnTo>
                    <a:pt x="3542644" y="50030"/>
                  </a:lnTo>
                  <a:lnTo>
                    <a:pt x="3501208" y="32508"/>
                  </a:lnTo>
                  <a:lnTo>
                    <a:pt x="3458032" y="18561"/>
                  </a:lnTo>
                  <a:lnTo>
                    <a:pt x="3413300" y="8371"/>
                  </a:lnTo>
                  <a:lnTo>
                    <a:pt x="3367194" y="2123"/>
                  </a:lnTo>
                  <a:lnTo>
                    <a:pt x="3319898" y="0"/>
                  </a:lnTo>
                  <a:close/>
                </a:path>
              </a:pathLst>
            </a:custGeom>
            <a:solidFill>
              <a:srgbClr val="70C4E7"/>
            </a:solidFill>
          </p:spPr>
          <p:txBody>
            <a:bodyPr wrap="square" lIns="0" tIns="0" rIns="0" bIns="0" rtlCol="0"/>
            <a:lstStyle/>
            <a:p>
              <a:endParaRPr/>
            </a:p>
          </p:txBody>
        </p:sp>
        <p:sp>
          <p:nvSpPr>
            <p:cNvPr id="7" name="object 5">
              <a:extLst>
                <a:ext uri="{FF2B5EF4-FFF2-40B4-BE49-F238E27FC236}">
                  <a16:creationId xmlns:a16="http://schemas.microsoft.com/office/drawing/2014/main" id="{77EE6021-7B5E-FD4F-793E-5F9060E6F1AE}"/>
                </a:ext>
              </a:extLst>
            </p:cNvPr>
            <p:cNvSpPr/>
            <p:nvPr/>
          </p:nvSpPr>
          <p:spPr>
            <a:xfrm>
              <a:off x="10170831" y="2857326"/>
              <a:ext cx="3942715" cy="7312659"/>
            </a:xfrm>
            <a:custGeom>
              <a:avLst/>
              <a:gdLst/>
              <a:ahLst/>
              <a:cxnLst/>
              <a:rect l="l" t="t" r="r" b="b"/>
              <a:pathLst>
                <a:path w="3942715" h="7312659">
                  <a:moveTo>
                    <a:pt x="3942424" y="0"/>
                  </a:moveTo>
                  <a:lnTo>
                    <a:pt x="0" y="0"/>
                  </a:lnTo>
                  <a:lnTo>
                    <a:pt x="0" y="7312164"/>
                  </a:lnTo>
                  <a:lnTo>
                    <a:pt x="3942424" y="7312164"/>
                  </a:lnTo>
                  <a:lnTo>
                    <a:pt x="3942424" y="0"/>
                  </a:lnTo>
                  <a:close/>
                </a:path>
              </a:pathLst>
            </a:custGeom>
            <a:solidFill>
              <a:srgbClr val="2F7EE2"/>
            </a:solidFill>
          </p:spPr>
          <p:txBody>
            <a:bodyPr wrap="square" lIns="0" tIns="0" rIns="0" bIns="0" rtlCol="0"/>
            <a:lstStyle/>
            <a:p>
              <a:endParaRPr/>
            </a:p>
          </p:txBody>
        </p:sp>
      </p:grpSp>
      <p:sp>
        <p:nvSpPr>
          <p:cNvPr id="8" name="object 6">
            <a:extLst>
              <a:ext uri="{FF2B5EF4-FFF2-40B4-BE49-F238E27FC236}">
                <a16:creationId xmlns:a16="http://schemas.microsoft.com/office/drawing/2014/main" id="{0201772B-711E-E4C9-B79B-B0D793064896}"/>
              </a:ext>
            </a:extLst>
          </p:cNvPr>
          <p:cNvSpPr txBox="1"/>
          <p:nvPr/>
        </p:nvSpPr>
        <p:spPr>
          <a:xfrm>
            <a:off x="6264049" y="4948240"/>
            <a:ext cx="1095375" cy="327660"/>
          </a:xfrm>
          <a:prstGeom prst="rect">
            <a:avLst/>
          </a:prstGeom>
        </p:spPr>
        <p:txBody>
          <a:bodyPr vert="horz" wrap="square" lIns="0" tIns="16510" rIns="0" bIns="0" rtlCol="0">
            <a:spAutoFit/>
          </a:bodyPr>
          <a:lstStyle/>
          <a:p>
            <a:pPr marL="12700">
              <a:lnSpc>
                <a:spcPct val="100000"/>
              </a:lnSpc>
              <a:spcBef>
                <a:spcPts val="130"/>
              </a:spcBef>
            </a:pPr>
            <a:r>
              <a:rPr sz="1950" spc="60" dirty="0">
                <a:solidFill>
                  <a:srgbClr val="FFFFFF"/>
                </a:solidFill>
                <a:latin typeface="Tahoma"/>
                <a:cs typeface="Tahoma"/>
              </a:rPr>
              <a:t>#0857C3</a:t>
            </a:r>
            <a:endParaRPr sz="1950">
              <a:latin typeface="Tahoma"/>
              <a:cs typeface="Tahoma"/>
            </a:endParaRPr>
          </a:p>
        </p:txBody>
      </p:sp>
      <p:sp>
        <p:nvSpPr>
          <p:cNvPr id="9" name="object 7">
            <a:extLst>
              <a:ext uri="{FF2B5EF4-FFF2-40B4-BE49-F238E27FC236}">
                <a16:creationId xmlns:a16="http://schemas.microsoft.com/office/drawing/2014/main" id="{6ECD30AA-5FFE-8257-A99B-E1D03B260B0F}"/>
              </a:ext>
            </a:extLst>
          </p:cNvPr>
          <p:cNvSpPr txBox="1"/>
          <p:nvPr/>
        </p:nvSpPr>
        <p:spPr>
          <a:xfrm>
            <a:off x="6281360" y="2440737"/>
            <a:ext cx="2025650" cy="803275"/>
          </a:xfrm>
          <a:prstGeom prst="rect">
            <a:avLst/>
          </a:prstGeom>
        </p:spPr>
        <p:txBody>
          <a:bodyPr vert="horz" wrap="square" lIns="0" tIns="83185" rIns="0" bIns="0" rtlCol="0">
            <a:spAutoFit/>
          </a:bodyPr>
          <a:lstStyle/>
          <a:p>
            <a:pPr marL="12700">
              <a:lnSpc>
                <a:spcPct val="100000"/>
              </a:lnSpc>
              <a:spcBef>
                <a:spcPts val="655"/>
              </a:spcBef>
            </a:pPr>
            <a:r>
              <a:rPr sz="2250" spc="-114" dirty="0">
                <a:solidFill>
                  <a:srgbClr val="FFFFFF"/>
                </a:solidFill>
                <a:latin typeface="Verdana"/>
                <a:cs typeface="Verdana"/>
              </a:rPr>
              <a:t>Nusantara</a:t>
            </a:r>
            <a:r>
              <a:rPr sz="2250" spc="-215" dirty="0">
                <a:solidFill>
                  <a:srgbClr val="FFFFFF"/>
                </a:solidFill>
                <a:latin typeface="Verdana"/>
                <a:cs typeface="Verdana"/>
              </a:rPr>
              <a:t> </a:t>
            </a:r>
            <a:r>
              <a:rPr sz="2250" spc="-75" dirty="0">
                <a:solidFill>
                  <a:srgbClr val="FFFFFF"/>
                </a:solidFill>
                <a:latin typeface="Verdana"/>
                <a:cs typeface="Verdana"/>
              </a:rPr>
              <a:t>Blue</a:t>
            </a:r>
            <a:endParaRPr sz="2250" dirty="0">
              <a:latin typeface="Verdana"/>
              <a:cs typeface="Verdana"/>
            </a:endParaRPr>
          </a:p>
          <a:p>
            <a:pPr marL="12700">
              <a:lnSpc>
                <a:spcPct val="100000"/>
              </a:lnSpc>
              <a:spcBef>
                <a:spcPts val="520"/>
              </a:spcBef>
            </a:pPr>
            <a:r>
              <a:rPr sz="1950" spc="190" dirty="0">
                <a:solidFill>
                  <a:srgbClr val="FFFFFF"/>
                </a:solidFill>
                <a:latin typeface="Tahoma"/>
                <a:cs typeface="Tahoma"/>
              </a:rPr>
              <a:t>PMS</a:t>
            </a:r>
            <a:r>
              <a:rPr sz="1950" spc="-110" dirty="0">
                <a:solidFill>
                  <a:srgbClr val="FFFFFF"/>
                </a:solidFill>
                <a:latin typeface="Tahoma"/>
                <a:cs typeface="Tahoma"/>
              </a:rPr>
              <a:t> </a:t>
            </a:r>
            <a:r>
              <a:rPr sz="1950" dirty="0">
                <a:solidFill>
                  <a:srgbClr val="FFFFFF"/>
                </a:solidFill>
                <a:latin typeface="Tahoma"/>
                <a:cs typeface="Tahoma"/>
              </a:rPr>
              <a:t>2132</a:t>
            </a:r>
            <a:r>
              <a:rPr sz="1950" spc="-105" dirty="0">
                <a:solidFill>
                  <a:srgbClr val="FFFFFF"/>
                </a:solidFill>
                <a:latin typeface="Tahoma"/>
                <a:cs typeface="Tahoma"/>
              </a:rPr>
              <a:t> </a:t>
            </a:r>
            <a:r>
              <a:rPr sz="1950" spc="220" dirty="0">
                <a:solidFill>
                  <a:srgbClr val="FFFFFF"/>
                </a:solidFill>
                <a:latin typeface="Tahoma"/>
                <a:cs typeface="Tahoma"/>
              </a:rPr>
              <a:t>C</a:t>
            </a:r>
            <a:endParaRPr sz="1950" dirty="0">
              <a:latin typeface="Tahoma"/>
              <a:cs typeface="Tahoma"/>
            </a:endParaRPr>
          </a:p>
        </p:txBody>
      </p:sp>
      <p:sp>
        <p:nvSpPr>
          <p:cNvPr id="10" name="object 8">
            <a:extLst>
              <a:ext uri="{FF2B5EF4-FFF2-40B4-BE49-F238E27FC236}">
                <a16:creationId xmlns:a16="http://schemas.microsoft.com/office/drawing/2014/main" id="{6579CF79-1679-53A0-159C-D4BAAAA775A1}"/>
              </a:ext>
            </a:extLst>
          </p:cNvPr>
          <p:cNvSpPr txBox="1"/>
          <p:nvPr/>
        </p:nvSpPr>
        <p:spPr>
          <a:xfrm>
            <a:off x="10105504" y="4948240"/>
            <a:ext cx="1054735" cy="327660"/>
          </a:xfrm>
          <a:prstGeom prst="rect">
            <a:avLst/>
          </a:prstGeom>
        </p:spPr>
        <p:txBody>
          <a:bodyPr vert="horz" wrap="square" lIns="0" tIns="16510" rIns="0" bIns="0" rtlCol="0">
            <a:spAutoFit/>
          </a:bodyPr>
          <a:lstStyle/>
          <a:p>
            <a:pPr marL="12700">
              <a:lnSpc>
                <a:spcPct val="100000"/>
              </a:lnSpc>
              <a:spcBef>
                <a:spcPts val="130"/>
              </a:spcBef>
            </a:pPr>
            <a:r>
              <a:rPr sz="1950" spc="-10" dirty="0">
                <a:solidFill>
                  <a:srgbClr val="FFFFFF"/>
                </a:solidFill>
                <a:latin typeface="Tahoma"/>
                <a:cs typeface="Tahoma"/>
              </a:rPr>
              <a:t>#307FE2</a:t>
            </a:r>
            <a:endParaRPr sz="1950">
              <a:latin typeface="Tahoma"/>
              <a:cs typeface="Tahoma"/>
            </a:endParaRPr>
          </a:p>
        </p:txBody>
      </p:sp>
      <p:sp>
        <p:nvSpPr>
          <p:cNvPr id="11" name="object 9">
            <a:extLst>
              <a:ext uri="{FF2B5EF4-FFF2-40B4-BE49-F238E27FC236}">
                <a16:creationId xmlns:a16="http://schemas.microsoft.com/office/drawing/2014/main" id="{A8651F16-FBF6-3E40-FC76-6D20739070FC}"/>
              </a:ext>
            </a:extLst>
          </p:cNvPr>
          <p:cNvSpPr txBox="1"/>
          <p:nvPr/>
        </p:nvSpPr>
        <p:spPr>
          <a:xfrm>
            <a:off x="10122795" y="2440737"/>
            <a:ext cx="2053589" cy="803275"/>
          </a:xfrm>
          <a:prstGeom prst="rect">
            <a:avLst/>
          </a:prstGeom>
        </p:spPr>
        <p:txBody>
          <a:bodyPr vert="horz" wrap="square" lIns="0" tIns="83185" rIns="0" bIns="0" rtlCol="0">
            <a:spAutoFit/>
          </a:bodyPr>
          <a:lstStyle/>
          <a:p>
            <a:pPr marL="12700">
              <a:lnSpc>
                <a:spcPct val="100000"/>
              </a:lnSpc>
              <a:spcBef>
                <a:spcPts val="655"/>
              </a:spcBef>
            </a:pPr>
            <a:r>
              <a:rPr sz="2250" spc="-100" dirty="0">
                <a:solidFill>
                  <a:srgbClr val="FFFFFF"/>
                </a:solidFill>
                <a:latin typeface="Verdana"/>
                <a:cs typeface="Verdana"/>
              </a:rPr>
              <a:t>Cakrawala</a:t>
            </a:r>
            <a:r>
              <a:rPr sz="2250" spc="-240" dirty="0">
                <a:solidFill>
                  <a:srgbClr val="FFFFFF"/>
                </a:solidFill>
                <a:latin typeface="Verdana"/>
                <a:cs typeface="Verdana"/>
              </a:rPr>
              <a:t> </a:t>
            </a:r>
            <a:r>
              <a:rPr sz="2250" spc="-75" dirty="0">
                <a:solidFill>
                  <a:srgbClr val="FFFFFF"/>
                </a:solidFill>
                <a:latin typeface="Verdana"/>
                <a:cs typeface="Verdana"/>
              </a:rPr>
              <a:t>Blue</a:t>
            </a:r>
            <a:endParaRPr sz="2250">
              <a:latin typeface="Verdana"/>
              <a:cs typeface="Verdana"/>
            </a:endParaRPr>
          </a:p>
          <a:p>
            <a:pPr marL="12700">
              <a:lnSpc>
                <a:spcPct val="100000"/>
              </a:lnSpc>
              <a:spcBef>
                <a:spcPts val="520"/>
              </a:spcBef>
            </a:pPr>
            <a:r>
              <a:rPr sz="1950" spc="190" dirty="0">
                <a:solidFill>
                  <a:srgbClr val="FFFFFF"/>
                </a:solidFill>
                <a:latin typeface="Tahoma"/>
                <a:cs typeface="Tahoma"/>
              </a:rPr>
              <a:t>PMS</a:t>
            </a:r>
            <a:r>
              <a:rPr sz="1950" spc="-130" dirty="0">
                <a:solidFill>
                  <a:srgbClr val="FFFFFF"/>
                </a:solidFill>
                <a:latin typeface="Tahoma"/>
                <a:cs typeface="Tahoma"/>
              </a:rPr>
              <a:t> </a:t>
            </a:r>
            <a:r>
              <a:rPr sz="1950" spc="65" dirty="0">
                <a:solidFill>
                  <a:srgbClr val="FFFFFF"/>
                </a:solidFill>
                <a:latin typeface="Tahoma"/>
                <a:cs typeface="Tahoma"/>
              </a:rPr>
              <a:t>2727</a:t>
            </a:r>
            <a:r>
              <a:rPr sz="1950" spc="-130" dirty="0">
                <a:solidFill>
                  <a:srgbClr val="FFFFFF"/>
                </a:solidFill>
                <a:latin typeface="Tahoma"/>
                <a:cs typeface="Tahoma"/>
              </a:rPr>
              <a:t> </a:t>
            </a:r>
            <a:r>
              <a:rPr sz="1950" spc="220" dirty="0">
                <a:solidFill>
                  <a:srgbClr val="FFFFFF"/>
                </a:solidFill>
                <a:latin typeface="Tahoma"/>
                <a:cs typeface="Tahoma"/>
              </a:rPr>
              <a:t>C</a:t>
            </a:r>
            <a:endParaRPr sz="1950">
              <a:latin typeface="Tahoma"/>
              <a:cs typeface="Tahoma"/>
            </a:endParaRPr>
          </a:p>
        </p:txBody>
      </p:sp>
      <p:sp>
        <p:nvSpPr>
          <p:cNvPr id="12" name="object 10">
            <a:extLst>
              <a:ext uri="{FF2B5EF4-FFF2-40B4-BE49-F238E27FC236}">
                <a16:creationId xmlns:a16="http://schemas.microsoft.com/office/drawing/2014/main" id="{4ED70CCC-3F07-1AC3-BA47-FB999CE93666}"/>
              </a:ext>
            </a:extLst>
          </p:cNvPr>
          <p:cNvSpPr txBox="1"/>
          <p:nvPr/>
        </p:nvSpPr>
        <p:spPr>
          <a:xfrm>
            <a:off x="14103295" y="4948240"/>
            <a:ext cx="1035050" cy="327660"/>
          </a:xfrm>
          <a:prstGeom prst="rect">
            <a:avLst/>
          </a:prstGeom>
        </p:spPr>
        <p:txBody>
          <a:bodyPr vert="horz" wrap="square" lIns="0" tIns="16510" rIns="0" bIns="0" rtlCol="0">
            <a:spAutoFit/>
          </a:bodyPr>
          <a:lstStyle/>
          <a:p>
            <a:pPr marL="12700">
              <a:lnSpc>
                <a:spcPct val="100000"/>
              </a:lnSpc>
              <a:spcBef>
                <a:spcPts val="130"/>
              </a:spcBef>
            </a:pPr>
            <a:r>
              <a:rPr sz="1950" spc="-10" dirty="0">
                <a:solidFill>
                  <a:srgbClr val="0856C3"/>
                </a:solidFill>
                <a:latin typeface="Tahoma"/>
                <a:cs typeface="Tahoma"/>
              </a:rPr>
              <a:t>#71C5E8</a:t>
            </a:r>
            <a:endParaRPr sz="1950">
              <a:latin typeface="Tahoma"/>
              <a:cs typeface="Tahoma"/>
            </a:endParaRPr>
          </a:p>
        </p:txBody>
      </p:sp>
      <p:sp>
        <p:nvSpPr>
          <p:cNvPr id="13" name="object 11">
            <a:extLst>
              <a:ext uri="{FF2B5EF4-FFF2-40B4-BE49-F238E27FC236}">
                <a16:creationId xmlns:a16="http://schemas.microsoft.com/office/drawing/2014/main" id="{D61C29EC-290E-34B4-4358-87D6AC116BF4}"/>
              </a:ext>
            </a:extLst>
          </p:cNvPr>
          <p:cNvSpPr txBox="1"/>
          <p:nvPr/>
        </p:nvSpPr>
        <p:spPr>
          <a:xfrm>
            <a:off x="14120607" y="2440737"/>
            <a:ext cx="1681480" cy="803275"/>
          </a:xfrm>
          <a:prstGeom prst="rect">
            <a:avLst/>
          </a:prstGeom>
        </p:spPr>
        <p:txBody>
          <a:bodyPr vert="horz" wrap="square" lIns="0" tIns="83185" rIns="0" bIns="0" rtlCol="0">
            <a:spAutoFit/>
          </a:bodyPr>
          <a:lstStyle/>
          <a:p>
            <a:pPr marL="12700">
              <a:lnSpc>
                <a:spcPct val="100000"/>
              </a:lnSpc>
              <a:spcBef>
                <a:spcPts val="655"/>
              </a:spcBef>
            </a:pPr>
            <a:r>
              <a:rPr sz="2250" spc="-95" dirty="0">
                <a:solidFill>
                  <a:srgbClr val="0856C3"/>
                </a:solidFill>
                <a:latin typeface="Verdana"/>
                <a:cs typeface="Verdana"/>
              </a:rPr>
              <a:t>Mentari</a:t>
            </a:r>
            <a:r>
              <a:rPr sz="2250" spc="-225" dirty="0">
                <a:solidFill>
                  <a:srgbClr val="0856C3"/>
                </a:solidFill>
                <a:latin typeface="Verdana"/>
                <a:cs typeface="Verdana"/>
              </a:rPr>
              <a:t> </a:t>
            </a:r>
            <a:r>
              <a:rPr sz="2250" spc="-55" dirty="0">
                <a:solidFill>
                  <a:srgbClr val="0856C3"/>
                </a:solidFill>
                <a:latin typeface="Verdana"/>
                <a:cs typeface="Verdana"/>
              </a:rPr>
              <a:t>Blue</a:t>
            </a:r>
            <a:endParaRPr sz="2250">
              <a:latin typeface="Verdana"/>
              <a:cs typeface="Verdana"/>
            </a:endParaRPr>
          </a:p>
          <a:p>
            <a:pPr marL="12700">
              <a:lnSpc>
                <a:spcPct val="100000"/>
              </a:lnSpc>
              <a:spcBef>
                <a:spcPts val="520"/>
              </a:spcBef>
            </a:pPr>
            <a:r>
              <a:rPr sz="1950" spc="190" dirty="0">
                <a:solidFill>
                  <a:srgbClr val="0856C3"/>
                </a:solidFill>
                <a:latin typeface="Tahoma"/>
                <a:cs typeface="Tahoma"/>
              </a:rPr>
              <a:t>PMS</a:t>
            </a:r>
            <a:r>
              <a:rPr sz="1950" spc="-130" dirty="0">
                <a:solidFill>
                  <a:srgbClr val="0856C3"/>
                </a:solidFill>
                <a:latin typeface="Tahoma"/>
                <a:cs typeface="Tahoma"/>
              </a:rPr>
              <a:t> </a:t>
            </a:r>
            <a:r>
              <a:rPr sz="1950" spc="75" dirty="0">
                <a:solidFill>
                  <a:srgbClr val="0856C3"/>
                </a:solidFill>
                <a:latin typeface="Tahoma"/>
                <a:cs typeface="Tahoma"/>
              </a:rPr>
              <a:t>297</a:t>
            </a:r>
            <a:r>
              <a:rPr sz="1950" spc="-130" dirty="0">
                <a:solidFill>
                  <a:srgbClr val="0856C3"/>
                </a:solidFill>
                <a:latin typeface="Tahoma"/>
                <a:cs typeface="Tahoma"/>
              </a:rPr>
              <a:t> </a:t>
            </a:r>
            <a:r>
              <a:rPr sz="1950" spc="220" dirty="0">
                <a:solidFill>
                  <a:srgbClr val="0856C3"/>
                </a:solidFill>
                <a:latin typeface="Tahoma"/>
                <a:cs typeface="Tahoma"/>
              </a:rPr>
              <a:t>C</a:t>
            </a:r>
            <a:endParaRPr sz="1950">
              <a:latin typeface="Tahoma"/>
              <a:cs typeface="Tahoma"/>
            </a:endParaRPr>
          </a:p>
        </p:txBody>
      </p:sp>
      <p:graphicFrame>
        <p:nvGraphicFramePr>
          <p:cNvPr id="14" name="object 12">
            <a:extLst>
              <a:ext uri="{FF2B5EF4-FFF2-40B4-BE49-F238E27FC236}">
                <a16:creationId xmlns:a16="http://schemas.microsoft.com/office/drawing/2014/main" id="{334A3BE2-BE9B-DF8B-A151-BA615996EBFB}"/>
              </a:ext>
            </a:extLst>
          </p:cNvPr>
          <p:cNvGraphicFramePr>
            <a:graphicFrameLocks noGrp="1"/>
          </p:cNvGraphicFramePr>
          <p:nvPr>
            <p:extLst>
              <p:ext uri="{D42A27DB-BD31-4B8C-83A1-F6EECF244321}">
                <p14:modId xmlns:p14="http://schemas.microsoft.com/office/powerpoint/2010/main" val="2669540402"/>
              </p:ext>
            </p:extLst>
          </p:nvPr>
        </p:nvGraphicFramePr>
        <p:xfrm>
          <a:off x="6243489" y="3529353"/>
          <a:ext cx="9634219" cy="1292860"/>
        </p:xfrm>
        <a:graphic>
          <a:graphicData uri="http://schemas.openxmlformats.org/drawingml/2006/table">
            <a:tbl>
              <a:tblPr firstRow="1" bandRow="1">
                <a:tableStyleId>{2D5ABB26-0587-4C30-8999-92F81FD0307C}</a:tableStyleId>
              </a:tblPr>
              <a:tblGrid>
                <a:gridCol w="322580">
                  <a:extLst>
                    <a:ext uri="{9D8B030D-6E8A-4147-A177-3AD203B41FA5}">
                      <a16:colId xmlns:a16="http://schemas.microsoft.com/office/drawing/2014/main" val="20000"/>
                    </a:ext>
                  </a:extLst>
                </a:gridCol>
                <a:gridCol w="528955">
                  <a:extLst>
                    <a:ext uri="{9D8B030D-6E8A-4147-A177-3AD203B41FA5}">
                      <a16:colId xmlns:a16="http://schemas.microsoft.com/office/drawing/2014/main" val="20001"/>
                    </a:ext>
                  </a:extLst>
                </a:gridCol>
                <a:gridCol w="422275">
                  <a:extLst>
                    <a:ext uri="{9D8B030D-6E8A-4147-A177-3AD203B41FA5}">
                      <a16:colId xmlns:a16="http://schemas.microsoft.com/office/drawing/2014/main" val="20002"/>
                    </a:ext>
                  </a:extLst>
                </a:gridCol>
                <a:gridCol w="1531619">
                  <a:extLst>
                    <a:ext uri="{9D8B030D-6E8A-4147-A177-3AD203B41FA5}">
                      <a16:colId xmlns:a16="http://schemas.microsoft.com/office/drawing/2014/main" val="20003"/>
                    </a:ext>
                  </a:extLst>
                </a:gridCol>
                <a:gridCol w="1889760">
                  <a:extLst>
                    <a:ext uri="{9D8B030D-6E8A-4147-A177-3AD203B41FA5}">
                      <a16:colId xmlns:a16="http://schemas.microsoft.com/office/drawing/2014/main" val="20004"/>
                    </a:ext>
                  </a:extLst>
                </a:gridCol>
                <a:gridCol w="2043430">
                  <a:extLst>
                    <a:ext uri="{9D8B030D-6E8A-4147-A177-3AD203B41FA5}">
                      <a16:colId xmlns:a16="http://schemas.microsoft.com/office/drawing/2014/main" val="20005"/>
                    </a:ext>
                  </a:extLst>
                </a:gridCol>
                <a:gridCol w="14382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958850">
                  <a:extLst>
                    <a:ext uri="{9D8B030D-6E8A-4147-A177-3AD203B41FA5}">
                      <a16:colId xmlns:a16="http://schemas.microsoft.com/office/drawing/2014/main" val="20008"/>
                    </a:ext>
                  </a:extLst>
                </a:gridCol>
              </a:tblGrid>
              <a:tr h="316865">
                <a:tc>
                  <a:txBody>
                    <a:bodyPr/>
                    <a:lstStyle/>
                    <a:p>
                      <a:pPr marL="53340">
                        <a:lnSpc>
                          <a:spcPts val="2315"/>
                        </a:lnSpc>
                      </a:pPr>
                      <a:r>
                        <a:rPr sz="1950" spc="220" dirty="0">
                          <a:solidFill>
                            <a:srgbClr val="FFFFFF"/>
                          </a:solidFill>
                          <a:latin typeface="Tahoma"/>
                          <a:cs typeface="Tahoma"/>
                        </a:rPr>
                        <a:t>C</a:t>
                      </a:r>
                      <a:endParaRPr sz="1950">
                        <a:latin typeface="Tahoma"/>
                        <a:cs typeface="Tahoma"/>
                      </a:endParaRPr>
                    </a:p>
                  </a:txBody>
                  <a:tcPr marL="0" marR="0" marT="0" marB="0"/>
                </a:tc>
                <a:tc>
                  <a:txBody>
                    <a:bodyPr/>
                    <a:lstStyle/>
                    <a:p>
                      <a:pPr marR="92710" algn="ctr">
                        <a:lnSpc>
                          <a:spcPts val="2315"/>
                        </a:lnSpc>
                      </a:pPr>
                      <a:r>
                        <a:rPr sz="1950" spc="90" dirty="0">
                          <a:solidFill>
                            <a:srgbClr val="FFFFFF"/>
                          </a:solidFill>
                          <a:latin typeface="Tahoma"/>
                          <a:cs typeface="Tahoma"/>
                        </a:rPr>
                        <a:t>89</a:t>
                      </a:r>
                      <a:endParaRPr sz="1950">
                        <a:latin typeface="Tahoma"/>
                        <a:cs typeface="Tahoma"/>
                      </a:endParaRPr>
                    </a:p>
                  </a:txBody>
                  <a:tcPr marL="0" marR="0" marT="0" marB="0"/>
                </a:tc>
                <a:tc>
                  <a:txBody>
                    <a:bodyPr/>
                    <a:lstStyle/>
                    <a:p>
                      <a:pPr marL="93345" algn="ctr">
                        <a:lnSpc>
                          <a:spcPts val="2310"/>
                        </a:lnSpc>
                      </a:pPr>
                      <a:r>
                        <a:rPr sz="1950" spc="10" dirty="0">
                          <a:solidFill>
                            <a:srgbClr val="FFFFFF"/>
                          </a:solidFill>
                          <a:latin typeface="Tahoma"/>
                          <a:cs typeface="Tahoma"/>
                        </a:rPr>
                        <a:t>R</a:t>
                      </a:r>
                      <a:endParaRPr sz="1950">
                        <a:latin typeface="Tahoma"/>
                        <a:cs typeface="Tahoma"/>
                      </a:endParaRPr>
                    </a:p>
                  </a:txBody>
                  <a:tcPr marL="0" marR="0" marT="0" marB="0"/>
                </a:tc>
                <a:tc>
                  <a:txBody>
                    <a:bodyPr/>
                    <a:lstStyle/>
                    <a:p>
                      <a:pPr marL="191135">
                        <a:lnSpc>
                          <a:spcPts val="2310"/>
                        </a:lnSpc>
                      </a:pPr>
                      <a:r>
                        <a:rPr sz="1950" spc="105" dirty="0">
                          <a:solidFill>
                            <a:srgbClr val="FFFFFF"/>
                          </a:solidFill>
                          <a:latin typeface="Tahoma"/>
                          <a:cs typeface="Tahoma"/>
                        </a:rPr>
                        <a:t>8</a:t>
                      </a:r>
                      <a:endParaRPr sz="1950">
                        <a:latin typeface="Tahoma"/>
                        <a:cs typeface="Tahoma"/>
                      </a:endParaRPr>
                    </a:p>
                  </a:txBody>
                  <a:tcPr marL="0" marR="0" marT="0" marB="0"/>
                </a:tc>
                <a:tc>
                  <a:txBody>
                    <a:bodyPr/>
                    <a:lstStyle/>
                    <a:p>
                      <a:pPr marR="170815" algn="r">
                        <a:lnSpc>
                          <a:spcPts val="2315"/>
                        </a:lnSpc>
                        <a:tabLst>
                          <a:tab pos="340360" algn="l"/>
                        </a:tabLst>
                      </a:pPr>
                      <a:r>
                        <a:rPr sz="1950" spc="220" dirty="0">
                          <a:solidFill>
                            <a:srgbClr val="FFFFFF"/>
                          </a:solidFill>
                          <a:latin typeface="Tahoma"/>
                          <a:cs typeface="Tahoma"/>
                        </a:rPr>
                        <a:t>C</a:t>
                      </a:r>
                      <a:r>
                        <a:rPr sz="1950" dirty="0">
                          <a:solidFill>
                            <a:srgbClr val="FFFFFF"/>
                          </a:solidFill>
                          <a:latin typeface="Tahoma"/>
                          <a:cs typeface="Tahoma"/>
                        </a:rPr>
                        <a:t>	</a:t>
                      </a:r>
                      <a:r>
                        <a:rPr sz="1950" spc="-25" dirty="0">
                          <a:solidFill>
                            <a:srgbClr val="FFFFFF"/>
                          </a:solidFill>
                          <a:latin typeface="Tahoma"/>
                          <a:cs typeface="Tahoma"/>
                        </a:rPr>
                        <a:t>76</a:t>
                      </a:r>
                      <a:endParaRPr sz="1950">
                        <a:latin typeface="Tahoma"/>
                        <a:cs typeface="Tahoma"/>
                      </a:endParaRPr>
                    </a:p>
                  </a:txBody>
                  <a:tcPr marL="0" marR="0" marT="0" marB="0"/>
                </a:tc>
                <a:tc>
                  <a:txBody>
                    <a:bodyPr/>
                    <a:lstStyle/>
                    <a:p>
                      <a:pPr marL="174625">
                        <a:lnSpc>
                          <a:spcPts val="2310"/>
                        </a:lnSpc>
                        <a:tabLst>
                          <a:tab pos="532765" algn="l"/>
                        </a:tabLst>
                      </a:pPr>
                      <a:r>
                        <a:rPr sz="1950" spc="10" dirty="0">
                          <a:solidFill>
                            <a:srgbClr val="FFFFFF"/>
                          </a:solidFill>
                          <a:latin typeface="Tahoma"/>
                          <a:cs typeface="Tahoma"/>
                        </a:rPr>
                        <a:t>R</a:t>
                      </a:r>
                      <a:r>
                        <a:rPr sz="1950" dirty="0">
                          <a:solidFill>
                            <a:srgbClr val="FFFFFF"/>
                          </a:solidFill>
                          <a:latin typeface="Tahoma"/>
                          <a:cs typeface="Tahoma"/>
                        </a:rPr>
                        <a:t>	</a:t>
                      </a:r>
                      <a:r>
                        <a:rPr sz="1950" spc="114" dirty="0">
                          <a:solidFill>
                            <a:srgbClr val="FFFFFF"/>
                          </a:solidFill>
                          <a:latin typeface="Tahoma"/>
                          <a:cs typeface="Tahoma"/>
                        </a:rPr>
                        <a:t>48</a:t>
                      </a:r>
                      <a:endParaRPr sz="1950">
                        <a:latin typeface="Tahoma"/>
                        <a:cs typeface="Tahoma"/>
                      </a:endParaRPr>
                    </a:p>
                  </a:txBody>
                  <a:tcPr marL="0" marR="0" marT="0" marB="0">
                    <a:solidFill>
                      <a:srgbClr val="2F7EE2"/>
                    </a:solidFill>
                  </a:tcPr>
                </a:tc>
                <a:tc>
                  <a:txBody>
                    <a:bodyPr/>
                    <a:lstStyle/>
                    <a:p>
                      <a:pPr marR="92075" algn="r">
                        <a:lnSpc>
                          <a:spcPts val="2315"/>
                        </a:lnSpc>
                      </a:pPr>
                      <a:r>
                        <a:rPr sz="1950" spc="220" dirty="0">
                          <a:solidFill>
                            <a:srgbClr val="0856C3"/>
                          </a:solidFill>
                          <a:latin typeface="Tahoma"/>
                          <a:cs typeface="Tahoma"/>
                        </a:rPr>
                        <a:t>C</a:t>
                      </a:r>
                      <a:endParaRPr sz="1950">
                        <a:latin typeface="Tahoma"/>
                        <a:cs typeface="Tahoma"/>
                      </a:endParaRPr>
                    </a:p>
                  </a:txBody>
                  <a:tcPr marL="0" marR="0" marT="0" marB="0"/>
                </a:tc>
                <a:tc>
                  <a:txBody>
                    <a:bodyPr/>
                    <a:lstStyle/>
                    <a:p>
                      <a:pPr marR="92710" algn="ctr">
                        <a:lnSpc>
                          <a:spcPts val="2315"/>
                        </a:lnSpc>
                      </a:pPr>
                      <a:r>
                        <a:rPr sz="1950" spc="-25" dirty="0">
                          <a:solidFill>
                            <a:srgbClr val="0856C3"/>
                          </a:solidFill>
                          <a:latin typeface="Tahoma"/>
                          <a:cs typeface="Tahoma"/>
                        </a:rPr>
                        <a:t>51</a:t>
                      </a:r>
                      <a:endParaRPr sz="1950">
                        <a:latin typeface="Tahoma"/>
                        <a:cs typeface="Tahoma"/>
                      </a:endParaRPr>
                    </a:p>
                  </a:txBody>
                  <a:tcPr marL="0" marR="0" marT="0" marB="0"/>
                </a:tc>
                <a:tc>
                  <a:txBody>
                    <a:bodyPr/>
                    <a:lstStyle/>
                    <a:p>
                      <a:pPr marL="191135">
                        <a:lnSpc>
                          <a:spcPts val="2310"/>
                        </a:lnSpc>
                        <a:tabLst>
                          <a:tab pos="530860" algn="l"/>
                        </a:tabLst>
                      </a:pPr>
                      <a:r>
                        <a:rPr sz="1950" spc="10" dirty="0">
                          <a:solidFill>
                            <a:srgbClr val="0856C3"/>
                          </a:solidFill>
                          <a:latin typeface="Tahoma"/>
                          <a:cs typeface="Tahoma"/>
                        </a:rPr>
                        <a:t>R</a:t>
                      </a:r>
                      <a:r>
                        <a:rPr sz="1950" dirty="0">
                          <a:solidFill>
                            <a:srgbClr val="0856C3"/>
                          </a:solidFill>
                          <a:latin typeface="Tahoma"/>
                          <a:cs typeface="Tahoma"/>
                        </a:rPr>
                        <a:t>	</a:t>
                      </a:r>
                      <a:r>
                        <a:rPr sz="1950" spc="-25" dirty="0">
                          <a:solidFill>
                            <a:srgbClr val="0856C3"/>
                          </a:solidFill>
                          <a:latin typeface="Tahoma"/>
                          <a:cs typeface="Tahoma"/>
                        </a:rPr>
                        <a:t>113</a:t>
                      </a:r>
                      <a:endParaRPr sz="1950">
                        <a:latin typeface="Tahoma"/>
                        <a:cs typeface="Tahoma"/>
                      </a:endParaRPr>
                    </a:p>
                  </a:txBody>
                  <a:tcPr marL="0" marR="0" marT="0" marB="0"/>
                </a:tc>
                <a:extLst>
                  <a:ext uri="{0D108BD9-81ED-4DB2-BD59-A6C34878D82A}">
                    <a16:rowId xmlns:a16="http://schemas.microsoft.com/office/drawing/2014/main" val="10000"/>
                  </a:ext>
                </a:extLst>
              </a:tr>
              <a:tr h="329565">
                <a:tc>
                  <a:txBody>
                    <a:bodyPr/>
                    <a:lstStyle/>
                    <a:p>
                      <a:pPr marL="31750">
                        <a:lnSpc>
                          <a:spcPct val="100000"/>
                        </a:lnSpc>
                        <a:spcBef>
                          <a:spcPts val="70"/>
                        </a:spcBef>
                      </a:pPr>
                      <a:r>
                        <a:rPr sz="1950" spc="235" dirty="0">
                          <a:solidFill>
                            <a:srgbClr val="FFFFFF"/>
                          </a:solidFill>
                          <a:latin typeface="Tahoma"/>
                          <a:cs typeface="Tahoma"/>
                        </a:rPr>
                        <a:t>M</a:t>
                      </a:r>
                      <a:endParaRPr sz="1950">
                        <a:latin typeface="Tahoma"/>
                        <a:cs typeface="Tahoma"/>
                      </a:endParaRPr>
                    </a:p>
                  </a:txBody>
                  <a:tcPr marL="0" marR="0" marT="8890" marB="0"/>
                </a:tc>
                <a:tc>
                  <a:txBody>
                    <a:bodyPr/>
                    <a:lstStyle/>
                    <a:p>
                      <a:pPr marR="96520" algn="ctr">
                        <a:lnSpc>
                          <a:spcPct val="100000"/>
                        </a:lnSpc>
                        <a:spcBef>
                          <a:spcPts val="70"/>
                        </a:spcBef>
                      </a:pPr>
                      <a:r>
                        <a:rPr sz="1950" spc="-25" dirty="0">
                          <a:solidFill>
                            <a:srgbClr val="FFFFFF"/>
                          </a:solidFill>
                          <a:latin typeface="Tahoma"/>
                          <a:cs typeface="Tahoma"/>
                        </a:rPr>
                        <a:t>70</a:t>
                      </a:r>
                      <a:endParaRPr sz="1950">
                        <a:latin typeface="Tahoma"/>
                        <a:cs typeface="Tahoma"/>
                      </a:endParaRPr>
                    </a:p>
                  </a:txBody>
                  <a:tcPr marL="0" marR="0" marT="8890" marB="0"/>
                </a:tc>
                <a:tc>
                  <a:txBody>
                    <a:bodyPr/>
                    <a:lstStyle/>
                    <a:p>
                      <a:pPr marL="93345" algn="ctr">
                        <a:lnSpc>
                          <a:spcPct val="100000"/>
                        </a:lnSpc>
                        <a:spcBef>
                          <a:spcPts val="65"/>
                        </a:spcBef>
                      </a:pPr>
                      <a:r>
                        <a:rPr sz="1950" spc="114" dirty="0">
                          <a:solidFill>
                            <a:srgbClr val="FFFFFF"/>
                          </a:solidFill>
                          <a:latin typeface="Tahoma"/>
                          <a:cs typeface="Tahoma"/>
                        </a:rPr>
                        <a:t>G</a:t>
                      </a:r>
                      <a:endParaRPr sz="1950">
                        <a:latin typeface="Tahoma"/>
                        <a:cs typeface="Tahoma"/>
                      </a:endParaRPr>
                    </a:p>
                  </a:txBody>
                  <a:tcPr marL="0" marR="0" marT="8255" marB="0"/>
                </a:tc>
                <a:tc>
                  <a:txBody>
                    <a:bodyPr/>
                    <a:lstStyle/>
                    <a:p>
                      <a:pPr marL="122555">
                        <a:lnSpc>
                          <a:spcPct val="100000"/>
                        </a:lnSpc>
                        <a:spcBef>
                          <a:spcPts val="65"/>
                        </a:spcBef>
                      </a:pPr>
                      <a:r>
                        <a:rPr sz="1950" spc="40" dirty="0">
                          <a:solidFill>
                            <a:srgbClr val="FFFFFF"/>
                          </a:solidFill>
                          <a:latin typeface="Tahoma"/>
                          <a:cs typeface="Tahoma"/>
                        </a:rPr>
                        <a:t>87</a:t>
                      </a:r>
                      <a:endParaRPr sz="1950">
                        <a:latin typeface="Tahoma"/>
                        <a:cs typeface="Tahoma"/>
                      </a:endParaRPr>
                    </a:p>
                  </a:txBody>
                  <a:tcPr marL="0" marR="0" marT="8255" marB="0"/>
                </a:tc>
                <a:tc>
                  <a:txBody>
                    <a:bodyPr/>
                    <a:lstStyle/>
                    <a:p>
                      <a:pPr marR="154305" algn="r">
                        <a:lnSpc>
                          <a:spcPct val="100000"/>
                        </a:lnSpc>
                        <a:spcBef>
                          <a:spcPts val="70"/>
                        </a:spcBef>
                      </a:pPr>
                      <a:r>
                        <a:rPr sz="1950" spc="285" dirty="0">
                          <a:solidFill>
                            <a:srgbClr val="FFFFFF"/>
                          </a:solidFill>
                          <a:latin typeface="Tahoma"/>
                          <a:cs typeface="Tahoma"/>
                        </a:rPr>
                        <a:t>M</a:t>
                      </a:r>
                      <a:r>
                        <a:rPr sz="1950" spc="360" dirty="0">
                          <a:solidFill>
                            <a:srgbClr val="FFFFFF"/>
                          </a:solidFill>
                          <a:latin typeface="Tahoma"/>
                          <a:cs typeface="Tahoma"/>
                        </a:rPr>
                        <a:t> </a:t>
                      </a:r>
                      <a:r>
                        <a:rPr sz="1950" spc="114" dirty="0">
                          <a:solidFill>
                            <a:srgbClr val="FFFFFF"/>
                          </a:solidFill>
                          <a:latin typeface="Tahoma"/>
                          <a:cs typeface="Tahoma"/>
                        </a:rPr>
                        <a:t>48</a:t>
                      </a:r>
                      <a:endParaRPr sz="1950">
                        <a:latin typeface="Tahoma"/>
                        <a:cs typeface="Tahoma"/>
                      </a:endParaRPr>
                    </a:p>
                  </a:txBody>
                  <a:tcPr marL="0" marR="0" marT="8890" marB="0"/>
                </a:tc>
                <a:tc>
                  <a:txBody>
                    <a:bodyPr/>
                    <a:lstStyle/>
                    <a:p>
                      <a:pPr marL="161925">
                        <a:lnSpc>
                          <a:spcPct val="100000"/>
                        </a:lnSpc>
                        <a:spcBef>
                          <a:spcPts val="65"/>
                        </a:spcBef>
                        <a:tabLst>
                          <a:tab pos="495300" algn="l"/>
                        </a:tabLst>
                      </a:pPr>
                      <a:r>
                        <a:rPr sz="1950" spc="114" dirty="0">
                          <a:solidFill>
                            <a:srgbClr val="FFFFFF"/>
                          </a:solidFill>
                          <a:latin typeface="Tahoma"/>
                          <a:cs typeface="Tahoma"/>
                        </a:rPr>
                        <a:t>G</a:t>
                      </a:r>
                      <a:r>
                        <a:rPr sz="1950" dirty="0">
                          <a:solidFill>
                            <a:srgbClr val="FFFFFF"/>
                          </a:solidFill>
                          <a:latin typeface="Tahoma"/>
                          <a:cs typeface="Tahoma"/>
                        </a:rPr>
                        <a:t>	</a:t>
                      </a:r>
                      <a:r>
                        <a:rPr sz="1950" spc="-25" dirty="0">
                          <a:solidFill>
                            <a:srgbClr val="FFFFFF"/>
                          </a:solidFill>
                          <a:latin typeface="Tahoma"/>
                          <a:cs typeface="Tahoma"/>
                        </a:rPr>
                        <a:t>127</a:t>
                      </a:r>
                      <a:endParaRPr sz="1950">
                        <a:latin typeface="Tahoma"/>
                        <a:cs typeface="Tahoma"/>
                      </a:endParaRPr>
                    </a:p>
                  </a:txBody>
                  <a:tcPr marL="0" marR="0" marT="8255" marB="0">
                    <a:solidFill>
                      <a:srgbClr val="2F7EE2"/>
                    </a:solidFill>
                  </a:tcPr>
                </a:tc>
                <a:tc>
                  <a:txBody>
                    <a:bodyPr/>
                    <a:lstStyle/>
                    <a:p>
                      <a:pPr marR="70485" algn="r">
                        <a:lnSpc>
                          <a:spcPct val="100000"/>
                        </a:lnSpc>
                        <a:spcBef>
                          <a:spcPts val="70"/>
                        </a:spcBef>
                      </a:pPr>
                      <a:r>
                        <a:rPr sz="1950" spc="235" dirty="0">
                          <a:solidFill>
                            <a:srgbClr val="0856C3"/>
                          </a:solidFill>
                          <a:latin typeface="Tahoma"/>
                          <a:cs typeface="Tahoma"/>
                        </a:rPr>
                        <a:t>M</a:t>
                      </a:r>
                      <a:endParaRPr sz="1950">
                        <a:latin typeface="Tahoma"/>
                        <a:cs typeface="Tahoma"/>
                      </a:endParaRPr>
                    </a:p>
                  </a:txBody>
                  <a:tcPr marL="0" marR="0" marT="8890" marB="0"/>
                </a:tc>
                <a:tc>
                  <a:txBody>
                    <a:bodyPr/>
                    <a:lstStyle/>
                    <a:p>
                      <a:pPr marR="87630" algn="ctr">
                        <a:lnSpc>
                          <a:spcPct val="100000"/>
                        </a:lnSpc>
                        <a:spcBef>
                          <a:spcPts val="70"/>
                        </a:spcBef>
                      </a:pPr>
                      <a:r>
                        <a:rPr sz="1950" spc="55" dirty="0">
                          <a:solidFill>
                            <a:srgbClr val="0856C3"/>
                          </a:solidFill>
                          <a:latin typeface="Tahoma"/>
                          <a:cs typeface="Tahoma"/>
                        </a:rPr>
                        <a:t>5</a:t>
                      </a:r>
                      <a:endParaRPr sz="1950">
                        <a:latin typeface="Tahoma"/>
                        <a:cs typeface="Tahoma"/>
                      </a:endParaRPr>
                    </a:p>
                  </a:txBody>
                  <a:tcPr marL="0" marR="0" marT="8890" marB="0"/>
                </a:tc>
                <a:tc>
                  <a:txBody>
                    <a:bodyPr/>
                    <a:lstStyle/>
                    <a:p>
                      <a:pPr marL="178435">
                        <a:lnSpc>
                          <a:spcPct val="100000"/>
                        </a:lnSpc>
                        <a:spcBef>
                          <a:spcPts val="65"/>
                        </a:spcBef>
                        <a:tabLst>
                          <a:tab pos="513080" algn="l"/>
                        </a:tabLst>
                      </a:pPr>
                      <a:r>
                        <a:rPr sz="1950" spc="114" dirty="0">
                          <a:solidFill>
                            <a:srgbClr val="0856C3"/>
                          </a:solidFill>
                          <a:latin typeface="Tahoma"/>
                          <a:cs typeface="Tahoma"/>
                        </a:rPr>
                        <a:t>G</a:t>
                      </a:r>
                      <a:r>
                        <a:rPr sz="1950" dirty="0">
                          <a:solidFill>
                            <a:srgbClr val="0856C3"/>
                          </a:solidFill>
                          <a:latin typeface="Tahoma"/>
                          <a:cs typeface="Tahoma"/>
                        </a:rPr>
                        <a:t>	</a:t>
                      </a:r>
                      <a:r>
                        <a:rPr sz="1950" spc="-25" dirty="0">
                          <a:solidFill>
                            <a:srgbClr val="0856C3"/>
                          </a:solidFill>
                          <a:latin typeface="Tahoma"/>
                          <a:cs typeface="Tahoma"/>
                        </a:rPr>
                        <a:t>197</a:t>
                      </a:r>
                      <a:endParaRPr sz="1950">
                        <a:latin typeface="Tahoma"/>
                        <a:cs typeface="Tahoma"/>
                      </a:endParaRPr>
                    </a:p>
                  </a:txBody>
                  <a:tcPr marL="0" marR="0" marT="8255" marB="0"/>
                </a:tc>
                <a:extLst>
                  <a:ext uri="{0D108BD9-81ED-4DB2-BD59-A6C34878D82A}">
                    <a16:rowId xmlns:a16="http://schemas.microsoft.com/office/drawing/2014/main" val="10001"/>
                  </a:ext>
                </a:extLst>
              </a:tr>
              <a:tr h="329565">
                <a:tc>
                  <a:txBody>
                    <a:bodyPr/>
                    <a:lstStyle/>
                    <a:p>
                      <a:pPr marL="59690">
                        <a:lnSpc>
                          <a:spcPct val="100000"/>
                        </a:lnSpc>
                        <a:spcBef>
                          <a:spcPts val="70"/>
                        </a:spcBef>
                      </a:pPr>
                      <a:r>
                        <a:rPr sz="1950" spc="160" dirty="0">
                          <a:solidFill>
                            <a:srgbClr val="FFFFFF"/>
                          </a:solidFill>
                          <a:latin typeface="Tahoma"/>
                          <a:cs typeface="Tahoma"/>
                        </a:rPr>
                        <a:t>Y</a:t>
                      </a:r>
                      <a:endParaRPr sz="1950">
                        <a:latin typeface="Tahoma"/>
                        <a:cs typeface="Tahoma"/>
                      </a:endParaRPr>
                    </a:p>
                  </a:txBody>
                  <a:tcPr marL="0" marR="0" marT="8890" marB="0"/>
                </a:tc>
                <a:tc>
                  <a:txBody>
                    <a:bodyPr/>
                    <a:lstStyle/>
                    <a:p>
                      <a:pPr marR="87630" algn="ctr">
                        <a:lnSpc>
                          <a:spcPct val="100000"/>
                        </a:lnSpc>
                        <a:spcBef>
                          <a:spcPts val="70"/>
                        </a:spcBef>
                      </a:pPr>
                      <a:r>
                        <a:rPr sz="1950" spc="130" dirty="0">
                          <a:solidFill>
                            <a:srgbClr val="FFFFFF"/>
                          </a:solidFill>
                          <a:latin typeface="Tahoma"/>
                          <a:cs typeface="Tahoma"/>
                        </a:rPr>
                        <a:t>0</a:t>
                      </a:r>
                      <a:endParaRPr sz="1950">
                        <a:latin typeface="Tahoma"/>
                        <a:cs typeface="Tahoma"/>
                      </a:endParaRPr>
                    </a:p>
                  </a:txBody>
                  <a:tcPr marL="0" marR="0" marT="8890" marB="0"/>
                </a:tc>
                <a:tc>
                  <a:txBody>
                    <a:bodyPr/>
                    <a:lstStyle/>
                    <a:p>
                      <a:pPr marL="93345" algn="ctr">
                        <a:lnSpc>
                          <a:spcPct val="100000"/>
                        </a:lnSpc>
                        <a:spcBef>
                          <a:spcPts val="65"/>
                        </a:spcBef>
                      </a:pPr>
                      <a:r>
                        <a:rPr sz="1950" spc="85" dirty="0">
                          <a:solidFill>
                            <a:srgbClr val="FFFFFF"/>
                          </a:solidFill>
                          <a:latin typeface="Tahoma"/>
                          <a:cs typeface="Tahoma"/>
                        </a:rPr>
                        <a:t>B</a:t>
                      </a:r>
                      <a:endParaRPr sz="1950">
                        <a:latin typeface="Tahoma"/>
                        <a:cs typeface="Tahoma"/>
                      </a:endParaRPr>
                    </a:p>
                  </a:txBody>
                  <a:tcPr marL="0" marR="0" marT="8255" marB="0"/>
                </a:tc>
                <a:tc>
                  <a:txBody>
                    <a:bodyPr/>
                    <a:lstStyle/>
                    <a:p>
                      <a:pPr marL="69850">
                        <a:lnSpc>
                          <a:spcPct val="100000"/>
                        </a:lnSpc>
                        <a:spcBef>
                          <a:spcPts val="65"/>
                        </a:spcBef>
                      </a:pPr>
                      <a:r>
                        <a:rPr sz="1950" spc="-25" dirty="0">
                          <a:solidFill>
                            <a:srgbClr val="FFFFFF"/>
                          </a:solidFill>
                          <a:latin typeface="Tahoma"/>
                          <a:cs typeface="Tahoma"/>
                        </a:rPr>
                        <a:t>195</a:t>
                      </a:r>
                      <a:endParaRPr sz="1950">
                        <a:latin typeface="Tahoma"/>
                        <a:cs typeface="Tahoma"/>
                      </a:endParaRPr>
                    </a:p>
                  </a:txBody>
                  <a:tcPr marL="0" marR="0" marT="8255" marB="0"/>
                </a:tc>
                <a:tc>
                  <a:txBody>
                    <a:bodyPr/>
                    <a:lstStyle/>
                    <a:p>
                      <a:pPr marR="226695" algn="r">
                        <a:lnSpc>
                          <a:spcPct val="100000"/>
                        </a:lnSpc>
                        <a:spcBef>
                          <a:spcPts val="70"/>
                        </a:spcBef>
                        <a:tabLst>
                          <a:tab pos="399415" algn="l"/>
                        </a:tabLst>
                      </a:pPr>
                      <a:r>
                        <a:rPr sz="1950" spc="160" dirty="0">
                          <a:solidFill>
                            <a:srgbClr val="FFFFFF"/>
                          </a:solidFill>
                          <a:latin typeface="Tahoma"/>
                          <a:cs typeface="Tahoma"/>
                        </a:rPr>
                        <a:t>Y</a:t>
                      </a:r>
                      <a:r>
                        <a:rPr sz="1950" dirty="0">
                          <a:solidFill>
                            <a:srgbClr val="FFFFFF"/>
                          </a:solidFill>
                          <a:latin typeface="Tahoma"/>
                          <a:cs typeface="Tahoma"/>
                        </a:rPr>
                        <a:t>	</a:t>
                      </a:r>
                      <a:r>
                        <a:rPr sz="1950" spc="130" dirty="0">
                          <a:solidFill>
                            <a:srgbClr val="FFFFFF"/>
                          </a:solidFill>
                          <a:latin typeface="Tahoma"/>
                          <a:cs typeface="Tahoma"/>
                        </a:rPr>
                        <a:t>0</a:t>
                      </a:r>
                      <a:endParaRPr sz="1950">
                        <a:latin typeface="Tahoma"/>
                        <a:cs typeface="Tahoma"/>
                      </a:endParaRPr>
                    </a:p>
                  </a:txBody>
                  <a:tcPr marL="0" marR="0" marT="8890" marB="0"/>
                </a:tc>
                <a:tc>
                  <a:txBody>
                    <a:bodyPr/>
                    <a:lstStyle/>
                    <a:p>
                      <a:pPr marL="173355">
                        <a:lnSpc>
                          <a:spcPct val="100000"/>
                        </a:lnSpc>
                        <a:spcBef>
                          <a:spcPts val="65"/>
                        </a:spcBef>
                      </a:pPr>
                      <a:r>
                        <a:rPr sz="1950" spc="135" dirty="0">
                          <a:solidFill>
                            <a:srgbClr val="FFFFFF"/>
                          </a:solidFill>
                          <a:latin typeface="Tahoma"/>
                          <a:cs typeface="Tahoma"/>
                        </a:rPr>
                        <a:t>B</a:t>
                      </a:r>
                      <a:r>
                        <a:rPr sz="1950" spc="370" dirty="0">
                          <a:solidFill>
                            <a:srgbClr val="FFFFFF"/>
                          </a:solidFill>
                          <a:latin typeface="Tahoma"/>
                          <a:cs typeface="Tahoma"/>
                        </a:rPr>
                        <a:t> </a:t>
                      </a:r>
                      <a:r>
                        <a:rPr sz="1950" spc="80" dirty="0">
                          <a:solidFill>
                            <a:srgbClr val="FFFFFF"/>
                          </a:solidFill>
                          <a:latin typeface="Tahoma"/>
                          <a:cs typeface="Tahoma"/>
                        </a:rPr>
                        <a:t>226</a:t>
                      </a:r>
                      <a:endParaRPr sz="1950">
                        <a:latin typeface="Tahoma"/>
                        <a:cs typeface="Tahoma"/>
                      </a:endParaRPr>
                    </a:p>
                  </a:txBody>
                  <a:tcPr marL="0" marR="0" marT="8255" marB="0">
                    <a:solidFill>
                      <a:srgbClr val="2F7EE2"/>
                    </a:solidFill>
                  </a:tcPr>
                </a:tc>
                <a:tc>
                  <a:txBody>
                    <a:bodyPr/>
                    <a:lstStyle/>
                    <a:p>
                      <a:pPr marR="98425" algn="r">
                        <a:lnSpc>
                          <a:spcPct val="100000"/>
                        </a:lnSpc>
                        <a:spcBef>
                          <a:spcPts val="70"/>
                        </a:spcBef>
                      </a:pPr>
                      <a:r>
                        <a:rPr sz="1950" spc="160" dirty="0">
                          <a:solidFill>
                            <a:srgbClr val="0856C3"/>
                          </a:solidFill>
                          <a:latin typeface="Tahoma"/>
                          <a:cs typeface="Tahoma"/>
                        </a:rPr>
                        <a:t>Y</a:t>
                      </a:r>
                      <a:endParaRPr sz="1950">
                        <a:latin typeface="Tahoma"/>
                        <a:cs typeface="Tahoma"/>
                      </a:endParaRPr>
                    </a:p>
                  </a:txBody>
                  <a:tcPr marL="0" marR="0" marT="8890" marB="0"/>
                </a:tc>
                <a:tc>
                  <a:txBody>
                    <a:bodyPr/>
                    <a:lstStyle/>
                    <a:p>
                      <a:pPr marR="87630" algn="ctr">
                        <a:lnSpc>
                          <a:spcPct val="100000"/>
                        </a:lnSpc>
                        <a:spcBef>
                          <a:spcPts val="70"/>
                        </a:spcBef>
                      </a:pPr>
                      <a:r>
                        <a:rPr sz="1950" spc="105" dirty="0">
                          <a:solidFill>
                            <a:srgbClr val="0856C3"/>
                          </a:solidFill>
                          <a:latin typeface="Tahoma"/>
                          <a:cs typeface="Tahoma"/>
                        </a:rPr>
                        <a:t>3</a:t>
                      </a:r>
                      <a:endParaRPr sz="1950">
                        <a:latin typeface="Tahoma"/>
                        <a:cs typeface="Tahoma"/>
                      </a:endParaRPr>
                    </a:p>
                  </a:txBody>
                  <a:tcPr marL="0" marR="0" marT="8890" marB="0"/>
                </a:tc>
                <a:tc>
                  <a:txBody>
                    <a:bodyPr/>
                    <a:lstStyle/>
                    <a:p>
                      <a:pPr marL="189865">
                        <a:lnSpc>
                          <a:spcPct val="100000"/>
                        </a:lnSpc>
                        <a:spcBef>
                          <a:spcPts val="65"/>
                        </a:spcBef>
                      </a:pPr>
                      <a:r>
                        <a:rPr sz="1950" spc="135" dirty="0">
                          <a:solidFill>
                            <a:srgbClr val="0856C3"/>
                          </a:solidFill>
                          <a:latin typeface="Tahoma"/>
                          <a:cs typeface="Tahoma"/>
                        </a:rPr>
                        <a:t>B</a:t>
                      </a:r>
                      <a:r>
                        <a:rPr sz="1950" spc="375" dirty="0">
                          <a:solidFill>
                            <a:srgbClr val="0856C3"/>
                          </a:solidFill>
                          <a:latin typeface="Tahoma"/>
                          <a:cs typeface="Tahoma"/>
                        </a:rPr>
                        <a:t> </a:t>
                      </a:r>
                      <a:r>
                        <a:rPr sz="1950" spc="80" dirty="0">
                          <a:solidFill>
                            <a:srgbClr val="0856C3"/>
                          </a:solidFill>
                          <a:latin typeface="Tahoma"/>
                          <a:cs typeface="Tahoma"/>
                        </a:rPr>
                        <a:t>232</a:t>
                      </a:r>
                      <a:endParaRPr sz="1950">
                        <a:latin typeface="Tahoma"/>
                        <a:cs typeface="Tahoma"/>
                      </a:endParaRPr>
                    </a:p>
                  </a:txBody>
                  <a:tcPr marL="0" marR="0" marT="8255" marB="0"/>
                </a:tc>
                <a:extLst>
                  <a:ext uri="{0D108BD9-81ED-4DB2-BD59-A6C34878D82A}">
                    <a16:rowId xmlns:a16="http://schemas.microsoft.com/office/drawing/2014/main" val="10002"/>
                  </a:ext>
                </a:extLst>
              </a:tr>
              <a:tr h="316865">
                <a:tc>
                  <a:txBody>
                    <a:bodyPr/>
                    <a:lstStyle/>
                    <a:p>
                      <a:pPr marL="60325">
                        <a:lnSpc>
                          <a:spcPts val="2330"/>
                        </a:lnSpc>
                        <a:spcBef>
                          <a:spcPts val="70"/>
                        </a:spcBef>
                      </a:pPr>
                      <a:r>
                        <a:rPr sz="1950" spc="120" dirty="0">
                          <a:solidFill>
                            <a:srgbClr val="FFFFFF"/>
                          </a:solidFill>
                          <a:latin typeface="Tahoma"/>
                          <a:cs typeface="Tahoma"/>
                        </a:rPr>
                        <a:t>K</a:t>
                      </a:r>
                      <a:endParaRPr sz="1950">
                        <a:latin typeface="Tahoma"/>
                        <a:cs typeface="Tahoma"/>
                      </a:endParaRPr>
                    </a:p>
                  </a:txBody>
                  <a:tcPr marL="0" marR="0" marT="8890" marB="0"/>
                </a:tc>
                <a:tc>
                  <a:txBody>
                    <a:bodyPr/>
                    <a:lstStyle/>
                    <a:p>
                      <a:pPr marR="87630" algn="ctr">
                        <a:lnSpc>
                          <a:spcPts val="2330"/>
                        </a:lnSpc>
                        <a:spcBef>
                          <a:spcPts val="65"/>
                        </a:spcBef>
                      </a:pPr>
                      <a:r>
                        <a:rPr sz="1950" spc="130" dirty="0">
                          <a:solidFill>
                            <a:srgbClr val="FFFFFF"/>
                          </a:solidFill>
                          <a:latin typeface="Tahoma"/>
                          <a:cs typeface="Tahoma"/>
                        </a:rPr>
                        <a:t>0</a:t>
                      </a:r>
                      <a:endParaRPr sz="1950">
                        <a:latin typeface="Tahoma"/>
                        <a:cs typeface="Tahoma"/>
                      </a:endParaRPr>
                    </a:p>
                  </a:txBody>
                  <a:tcPr marL="0" marR="0" marT="8255"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marR="226695" algn="r">
                        <a:lnSpc>
                          <a:spcPts val="2330"/>
                        </a:lnSpc>
                        <a:spcBef>
                          <a:spcPts val="70"/>
                        </a:spcBef>
                        <a:tabLst>
                          <a:tab pos="398145" algn="l"/>
                        </a:tabLst>
                      </a:pPr>
                      <a:r>
                        <a:rPr sz="1950" spc="120" dirty="0">
                          <a:solidFill>
                            <a:srgbClr val="FFFFFF"/>
                          </a:solidFill>
                          <a:latin typeface="Tahoma"/>
                          <a:cs typeface="Tahoma"/>
                        </a:rPr>
                        <a:t>K</a:t>
                      </a:r>
                      <a:r>
                        <a:rPr sz="1950" dirty="0">
                          <a:solidFill>
                            <a:srgbClr val="FFFFFF"/>
                          </a:solidFill>
                          <a:latin typeface="Tahoma"/>
                          <a:cs typeface="Tahoma"/>
                        </a:rPr>
                        <a:t>	</a:t>
                      </a:r>
                      <a:r>
                        <a:rPr sz="1950" spc="130" dirty="0">
                          <a:solidFill>
                            <a:srgbClr val="FFFFFF"/>
                          </a:solidFill>
                          <a:latin typeface="Tahoma"/>
                          <a:cs typeface="Tahoma"/>
                        </a:rPr>
                        <a:t>0</a:t>
                      </a:r>
                      <a:endParaRPr sz="1950">
                        <a:latin typeface="Tahoma"/>
                        <a:cs typeface="Tahoma"/>
                      </a:endParaRPr>
                    </a:p>
                  </a:txBody>
                  <a:tcPr marL="0" marR="0" marT="8890" marB="0"/>
                </a:tc>
                <a:tc>
                  <a:txBody>
                    <a:bodyPr/>
                    <a:lstStyle/>
                    <a:p>
                      <a:pPr>
                        <a:lnSpc>
                          <a:spcPct val="100000"/>
                        </a:lnSpc>
                      </a:pPr>
                      <a:endParaRPr sz="1100">
                        <a:latin typeface="Times New Roman"/>
                        <a:cs typeface="Times New Roman"/>
                      </a:endParaRPr>
                    </a:p>
                  </a:txBody>
                  <a:tcPr marL="0" marR="0" marT="0" marB="0">
                    <a:solidFill>
                      <a:srgbClr val="2F7EE2"/>
                    </a:solidFill>
                  </a:tcPr>
                </a:tc>
                <a:tc>
                  <a:txBody>
                    <a:bodyPr/>
                    <a:lstStyle/>
                    <a:p>
                      <a:pPr marR="99695" algn="r">
                        <a:lnSpc>
                          <a:spcPts val="2330"/>
                        </a:lnSpc>
                        <a:spcBef>
                          <a:spcPts val="70"/>
                        </a:spcBef>
                      </a:pPr>
                      <a:r>
                        <a:rPr sz="1950" spc="120" dirty="0">
                          <a:solidFill>
                            <a:srgbClr val="0856C3"/>
                          </a:solidFill>
                          <a:latin typeface="Tahoma"/>
                          <a:cs typeface="Tahoma"/>
                        </a:rPr>
                        <a:t>K</a:t>
                      </a:r>
                      <a:endParaRPr sz="1950">
                        <a:latin typeface="Tahoma"/>
                        <a:cs typeface="Tahoma"/>
                      </a:endParaRPr>
                    </a:p>
                  </a:txBody>
                  <a:tcPr marL="0" marR="0" marT="8890" marB="0"/>
                </a:tc>
                <a:tc>
                  <a:txBody>
                    <a:bodyPr/>
                    <a:lstStyle/>
                    <a:p>
                      <a:pPr marR="87630" algn="ctr">
                        <a:lnSpc>
                          <a:spcPts val="2330"/>
                        </a:lnSpc>
                        <a:spcBef>
                          <a:spcPts val="65"/>
                        </a:spcBef>
                      </a:pPr>
                      <a:r>
                        <a:rPr sz="1950" spc="130" dirty="0">
                          <a:solidFill>
                            <a:srgbClr val="0856C3"/>
                          </a:solidFill>
                          <a:latin typeface="Tahoma"/>
                          <a:cs typeface="Tahoma"/>
                        </a:rPr>
                        <a:t>0</a:t>
                      </a:r>
                      <a:endParaRPr sz="1950">
                        <a:latin typeface="Tahoma"/>
                        <a:cs typeface="Tahoma"/>
                      </a:endParaRPr>
                    </a:p>
                  </a:txBody>
                  <a:tcPr marL="0" marR="0" marT="8255" marB="0"/>
                </a:tc>
                <a:tc>
                  <a:txBody>
                    <a:bodyPr/>
                    <a:lstStyle/>
                    <a:p>
                      <a:pPr>
                        <a:lnSpc>
                          <a:spcPct val="100000"/>
                        </a:lnSpc>
                      </a:pPr>
                      <a:endParaRPr sz="1100" dirty="0">
                        <a:latin typeface="Times New Roman"/>
                        <a:cs typeface="Times New Roman"/>
                      </a:endParaRPr>
                    </a:p>
                  </a:txBody>
                  <a:tcPr marL="0" marR="0" marT="0" marB="0"/>
                </a:tc>
                <a:extLst>
                  <a:ext uri="{0D108BD9-81ED-4DB2-BD59-A6C34878D82A}">
                    <a16:rowId xmlns:a16="http://schemas.microsoft.com/office/drawing/2014/main" val="10003"/>
                  </a:ext>
                </a:extLst>
              </a:tr>
            </a:tbl>
          </a:graphicData>
        </a:graphic>
      </p:graphicFrame>
      <p:sp>
        <p:nvSpPr>
          <p:cNvPr id="15" name="object 14" descr="$PPTXTitle"/>
          <p:cNvSpPr txBox="1">
            <a:spLocks/>
          </p:cNvSpPr>
          <p:nvPr/>
        </p:nvSpPr>
        <p:spPr>
          <a:xfrm>
            <a:off x="5665999" y="647700"/>
            <a:ext cx="6373601" cy="1153683"/>
          </a:xfrm>
          <a:prstGeom prst="rect">
            <a:avLst/>
          </a:prstGeom>
        </p:spPr>
        <p:txBody>
          <a:bodyPr vert="horz" wrap="square" lIns="0" tIns="81441"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1552" algn="l">
              <a:spcBef>
                <a:spcPts val="641"/>
              </a:spcBef>
            </a:pPr>
            <a:r>
              <a:rPr lang="en-US" b="1" spc="109" dirty="0">
                <a:latin typeface="Inter" panose="02000503000000020004" pitchFamily="2" charset="0"/>
                <a:ea typeface="Inter" panose="02000503000000020004" pitchFamily="2" charset="0"/>
              </a:rPr>
              <a:t>Warna</a:t>
            </a:r>
            <a:r>
              <a:rPr lang="en-US" b="1" spc="-96" dirty="0">
                <a:latin typeface="Inter" panose="02000503000000020004" pitchFamily="2" charset="0"/>
                <a:ea typeface="Inter" panose="02000503000000020004" pitchFamily="2" charset="0"/>
              </a:rPr>
              <a:t> </a:t>
            </a:r>
            <a:r>
              <a:rPr lang="en-US" b="1" spc="132" dirty="0">
                <a:latin typeface="Inter" panose="02000503000000020004" pitchFamily="2" charset="0"/>
                <a:ea typeface="Inter" panose="02000503000000020004" pitchFamily="2" charset="0"/>
              </a:rPr>
              <a:t>Brand</a:t>
            </a:r>
          </a:p>
          <a:p>
            <a:pPr marL="11552" algn="l">
              <a:spcBef>
                <a:spcPts val="364"/>
              </a:spcBef>
            </a:pPr>
            <a:r>
              <a:rPr lang="en-US" sz="2229" spc="100" dirty="0">
                <a:latin typeface="Inter" panose="02000503000000020004" pitchFamily="2" charset="0"/>
                <a:ea typeface="Inter" panose="02000503000000020004" pitchFamily="2" charset="0"/>
              </a:rPr>
              <a:t>Brand</a:t>
            </a:r>
            <a:r>
              <a:rPr lang="en-US" sz="2229" spc="-68" dirty="0">
                <a:latin typeface="Inter" panose="02000503000000020004" pitchFamily="2" charset="0"/>
                <a:ea typeface="Inter" panose="02000503000000020004" pitchFamily="2" charset="0"/>
              </a:rPr>
              <a:t> </a:t>
            </a:r>
            <a:r>
              <a:rPr lang="en-US" sz="2229" spc="123" dirty="0" err="1">
                <a:latin typeface="Inter" panose="02000503000000020004" pitchFamily="2" charset="0"/>
                <a:ea typeface="Inter" panose="02000503000000020004" pitchFamily="2" charset="0"/>
              </a:rPr>
              <a:t>Colours</a:t>
            </a:r>
            <a:endParaRPr lang="en-US" sz="2229" dirty="0">
              <a:latin typeface="Inter" panose="02000503000000020004" pitchFamily="2" charset="0"/>
              <a:ea typeface="Inter" panose="02000503000000020004" pitchFamily="2" charset="0"/>
            </a:endParaRPr>
          </a:p>
        </p:txBody>
      </p:sp>
      <p:sp>
        <p:nvSpPr>
          <p:cNvPr id="69" name="TextBox 68">
            <a:extLst>
              <a:ext uri="{FF2B5EF4-FFF2-40B4-BE49-F238E27FC236}">
                <a16:creationId xmlns:a16="http://schemas.microsoft.com/office/drawing/2014/main" id="{D6438DA4-3D48-E58B-1DC8-918BD3B72A3E}"/>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14</a:t>
            </a:fld>
            <a:endParaRPr lang="en-US" b="1"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78619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971F1-0516-FA81-382D-922009A218D5}"/>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30672367-6307-F733-0FB1-7C8A207652DD}"/>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E3770332-4C21-340F-2391-E201B13BD3C8}"/>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18" name="object 2" descr="$PPTXTitle"/>
          <p:cNvSpPr txBox="1">
            <a:spLocks/>
          </p:cNvSpPr>
          <p:nvPr/>
        </p:nvSpPr>
        <p:spPr>
          <a:xfrm>
            <a:off x="5544441" y="637017"/>
            <a:ext cx="7561959" cy="1153683"/>
          </a:xfrm>
          <a:prstGeom prst="rect">
            <a:avLst/>
          </a:prstGeom>
        </p:spPr>
        <p:txBody>
          <a:bodyPr vert="horz" wrap="square" lIns="0" tIns="81441"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1552" algn="l">
              <a:spcBef>
                <a:spcPts val="641"/>
              </a:spcBef>
            </a:pPr>
            <a:r>
              <a:rPr lang="en-US" b="1" spc="150" dirty="0" err="1">
                <a:latin typeface="Inter" panose="02000503000000020004" pitchFamily="2" charset="0"/>
                <a:ea typeface="Inter" panose="02000503000000020004" pitchFamily="2" charset="0"/>
              </a:rPr>
              <a:t>Pengunaan</a:t>
            </a:r>
            <a:r>
              <a:rPr lang="en-US" b="1" spc="-96" dirty="0">
                <a:latin typeface="Inter" panose="02000503000000020004" pitchFamily="2" charset="0"/>
                <a:ea typeface="Inter" panose="02000503000000020004" pitchFamily="2" charset="0"/>
              </a:rPr>
              <a:t> </a:t>
            </a:r>
            <a:r>
              <a:rPr lang="en-US" b="1" spc="164" dirty="0">
                <a:latin typeface="Inter" panose="02000503000000020004" pitchFamily="2" charset="0"/>
                <a:ea typeface="Inter" panose="02000503000000020004" pitchFamily="2" charset="0"/>
              </a:rPr>
              <a:t>yang</a:t>
            </a:r>
            <a:r>
              <a:rPr lang="en-US" b="1" spc="-86" dirty="0">
                <a:latin typeface="Inter" panose="02000503000000020004" pitchFamily="2" charset="0"/>
                <a:ea typeface="Inter" panose="02000503000000020004" pitchFamily="2" charset="0"/>
              </a:rPr>
              <a:t> </a:t>
            </a:r>
            <a:r>
              <a:rPr lang="en-US" b="1" spc="123" dirty="0">
                <a:latin typeface="Inter" panose="02000503000000020004" pitchFamily="2" charset="0"/>
                <a:ea typeface="Inter" panose="02000503000000020004" pitchFamily="2" charset="0"/>
              </a:rPr>
              <a:t>Salah</a:t>
            </a:r>
          </a:p>
          <a:p>
            <a:pPr marL="11552" algn="l">
              <a:spcBef>
                <a:spcPts val="364"/>
              </a:spcBef>
            </a:pPr>
            <a:r>
              <a:rPr lang="en-US" sz="2229" spc="73" dirty="0">
                <a:latin typeface="Inter" panose="02000503000000020004" pitchFamily="2" charset="0"/>
                <a:ea typeface="Inter" panose="02000503000000020004" pitchFamily="2" charset="0"/>
              </a:rPr>
              <a:t>Incorrect</a:t>
            </a:r>
            <a:r>
              <a:rPr lang="en-US" sz="2229" spc="-41" dirty="0">
                <a:latin typeface="Inter" panose="02000503000000020004" pitchFamily="2" charset="0"/>
                <a:ea typeface="Inter" panose="02000503000000020004" pitchFamily="2" charset="0"/>
              </a:rPr>
              <a:t> </a:t>
            </a:r>
            <a:r>
              <a:rPr lang="en-US" sz="2229" spc="146" dirty="0">
                <a:latin typeface="Inter" panose="02000503000000020004" pitchFamily="2" charset="0"/>
                <a:ea typeface="Inter" panose="02000503000000020004" pitchFamily="2" charset="0"/>
              </a:rPr>
              <a:t>Usage</a:t>
            </a:r>
            <a:endParaRPr lang="en-US" sz="2229" dirty="0">
              <a:latin typeface="Inter" panose="02000503000000020004" pitchFamily="2" charset="0"/>
              <a:ea typeface="Inter" panose="02000503000000020004" pitchFamily="2" charset="0"/>
            </a:endParaRPr>
          </a:p>
        </p:txBody>
      </p:sp>
      <p:grpSp>
        <p:nvGrpSpPr>
          <p:cNvPr id="19" name="object 5"/>
          <p:cNvGrpSpPr/>
          <p:nvPr/>
        </p:nvGrpSpPr>
        <p:grpSpPr>
          <a:xfrm>
            <a:off x="5571489" y="1943100"/>
            <a:ext cx="4226276" cy="1725859"/>
            <a:chOff x="6124493" y="2651259"/>
            <a:chExt cx="4646295" cy="1897380"/>
          </a:xfrm>
        </p:grpSpPr>
        <p:sp>
          <p:nvSpPr>
            <p:cNvPr id="20" name="object 6"/>
            <p:cNvSpPr/>
            <p:nvPr/>
          </p:nvSpPr>
          <p:spPr>
            <a:xfrm>
              <a:off x="7256869" y="3120268"/>
              <a:ext cx="2075180" cy="1066800"/>
            </a:xfrm>
            <a:custGeom>
              <a:avLst/>
              <a:gdLst/>
              <a:ahLst/>
              <a:cxnLst/>
              <a:rect l="l" t="t" r="r" b="b"/>
              <a:pathLst>
                <a:path w="2075179" h="1066800">
                  <a:moveTo>
                    <a:pt x="849655" y="860336"/>
                  </a:moveTo>
                  <a:lnTo>
                    <a:pt x="848601" y="816571"/>
                  </a:lnTo>
                  <a:lnTo>
                    <a:pt x="840371" y="780300"/>
                  </a:lnTo>
                  <a:lnTo>
                    <a:pt x="752246" y="391845"/>
                  </a:lnTo>
                  <a:lnTo>
                    <a:pt x="752246" y="780300"/>
                  </a:lnTo>
                  <a:lnTo>
                    <a:pt x="727976" y="763866"/>
                  </a:lnTo>
                  <a:lnTo>
                    <a:pt x="727976" y="868845"/>
                  </a:lnTo>
                  <a:lnTo>
                    <a:pt x="449021" y="932129"/>
                  </a:lnTo>
                  <a:lnTo>
                    <a:pt x="456958" y="888428"/>
                  </a:lnTo>
                  <a:lnTo>
                    <a:pt x="453351" y="844842"/>
                  </a:lnTo>
                  <a:lnTo>
                    <a:pt x="438607" y="803351"/>
                  </a:lnTo>
                  <a:lnTo>
                    <a:pt x="413169" y="765898"/>
                  </a:lnTo>
                  <a:lnTo>
                    <a:pt x="377482" y="734453"/>
                  </a:lnTo>
                  <a:lnTo>
                    <a:pt x="369963" y="729208"/>
                  </a:lnTo>
                  <a:lnTo>
                    <a:pt x="369963" y="894384"/>
                  </a:lnTo>
                  <a:lnTo>
                    <a:pt x="357568" y="926376"/>
                  </a:lnTo>
                  <a:lnTo>
                    <a:pt x="316547" y="960704"/>
                  </a:lnTo>
                  <a:lnTo>
                    <a:pt x="300723" y="965377"/>
                  </a:lnTo>
                  <a:lnTo>
                    <a:pt x="300799" y="965771"/>
                  </a:lnTo>
                  <a:lnTo>
                    <a:pt x="230911" y="981621"/>
                  </a:lnTo>
                  <a:lnTo>
                    <a:pt x="221259" y="981849"/>
                  </a:lnTo>
                  <a:lnTo>
                    <a:pt x="212585" y="978484"/>
                  </a:lnTo>
                  <a:lnTo>
                    <a:pt x="205790" y="972108"/>
                  </a:lnTo>
                  <a:lnTo>
                    <a:pt x="201841" y="963307"/>
                  </a:lnTo>
                  <a:lnTo>
                    <a:pt x="84874" y="447751"/>
                  </a:lnTo>
                  <a:lnTo>
                    <a:pt x="84645" y="438111"/>
                  </a:lnTo>
                  <a:lnTo>
                    <a:pt x="88011" y="429425"/>
                  </a:lnTo>
                  <a:lnTo>
                    <a:pt x="94386" y="422643"/>
                  </a:lnTo>
                  <a:lnTo>
                    <a:pt x="103200" y="418680"/>
                  </a:lnTo>
                  <a:lnTo>
                    <a:pt x="173088" y="402831"/>
                  </a:lnTo>
                  <a:lnTo>
                    <a:pt x="173177" y="403212"/>
                  </a:lnTo>
                  <a:lnTo>
                    <a:pt x="175552" y="402831"/>
                  </a:lnTo>
                  <a:lnTo>
                    <a:pt x="189471" y="400608"/>
                  </a:lnTo>
                  <a:lnTo>
                    <a:pt x="205740" y="401104"/>
                  </a:lnTo>
                  <a:lnTo>
                    <a:pt x="221615" y="404634"/>
                  </a:lnTo>
                  <a:lnTo>
                    <a:pt x="265925" y="437045"/>
                  </a:lnTo>
                  <a:lnTo>
                    <a:pt x="279742" y="500265"/>
                  </a:lnTo>
                  <a:lnTo>
                    <a:pt x="267830" y="535063"/>
                  </a:lnTo>
                  <a:lnTo>
                    <a:pt x="185191" y="681012"/>
                  </a:lnTo>
                  <a:lnTo>
                    <a:pt x="182575" y="688695"/>
                  </a:lnTo>
                  <a:lnTo>
                    <a:pt x="328206" y="804913"/>
                  </a:lnTo>
                  <a:lnTo>
                    <a:pt x="329590" y="805840"/>
                  </a:lnTo>
                  <a:lnTo>
                    <a:pt x="355282" y="831189"/>
                  </a:lnTo>
                  <a:lnTo>
                    <a:pt x="368973" y="861682"/>
                  </a:lnTo>
                  <a:lnTo>
                    <a:pt x="369963" y="894384"/>
                  </a:lnTo>
                  <a:lnTo>
                    <a:pt x="369963" y="729208"/>
                  </a:lnTo>
                  <a:lnTo>
                    <a:pt x="288772" y="672541"/>
                  </a:lnTo>
                  <a:lnTo>
                    <a:pt x="341490" y="579412"/>
                  </a:lnTo>
                  <a:lnTo>
                    <a:pt x="342595" y="577507"/>
                  </a:lnTo>
                  <a:lnTo>
                    <a:pt x="360578" y="533120"/>
                  </a:lnTo>
                  <a:lnTo>
                    <a:pt x="367042" y="488353"/>
                  </a:lnTo>
                  <a:lnTo>
                    <a:pt x="362381" y="444944"/>
                  </a:lnTo>
                  <a:lnTo>
                    <a:pt x="347002" y="404634"/>
                  </a:lnTo>
                  <a:lnTo>
                    <a:pt x="344093" y="400608"/>
                  </a:lnTo>
                  <a:lnTo>
                    <a:pt x="321335" y="369189"/>
                  </a:lnTo>
                  <a:lnTo>
                    <a:pt x="398614" y="351663"/>
                  </a:lnTo>
                  <a:lnTo>
                    <a:pt x="398703" y="352044"/>
                  </a:lnTo>
                  <a:lnTo>
                    <a:pt x="401129" y="351663"/>
                  </a:lnTo>
                  <a:lnTo>
                    <a:pt x="414997" y="349453"/>
                  </a:lnTo>
                  <a:lnTo>
                    <a:pt x="431266" y="349935"/>
                  </a:lnTo>
                  <a:lnTo>
                    <a:pt x="491439" y="385889"/>
                  </a:lnTo>
                  <a:lnTo>
                    <a:pt x="505155" y="444944"/>
                  </a:lnTo>
                  <a:lnTo>
                    <a:pt x="505256" y="449097"/>
                  </a:lnTo>
                  <a:lnTo>
                    <a:pt x="493344" y="483895"/>
                  </a:lnTo>
                  <a:lnTo>
                    <a:pt x="412242" y="630745"/>
                  </a:lnTo>
                  <a:lnTo>
                    <a:pt x="409702" y="638479"/>
                  </a:lnTo>
                  <a:lnTo>
                    <a:pt x="410121" y="646353"/>
                  </a:lnTo>
                  <a:lnTo>
                    <a:pt x="413308" y="653567"/>
                  </a:lnTo>
                  <a:lnTo>
                    <a:pt x="419074" y="659307"/>
                  </a:lnTo>
                  <a:lnTo>
                    <a:pt x="727976" y="868845"/>
                  </a:lnTo>
                  <a:lnTo>
                    <a:pt x="727976" y="763866"/>
                  </a:lnTo>
                  <a:lnTo>
                    <a:pt x="515213" y="619721"/>
                  </a:lnTo>
                  <a:lnTo>
                    <a:pt x="567004" y="528256"/>
                  </a:lnTo>
                  <a:lnTo>
                    <a:pt x="568096" y="526351"/>
                  </a:lnTo>
                  <a:lnTo>
                    <a:pt x="586092" y="481965"/>
                  </a:lnTo>
                  <a:lnTo>
                    <a:pt x="592556" y="437184"/>
                  </a:lnTo>
                  <a:lnTo>
                    <a:pt x="587895" y="393776"/>
                  </a:lnTo>
                  <a:lnTo>
                    <a:pt x="572528" y="353479"/>
                  </a:lnTo>
                  <a:lnTo>
                    <a:pt x="569607" y="349453"/>
                  </a:lnTo>
                  <a:lnTo>
                    <a:pt x="546862" y="318033"/>
                  </a:lnTo>
                  <a:lnTo>
                    <a:pt x="618744" y="301713"/>
                  </a:lnTo>
                  <a:lnTo>
                    <a:pt x="628383" y="301485"/>
                  </a:lnTo>
                  <a:lnTo>
                    <a:pt x="637070" y="304863"/>
                  </a:lnTo>
                  <a:lnTo>
                    <a:pt x="643864" y="311251"/>
                  </a:lnTo>
                  <a:lnTo>
                    <a:pt x="647814" y="320040"/>
                  </a:lnTo>
                  <a:lnTo>
                    <a:pt x="752246" y="780300"/>
                  </a:lnTo>
                  <a:lnTo>
                    <a:pt x="752246" y="391845"/>
                  </a:lnTo>
                  <a:lnTo>
                    <a:pt x="731799" y="301713"/>
                  </a:lnTo>
                  <a:lnTo>
                    <a:pt x="731748" y="301485"/>
                  </a:lnTo>
                  <a:lnTo>
                    <a:pt x="731647" y="301028"/>
                  </a:lnTo>
                  <a:lnTo>
                    <a:pt x="713701" y="261086"/>
                  </a:lnTo>
                  <a:lnTo>
                    <a:pt x="682904" y="232130"/>
                  </a:lnTo>
                  <a:lnTo>
                    <a:pt x="643496" y="216852"/>
                  </a:lnTo>
                  <a:lnTo>
                    <a:pt x="599732" y="217893"/>
                  </a:lnTo>
                  <a:lnTo>
                    <a:pt x="84175" y="334860"/>
                  </a:lnTo>
                  <a:lnTo>
                    <a:pt x="44234" y="352806"/>
                  </a:lnTo>
                  <a:lnTo>
                    <a:pt x="15290" y="383590"/>
                  </a:lnTo>
                  <a:lnTo>
                    <a:pt x="0" y="422998"/>
                  </a:lnTo>
                  <a:lnTo>
                    <a:pt x="1054" y="466763"/>
                  </a:lnTo>
                  <a:lnTo>
                    <a:pt x="117856" y="981621"/>
                  </a:lnTo>
                  <a:lnTo>
                    <a:pt x="117906" y="981849"/>
                  </a:lnTo>
                  <a:lnTo>
                    <a:pt x="118008" y="982319"/>
                  </a:lnTo>
                  <a:lnTo>
                    <a:pt x="135953" y="1022261"/>
                  </a:lnTo>
                  <a:lnTo>
                    <a:pt x="166751" y="1051204"/>
                  </a:lnTo>
                  <a:lnTo>
                    <a:pt x="206159" y="1066495"/>
                  </a:lnTo>
                  <a:lnTo>
                    <a:pt x="249923" y="1065453"/>
                  </a:lnTo>
                  <a:lnTo>
                    <a:pt x="618375" y="981849"/>
                  </a:lnTo>
                  <a:lnTo>
                    <a:pt x="765479" y="948474"/>
                  </a:lnTo>
                  <a:lnTo>
                    <a:pt x="801865" y="932129"/>
                  </a:lnTo>
                  <a:lnTo>
                    <a:pt x="805408" y="930541"/>
                  </a:lnTo>
                  <a:lnTo>
                    <a:pt x="834364" y="899744"/>
                  </a:lnTo>
                  <a:lnTo>
                    <a:pt x="849655" y="860336"/>
                  </a:lnTo>
                  <a:close/>
                </a:path>
                <a:path w="2075179" h="1066800">
                  <a:moveTo>
                    <a:pt x="1419644" y="589292"/>
                  </a:moveTo>
                  <a:lnTo>
                    <a:pt x="1414767" y="537756"/>
                  </a:lnTo>
                  <a:lnTo>
                    <a:pt x="1399413" y="494855"/>
                  </a:lnTo>
                  <a:lnTo>
                    <a:pt x="1374673" y="459562"/>
                  </a:lnTo>
                  <a:lnTo>
                    <a:pt x="1354861" y="441109"/>
                  </a:lnTo>
                  <a:lnTo>
                    <a:pt x="1344066" y="432460"/>
                  </a:lnTo>
                  <a:lnTo>
                    <a:pt x="1328178" y="422338"/>
                  </a:lnTo>
                  <a:lnTo>
                    <a:pt x="1324216" y="420433"/>
                  </a:lnTo>
                  <a:lnTo>
                    <a:pt x="1324216" y="574255"/>
                  </a:lnTo>
                  <a:lnTo>
                    <a:pt x="1323124" y="589292"/>
                  </a:lnTo>
                  <a:lnTo>
                    <a:pt x="1298181" y="636841"/>
                  </a:lnTo>
                  <a:lnTo>
                    <a:pt x="1260462" y="658469"/>
                  </a:lnTo>
                  <a:lnTo>
                    <a:pt x="1112240" y="693737"/>
                  </a:lnTo>
                  <a:lnTo>
                    <a:pt x="1107567" y="690778"/>
                  </a:lnTo>
                  <a:lnTo>
                    <a:pt x="1070965" y="529488"/>
                  </a:lnTo>
                  <a:lnTo>
                    <a:pt x="1073924" y="524802"/>
                  </a:lnTo>
                  <a:lnTo>
                    <a:pt x="1209205" y="494106"/>
                  </a:lnTo>
                  <a:lnTo>
                    <a:pt x="1231849" y="490651"/>
                  </a:lnTo>
                  <a:lnTo>
                    <a:pt x="1252308" y="491058"/>
                  </a:lnTo>
                  <a:lnTo>
                    <a:pt x="1299083" y="514210"/>
                  </a:lnTo>
                  <a:lnTo>
                    <a:pt x="1321993" y="557047"/>
                  </a:lnTo>
                  <a:lnTo>
                    <a:pt x="1324216" y="574255"/>
                  </a:lnTo>
                  <a:lnTo>
                    <a:pt x="1324216" y="420433"/>
                  </a:lnTo>
                  <a:lnTo>
                    <a:pt x="1311973" y="414540"/>
                  </a:lnTo>
                  <a:lnTo>
                    <a:pt x="1306918" y="412496"/>
                  </a:lnTo>
                  <a:lnTo>
                    <a:pt x="1304937" y="406387"/>
                  </a:lnTo>
                  <a:lnTo>
                    <a:pt x="1324610" y="369595"/>
                  </a:lnTo>
                  <a:lnTo>
                    <a:pt x="1332661" y="331939"/>
                  </a:lnTo>
                  <a:lnTo>
                    <a:pt x="1333030" y="324319"/>
                  </a:lnTo>
                  <a:lnTo>
                    <a:pt x="1332776" y="316547"/>
                  </a:lnTo>
                  <a:lnTo>
                    <a:pt x="1331963" y="309257"/>
                  </a:lnTo>
                  <a:lnTo>
                    <a:pt x="1331899" y="308660"/>
                  </a:lnTo>
                  <a:lnTo>
                    <a:pt x="1320495" y="269963"/>
                  </a:lnTo>
                  <a:lnTo>
                    <a:pt x="1296377" y="230720"/>
                  </a:lnTo>
                  <a:lnTo>
                    <a:pt x="1261033" y="201904"/>
                  </a:lnTo>
                  <a:lnTo>
                    <a:pt x="1241628" y="192989"/>
                  </a:lnTo>
                  <a:lnTo>
                    <a:pt x="1241628" y="347941"/>
                  </a:lnTo>
                  <a:lnTo>
                    <a:pt x="1241094" y="359016"/>
                  </a:lnTo>
                  <a:lnTo>
                    <a:pt x="1227010" y="399440"/>
                  </a:lnTo>
                  <a:lnTo>
                    <a:pt x="1054938" y="441109"/>
                  </a:lnTo>
                  <a:lnTo>
                    <a:pt x="1050251" y="438150"/>
                  </a:lnTo>
                  <a:lnTo>
                    <a:pt x="1019073" y="300761"/>
                  </a:lnTo>
                  <a:lnTo>
                    <a:pt x="1022032" y="296087"/>
                  </a:lnTo>
                  <a:lnTo>
                    <a:pt x="1127379" y="272173"/>
                  </a:lnTo>
                  <a:lnTo>
                    <a:pt x="1141653" y="269430"/>
                  </a:lnTo>
                  <a:lnTo>
                    <a:pt x="1155001" y="267868"/>
                  </a:lnTo>
                  <a:lnTo>
                    <a:pt x="1167384" y="267487"/>
                  </a:lnTo>
                  <a:lnTo>
                    <a:pt x="1178750" y="268312"/>
                  </a:lnTo>
                  <a:lnTo>
                    <a:pt x="1216660" y="285915"/>
                  </a:lnTo>
                  <a:lnTo>
                    <a:pt x="1238516" y="323430"/>
                  </a:lnTo>
                  <a:lnTo>
                    <a:pt x="1241552" y="346925"/>
                  </a:lnTo>
                  <a:lnTo>
                    <a:pt x="1241628" y="347941"/>
                  </a:lnTo>
                  <a:lnTo>
                    <a:pt x="1241628" y="192989"/>
                  </a:lnTo>
                  <a:lnTo>
                    <a:pt x="1196289" y="182156"/>
                  </a:lnTo>
                  <a:lnTo>
                    <a:pt x="1176959" y="181038"/>
                  </a:lnTo>
                  <a:lnTo>
                    <a:pt x="1156411" y="181762"/>
                  </a:lnTo>
                  <a:lnTo>
                    <a:pt x="1134719" y="184302"/>
                  </a:lnTo>
                  <a:lnTo>
                    <a:pt x="1111948" y="188683"/>
                  </a:lnTo>
                  <a:lnTo>
                    <a:pt x="912202" y="233997"/>
                  </a:lnTo>
                  <a:lnTo>
                    <a:pt x="909243" y="238683"/>
                  </a:lnTo>
                  <a:lnTo>
                    <a:pt x="1035723" y="796163"/>
                  </a:lnTo>
                  <a:lnTo>
                    <a:pt x="1040409" y="799109"/>
                  </a:lnTo>
                  <a:lnTo>
                    <a:pt x="1260944" y="749084"/>
                  </a:lnTo>
                  <a:lnTo>
                    <a:pt x="1306195" y="735330"/>
                  </a:lnTo>
                  <a:lnTo>
                    <a:pt x="1343609" y="716432"/>
                  </a:lnTo>
                  <a:lnTo>
                    <a:pt x="1372679" y="693737"/>
                  </a:lnTo>
                  <a:lnTo>
                    <a:pt x="1373085" y="693394"/>
                  </a:lnTo>
                  <a:lnTo>
                    <a:pt x="1403527" y="652589"/>
                  </a:lnTo>
                  <a:lnTo>
                    <a:pt x="1418145" y="605980"/>
                  </a:lnTo>
                  <a:lnTo>
                    <a:pt x="1419644" y="589292"/>
                  </a:lnTo>
                  <a:close/>
                </a:path>
                <a:path w="2075179" h="1066800">
                  <a:moveTo>
                    <a:pt x="1909368" y="593788"/>
                  </a:moveTo>
                  <a:lnTo>
                    <a:pt x="1743252" y="443534"/>
                  </a:lnTo>
                  <a:lnTo>
                    <a:pt x="1716646" y="419468"/>
                  </a:lnTo>
                  <a:lnTo>
                    <a:pt x="1717586" y="412127"/>
                  </a:lnTo>
                  <a:lnTo>
                    <a:pt x="1722996" y="409308"/>
                  </a:lnTo>
                  <a:lnTo>
                    <a:pt x="1738071" y="400748"/>
                  </a:lnTo>
                  <a:lnTo>
                    <a:pt x="1751901" y="391350"/>
                  </a:lnTo>
                  <a:lnTo>
                    <a:pt x="1764423" y="381165"/>
                  </a:lnTo>
                  <a:lnTo>
                    <a:pt x="1770380" y="375335"/>
                  </a:lnTo>
                  <a:lnTo>
                    <a:pt x="1775612" y="370230"/>
                  </a:lnTo>
                  <a:lnTo>
                    <a:pt x="1801901" y="334073"/>
                  </a:lnTo>
                  <a:lnTo>
                    <a:pt x="1817243" y="294259"/>
                  </a:lnTo>
                  <a:lnTo>
                    <a:pt x="1821649" y="255752"/>
                  </a:lnTo>
                  <a:lnTo>
                    <a:pt x="1821751" y="251294"/>
                  </a:lnTo>
                  <a:lnTo>
                    <a:pt x="1821103" y="237528"/>
                  </a:lnTo>
                  <a:lnTo>
                    <a:pt x="1821065" y="236702"/>
                  </a:lnTo>
                  <a:lnTo>
                    <a:pt x="1819363" y="222199"/>
                  </a:lnTo>
                  <a:lnTo>
                    <a:pt x="1805406" y="172669"/>
                  </a:lnTo>
                  <a:lnTo>
                    <a:pt x="1799894" y="161175"/>
                  </a:lnTo>
                  <a:lnTo>
                    <a:pt x="1797723" y="156654"/>
                  </a:lnTo>
                  <a:lnTo>
                    <a:pt x="1766925" y="116420"/>
                  </a:lnTo>
                  <a:lnTo>
                    <a:pt x="1724685" y="89052"/>
                  </a:lnTo>
                  <a:lnTo>
                    <a:pt x="1724660" y="255752"/>
                  </a:lnTo>
                  <a:lnTo>
                    <a:pt x="1724063" y="264934"/>
                  </a:lnTo>
                  <a:lnTo>
                    <a:pt x="1706753" y="308000"/>
                  </a:lnTo>
                  <a:lnTo>
                    <a:pt x="1674774" y="334873"/>
                  </a:lnTo>
                  <a:lnTo>
                    <a:pt x="1517599" y="375335"/>
                  </a:lnTo>
                  <a:lnTo>
                    <a:pt x="1512900" y="372376"/>
                  </a:lnTo>
                  <a:lnTo>
                    <a:pt x="1473276" y="197713"/>
                  </a:lnTo>
                  <a:lnTo>
                    <a:pt x="1476235" y="193040"/>
                  </a:lnTo>
                  <a:lnTo>
                    <a:pt x="1607680" y="163207"/>
                  </a:lnTo>
                  <a:lnTo>
                    <a:pt x="1614576" y="162090"/>
                  </a:lnTo>
                  <a:lnTo>
                    <a:pt x="1621751" y="161378"/>
                  </a:lnTo>
                  <a:lnTo>
                    <a:pt x="1637919" y="161175"/>
                  </a:lnTo>
                  <a:lnTo>
                    <a:pt x="1652981" y="162991"/>
                  </a:lnTo>
                  <a:lnTo>
                    <a:pt x="1695043" y="183273"/>
                  </a:lnTo>
                  <a:lnTo>
                    <a:pt x="1721954" y="228549"/>
                  </a:lnTo>
                  <a:lnTo>
                    <a:pt x="1724660" y="255752"/>
                  </a:lnTo>
                  <a:lnTo>
                    <a:pt x="1724660" y="89052"/>
                  </a:lnTo>
                  <a:lnTo>
                    <a:pt x="1707921" y="82943"/>
                  </a:lnTo>
                  <a:lnTo>
                    <a:pt x="1689887" y="78397"/>
                  </a:lnTo>
                  <a:lnTo>
                    <a:pt x="1670634" y="75438"/>
                  </a:lnTo>
                  <a:lnTo>
                    <a:pt x="1649958" y="74231"/>
                  </a:lnTo>
                  <a:lnTo>
                    <a:pt x="1628089" y="74968"/>
                  </a:lnTo>
                  <a:lnTo>
                    <a:pt x="1605114" y="77647"/>
                  </a:lnTo>
                  <a:lnTo>
                    <a:pt x="1581099" y="82245"/>
                  </a:lnTo>
                  <a:lnTo>
                    <a:pt x="1364297" y="131419"/>
                  </a:lnTo>
                  <a:lnTo>
                    <a:pt x="1361351" y="136105"/>
                  </a:lnTo>
                  <a:lnTo>
                    <a:pt x="1487830" y="693597"/>
                  </a:lnTo>
                  <a:lnTo>
                    <a:pt x="1492516" y="696544"/>
                  </a:lnTo>
                  <a:lnTo>
                    <a:pt x="1578025" y="677151"/>
                  </a:lnTo>
                  <a:lnTo>
                    <a:pt x="1580984" y="672452"/>
                  </a:lnTo>
                  <a:lnTo>
                    <a:pt x="1533652" y="463867"/>
                  </a:lnTo>
                  <a:lnTo>
                    <a:pt x="1536611" y="459168"/>
                  </a:lnTo>
                  <a:lnTo>
                    <a:pt x="1605559" y="443534"/>
                  </a:lnTo>
                  <a:lnTo>
                    <a:pt x="1608467" y="444296"/>
                  </a:lnTo>
                  <a:lnTo>
                    <a:pt x="1807006" y="623773"/>
                  </a:lnTo>
                  <a:lnTo>
                    <a:pt x="1809915" y="624535"/>
                  </a:lnTo>
                  <a:lnTo>
                    <a:pt x="1907095" y="602488"/>
                  </a:lnTo>
                  <a:lnTo>
                    <a:pt x="1909368" y="593788"/>
                  </a:lnTo>
                  <a:close/>
                </a:path>
                <a:path w="2075179" h="1066800">
                  <a:moveTo>
                    <a:pt x="2074722" y="560451"/>
                  </a:moveTo>
                  <a:lnTo>
                    <a:pt x="1949323" y="7670"/>
                  </a:lnTo>
                  <a:lnTo>
                    <a:pt x="1948256" y="2959"/>
                  </a:lnTo>
                  <a:lnTo>
                    <a:pt x="1943569" y="0"/>
                  </a:lnTo>
                  <a:lnTo>
                    <a:pt x="1856320" y="19799"/>
                  </a:lnTo>
                  <a:lnTo>
                    <a:pt x="1856409" y="20180"/>
                  </a:lnTo>
                  <a:lnTo>
                    <a:pt x="1852129" y="21043"/>
                  </a:lnTo>
                  <a:lnTo>
                    <a:pt x="1979409" y="582066"/>
                  </a:lnTo>
                  <a:lnTo>
                    <a:pt x="1984095" y="585025"/>
                  </a:lnTo>
                  <a:lnTo>
                    <a:pt x="2071776" y="565124"/>
                  </a:lnTo>
                  <a:lnTo>
                    <a:pt x="2074722" y="560451"/>
                  </a:lnTo>
                  <a:close/>
                </a:path>
              </a:pathLst>
            </a:custGeom>
            <a:solidFill>
              <a:srgbClr val="0856C3"/>
            </a:solidFill>
          </p:spPr>
          <p:txBody>
            <a:bodyPr wrap="square" lIns="0" tIns="0" rIns="0" bIns="0" rtlCol="0"/>
            <a:lstStyle/>
            <a:p>
              <a:endParaRPr sz="1637"/>
            </a:p>
          </p:txBody>
        </p:sp>
        <p:sp>
          <p:nvSpPr>
            <p:cNvPr id="21" name="object 7"/>
            <p:cNvSpPr/>
            <p:nvPr/>
          </p:nvSpPr>
          <p:spPr>
            <a:xfrm>
              <a:off x="6125802" y="2652568"/>
              <a:ext cx="4643755" cy="1894839"/>
            </a:xfrm>
            <a:custGeom>
              <a:avLst/>
              <a:gdLst/>
              <a:ahLst/>
              <a:cxnLst/>
              <a:rect l="l" t="t" r="r" b="b"/>
              <a:pathLst>
                <a:path w="4643755" h="1894839">
                  <a:moveTo>
                    <a:pt x="4643146" y="1894361"/>
                  </a:moveTo>
                  <a:lnTo>
                    <a:pt x="0" y="1894361"/>
                  </a:lnTo>
                  <a:lnTo>
                    <a:pt x="0" y="0"/>
                  </a:lnTo>
                  <a:lnTo>
                    <a:pt x="4643146" y="0"/>
                  </a:lnTo>
                  <a:lnTo>
                    <a:pt x="4643146" y="1894361"/>
                  </a:lnTo>
                  <a:close/>
                </a:path>
              </a:pathLst>
            </a:custGeom>
            <a:ln w="3175">
              <a:solidFill>
                <a:srgbClr val="221F1F"/>
              </a:solidFill>
            </a:ln>
          </p:spPr>
          <p:txBody>
            <a:bodyPr wrap="square" lIns="0" tIns="0" rIns="0" bIns="0" rtlCol="0"/>
            <a:lstStyle/>
            <a:p>
              <a:endParaRPr sz="1637"/>
            </a:p>
          </p:txBody>
        </p:sp>
        <p:sp>
          <p:nvSpPr>
            <p:cNvPr id="22" name="object 8"/>
            <p:cNvSpPr/>
            <p:nvPr/>
          </p:nvSpPr>
          <p:spPr>
            <a:xfrm>
              <a:off x="6125794" y="2652578"/>
              <a:ext cx="294005" cy="294005"/>
            </a:xfrm>
            <a:custGeom>
              <a:avLst/>
              <a:gdLst/>
              <a:ahLst/>
              <a:cxnLst/>
              <a:rect l="l" t="t" r="r" b="b"/>
              <a:pathLst>
                <a:path w="294004" h="294005">
                  <a:moveTo>
                    <a:pt x="293547" y="21209"/>
                  </a:moveTo>
                  <a:lnTo>
                    <a:pt x="291985" y="13233"/>
                  </a:lnTo>
                  <a:lnTo>
                    <a:pt x="287337" y="6210"/>
                  </a:lnTo>
                  <a:lnTo>
                    <a:pt x="280327" y="1549"/>
                  </a:lnTo>
                  <a:lnTo>
                    <a:pt x="272338" y="0"/>
                  </a:lnTo>
                  <a:lnTo>
                    <a:pt x="264350" y="1549"/>
                  </a:lnTo>
                  <a:lnTo>
                    <a:pt x="257340" y="6210"/>
                  </a:lnTo>
                  <a:lnTo>
                    <a:pt x="146773" y="116776"/>
                  </a:lnTo>
                  <a:lnTo>
                    <a:pt x="36207" y="6210"/>
                  </a:lnTo>
                  <a:lnTo>
                    <a:pt x="29197" y="1549"/>
                  </a:lnTo>
                  <a:lnTo>
                    <a:pt x="21221" y="0"/>
                  </a:lnTo>
                  <a:lnTo>
                    <a:pt x="13233" y="1549"/>
                  </a:lnTo>
                  <a:lnTo>
                    <a:pt x="6223" y="6210"/>
                  </a:lnTo>
                  <a:lnTo>
                    <a:pt x="1562" y="13233"/>
                  </a:lnTo>
                  <a:lnTo>
                    <a:pt x="12" y="21209"/>
                  </a:lnTo>
                  <a:lnTo>
                    <a:pt x="1562" y="29184"/>
                  </a:lnTo>
                  <a:lnTo>
                    <a:pt x="6223" y="36207"/>
                  </a:lnTo>
                  <a:lnTo>
                    <a:pt x="116776" y="146773"/>
                  </a:lnTo>
                  <a:lnTo>
                    <a:pt x="6223" y="257327"/>
                  </a:lnTo>
                  <a:lnTo>
                    <a:pt x="1562" y="264350"/>
                  </a:lnTo>
                  <a:lnTo>
                    <a:pt x="0" y="272326"/>
                  </a:lnTo>
                  <a:lnTo>
                    <a:pt x="1562" y="280301"/>
                  </a:lnTo>
                  <a:lnTo>
                    <a:pt x="6223" y="287312"/>
                  </a:lnTo>
                  <a:lnTo>
                    <a:pt x="10363" y="291465"/>
                  </a:lnTo>
                  <a:lnTo>
                    <a:pt x="15786" y="293535"/>
                  </a:lnTo>
                  <a:lnTo>
                    <a:pt x="21221" y="293535"/>
                  </a:lnTo>
                  <a:lnTo>
                    <a:pt x="26644" y="293535"/>
                  </a:lnTo>
                  <a:lnTo>
                    <a:pt x="32067" y="291465"/>
                  </a:lnTo>
                  <a:lnTo>
                    <a:pt x="146773" y="176771"/>
                  </a:lnTo>
                  <a:lnTo>
                    <a:pt x="261480" y="291465"/>
                  </a:lnTo>
                  <a:lnTo>
                    <a:pt x="266915" y="293535"/>
                  </a:lnTo>
                  <a:lnTo>
                    <a:pt x="272338" y="293535"/>
                  </a:lnTo>
                  <a:lnTo>
                    <a:pt x="277761" y="293535"/>
                  </a:lnTo>
                  <a:lnTo>
                    <a:pt x="283197" y="291465"/>
                  </a:lnTo>
                  <a:lnTo>
                    <a:pt x="287337" y="287312"/>
                  </a:lnTo>
                  <a:lnTo>
                    <a:pt x="291998" y="280301"/>
                  </a:lnTo>
                  <a:lnTo>
                    <a:pt x="293547" y="272326"/>
                  </a:lnTo>
                  <a:lnTo>
                    <a:pt x="291998" y="264350"/>
                  </a:lnTo>
                  <a:lnTo>
                    <a:pt x="287337" y="257327"/>
                  </a:lnTo>
                  <a:lnTo>
                    <a:pt x="176771" y="146773"/>
                  </a:lnTo>
                  <a:lnTo>
                    <a:pt x="287337" y="36207"/>
                  </a:lnTo>
                  <a:lnTo>
                    <a:pt x="291985" y="29184"/>
                  </a:lnTo>
                  <a:lnTo>
                    <a:pt x="293547" y="21209"/>
                  </a:lnTo>
                  <a:close/>
                </a:path>
              </a:pathLst>
            </a:custGeom>
            <a:solidFill>
              <a:srgbClr val="AC1F27"/>
            </a:solidFill>
          </p:spPr>
          <p:txBody>
            <a:bodyPr wrap="square" lIns="0" tIns="0" rIns="0" bIns="0" rtlCol="0"/>
            <a:lstStyle/>
            <a:p>
              <a:endParaRPr sz="1637"/>
            </a:p>
          </p:txBody>
        </p:sp>
      </p:grpSp>
      <p:grpSp>
        <p:nvGrpSpPr>
          <p:cNvPr id="23" name="object 9"/>
          <p:cNvGrpSpPr/>
          <p:nvPr/>
        </p:nvGrpSpPr>
        <p:grpSpPr>
          <a:xfrm>
            <a:off x="5571489" y="4288619"/>
            <a:ext cx="4226276" cy="1725859"/>
            <a:chOff x="6124493" y="5229882"/>
            <a:chExt cx="4646295" cy="1897380"/>
          </a:xfrm>
        </p:grpSpPr>
        <p:sp>
          <p:nvSpPr>
            <p:cNvPr id="24" name="object 10"/>
            <p:cNvSpPr/>
            <p:nvPr/>
          </p:nvSpPr>
          <p:spPr>
            <a:xfrm>
              <a:off x="7176160" y="5767101"/>
              <a:ext cx="2474595" cy="814705"/>
            </a:xfrm>
            <a:custGeom>
              <a:avLst/>
              <a:gdLst/>
              <a:ahLst/>
              <a:cxnLst/>
              <a:rect l="l" t="t" r="r" b="b"/>
              <a:pathLst>
                <a:path w="2474595" h="814704">
                  <a:moveTo>
                    <a:pt x="814692" y="119888"/>
                  </a:moveTo>
                  <a:lnTo>
                    <a:pt x="809434" y="93891"/>
                  </a:lnTo>
                  <a:lnTo>
                    <a:pt x="809358" y="93472"/>
                  </a:lnTo>
                  <a:lnTo>
                    <a:pt x="805268" y="73228"/>
                  </a:lnTo>
                  <a:lnTo>
                    <a:pt x="779564" y="35115"/>
                  </a:lnTo>
                  <a:lnTo>
                    <a:pt x="741451" y="9423"/>
                  </a:lnTo>
                  <a:lnTo>
                    <a:pt x="721220" y="5346"/>
                  </a:lnTo>
                  <a:lnTo>
                    <a:pt x="721220" y="119888"/>
                  </a:lnTo>
                  <a:lnTo>
                    <a:pt x="721207" y="633120"/>
                  </a:lnTo>
                  <a:lnTo>
                    <a:pt x="674166" y="582866"/>
                  </a:lnTo>
                  <a:lnTo>
                    <a:pt x="674166" y="721207"/>
                  </a:lnTo>
                  <a:lnTo>
                    <a:pt x="363105" y="721207"/>
                  </a:lnTo>
                  <a:lnTo>
                    <a:pt x="382054" y="676744"/>
                  </a:lnTo>
                  <a:lnTo>
                    <a:pt x="388696" y="629666"/>
                  </a:lnTo>
                  <a:lnTo>
                    <a:pt x="383057" y="582104"/>
                  </a:lnTo>
                  <a:lnTo>
                    <a:pt x="365086" y="536270"/>
                  </a:lnTo>
                  <a:lnTo>
                    <a:pt x="334810" y="494334"/>
                  </a:lnTo>
                  <a:lnTo>
                    <a:pt x="295173" y="450786"/>
                  </a:lnTo>
                  <a:lnTo>
                    <a:pt x="295173" y="627202"/>
                  </a:lnTo>
                  <a:lnTo>
                    <a:pt x="288353" y="662127"/>
                  </a:lnTo>
                  <a:lnTo>
                    <a:pt x="266153" y="694423"/>
                  </a:lnTo>
                  <a:lnTo>
                    <a:pt x="232879" y="715175"/>
                  </a:lnTo>
                  <a:lnTo>
                    <a:pt x="197853" y="720763"/>
                  </a:lnTo>
                  <a:lnTo>
                    <a:pt x="197840" y="721207"/>
                  </a:lnTo>
                  <a:lnTo>
                    <a:pt x="119938" y="721207"/>
                  </a:lnTo>
                  <a:lnTo>
                    <a:pt x="109613" y="719112"/>
                  </a:lnTo>
                  <a:lnTo>
                    <a:pt x="101219" y="713460"/>
                  </a:lnTo>
                  <a:lnTo>
                    <a:pt x="95554" y="705065"/>
                  </a:lnTo>
                  <a:lnTo>
                    <a:pt x="93472" y="694778"/>
                  </a:lnTo>
                  <a:lnTo>
                    <a:pt x="93472" y="119888"/>
                  </a:lnTo>
                  <a:lnTo>
                    <a:pt x="95542" y="109613"/>
                  </a:lnTo>
                  <a:lnTo>
                    <a:pt x="101206" y="101219"/>
                  </a:lnTo>
                  <a:lnTo>
                    <a:pt x="109601" y="95554"/>
                  </a:lnTo>
                  <a:lnTo>
                    <a:pt x="119849" y="93472"/>
                  </a:lnTo>
                  <a:lnTo>
                    <a:pt x="197840" y="93472"/>
                  </a:lnTo>
                  <a:lnTo>
                    <a:pt x="197853" y="93891"/>
                  </a:lnTo>
                  <a:lnTo>
                    <a:pt x="215760" y="95059"/>
                  </a:lnTo>
                  <a:lnTo>
                    <a:pt x="263258" y="117576"/>
                  </a:lnTo>
                  <a:lnTo>
                    <a:pt x="288061" y="152095"/>
                  </a:lnTo>
                  <a:lnTo>
                    <a:pt x="294716" y="186690"/>
                  </a:lnTo>
                  <a:lnTo>
                    <a:pt x="287502" y="222465"/>
                  </a:lnTo>
                  <a:lnTo>
                    <a:pt x="266496" y="256489"/>
                  </a:lnTo>
                  <a:lnTo>
                    <a:pt x="143751" y="391388"/>
                  </a:lnTo>
                  <a:lnTo>
                    <a:pt x="139115" y="398919"/>
                  </a:lnTo>
                  <a:lnTo>
                    <a:pt x="137579" y="407327"/>
                  </a:lnTo>
                  <a:lnTo>
                    <a:pt x="139115" y="415747"/>
                  </a:lnTo>
                  <a:lnTo>
                    <a:pt x="143751" y="423278"/>
                  </a:lnTo>
                  <a:lnTo>
                    <a:pt x="265595" y="557199"/>
                  </a:lnTo>
                  <a:lnTo>
                    <a:pt x="266839" y="558520"/>
                  </a:lnTo>
                  <a:lnTo>
                    <a:pt x="287985" y="591578"/>
                  </a:lnTo>
                  <a:lnTo>
                    <a:pt x="295173" y="627202"/>
                  </a:lnTo>
                  <a:lnTo>
                    <a:pt x="295173" y="450786"/>
                  </a:lnTo>
                  <a:lnTo>
                    <a:pt x="255625" y="407327"/>
                  </a:lnTo>
                  <a:lnTo>
                    <a:pt x="333933" y="321259"/>
                  </a:lnTo>
                  <a:lnTo>
                    <a:pt x="335559" y="319493"/>
                  </a:lnTo>
                  <a:lnTo>
                    <a:pt x="365328" y="276758"/>
                  </a:lnTo>
                  <a:lnTo>
                    <a:pt x="382943" y="230835"/>
                  </a:lnTo>
                  <a:lnTo>
                    <a:pt x="388442" y="183680"/>
                  </a:lnTo>
                  <a:lnTo>
                    <a:pt x="381838" y="137248"/>
                  </a:lnTo>
                  <a:lnTo>
                    <a:pt x="363156" y="93472"/>
                  </a:lnTo>
                  <a:lnTo>
                    <a:pt x="449313" y="93472"/>
                  </a:lnTo>
                  <a:lnTo>
                    <a:pt x="449326" y="93891"/>
                  </a:lnTo>
                  <a:lnTo>
                    <a:pt x="467233" y="95059"/>
                  </a:lnTo>
                  <a:lnTo>
                    <a:pt x="484365" y="99491"/>
                  </a:lnTo>
                  <a:lnTo>
                    <a:pt x="517613" y="120218"/>
                  </a:lnTo>
                  <a:lnTo>
                    <a:pt x="539534" y="152095"/>
                  </a:lnTo>
                  <a:lnTo>
                    <a:pt x="546176" y="186690"/>
                  </a:lnTo>
                  <a:lnTo>
                    <a:pt x="538975" y="222465"/>
                  </a:lnTo>
                  <a:lnTo>
                    <a:pt x="517969" y="256489"/>
                  </a:lnTo>
                  <a:lnTo>
                    <a:pt x="396621" y="392722"/>
                  </a:lnTo>
                  <a:lnTo>
                    <a:pt x="392074" y="400304"/>
                  </a:lnTo>
                  <a:lnTo>
                    <a:pt x="390626" y="408762"/>
                  </a:lnTo>
                  <a:lnTo>
                    <a:pt x="392277" y="417169"/>
                  </a:lnTo>
                  <a:lnTo>
                    <a:pt x="397002" y="424649"/>
                  </a:lnTo>
                  <a:lnTo>
                    <a:pt x="674166" y="721207"/>
                  </a:lnTo>
                  <a:lnTo>
                    <a:pt x="674166" y="582866"/>
                  </a:lnTo>
                  <a:lnTo>
                    <a:pt x="508482" y="405815"/>
                  </a:lnTo>
                  <a:lnTo>
                    <a:pt x="585406" y="321259"/>
                  </a:lnTo>
                  <a:lnTo>
                    <a:pt x="587032" y="319493"/>
                  </a:lnTo>
                  <a:lnTo>
                    <a:pt x="616800" y="276758"/>
                  </a:lnTo>
                  <a:lnTo>
                    <a:pt x="634415" y="230835"/>
                  </a:lnTo>
                  <a:lnTo>
                    <a:pt x="639927" y="183680"/>
                  </a:lnTo>
                  <a:lnTo>
                    <a:pt x="633310" y="137248"/>
                  </a:lnTo>
                  <a:lnTo>
                    <a:pt x="614616" y="93472"/>
                  </a:lnTo>
                  <a:lnTo>
                    <a:pt x="694791" y="93472"/>
                  </a:lnTo>
                  <a:lnTo>
                    <a:pt x="705065" y="95554"/>
                  </a:lnTo>
                  <a:lnTo>
                    <a:pt x="713460" y="101219"/>
                  </a:lnTo>
                  <a:lnTo>
                    <a:pt x="719137" y="109613"/>
                  </a:lnTo>
                  <a:lnTo>
                    <a:pt x="721220" y="119888"/>
                  </a:lnTo>
                  <a:lnTo>
                    <a:pt x="721220" y="5346"/>
                  </a:lnTo>
                  <a:lnTo>
                    <a:pt x="694791" y="0"/>
                  </a:lnTo>
                  <a:lnTo>
                    <a:pt x="119849" y="0"/>
                  </a:lnTo>
                  <a:lnTo>
                    <a:pt x="73215" y="9423"/>
                  </a:lnTo>
                  <a:lnTo>
                    <a:pt x="35115" y="35115"/>
                  </a:lnTo>
                  <a:lnTo>
                    <a:pt x="9423" y="73228"/>
                  </a:lnTo>
                  <a:lnTo>
                    <a:pt x="0" y="119888"/>
                  </a:lnTo>
                  <a:lnTo>
                    <a:pt x="0" y="694778"/>
                  </a:lnTo>
                  <a:lnTo>
                    <a:pt x="9423" y="741451"/>
                  </a:lnTo>
                  <a:lnTo>
                    <a:pt x="35128" y="779551"/>
                  </a:lnTo>
                  <a:lnTo>
                    <a:pt x="73266" y="805256"/>
                  </a:lnTo>
                  <a:lnTo>
                    <a:pt x="119938" y="814679"/>
                  </a:lnTo>
                  <a:lnTo>
                    <a:pt x="694791" y="814679"/>
                  </a:lnTo>
                  <a:lnTo>
                    <a:pt x="741451" y="805256"/>
                  </a:lnTo>
                  <a:lnTo>
                    <a:pt x="779564" y="779551"/>
                  </a:lnTo>
                  <a:lnTo>
                    <a:pt x="805256" y="741451"/>
                  </a:lnTo>
                  <a:lnTo>
                    <a:pt x="814679" y="694778"/>
                  </a:lnTo>
                  <a:lnTo>
                    <a:pt x="814679" y="633120"/>
                  </a:lnTo>
                  <a:lnTo>
                    <a:pt x="814692" y="119888"/>
                  </a:lnTo>
                  <a:close/>
                </a:path>
                <a:path w="2474595" h="814704">
                  <a:moveTo>
                    <a:pt x="1482178" y="535317"/>
                  </a:moveTo>
                  <a:lnTo>
                    <a:pt x="1476222" y="486130"/>
                  </a:lnTo>
                  <a:lnTo>
                    <a:pt x="1458468" y="442747"/>
                  </a:lnTo>
                  <a:lnTo>
                    <a:pt x="1432547" y="406641"/>
                  </a:lnTo>
                  <a:lnTo>
                    <a:pt x="1402816" y="379907"/>
                  </a:lnTo>
                  <a:lnTo>
                    <a:pt x="1397939" y="376529"/>
                  </a:lnTo>
                  <a:lnTo>
                    <a:pt x="1397317" y="369557"/>
                  </a:lnTo>
                  <a:lnTo>
                    <a:pt x="1405648" y="361238"/>
                  </a:lnTo>
                  <a:lnTo>
                    <a:pt x="1410639" y="355777"/>
                  </a:lnTo>
                  <a:lnTo>
                    <a:pt x="1416342" y="349199"/>
                  </a:lnTo>
                  <a:lnTo>
                    <a:pt x="1418742" y="346240"/>
                  </a:lnTo>
                  <a:lnTo>
                    <a:pt x="1420380" y="344233"/>
                  </a:lnTo>
                  <a:lnTo>
                    <a:pt x="1441881" y="305168"/>
                  </a:lnTo>
                  <a:lnTo>
                    <a:pt x="1449654" y="265620"/>
                  </a:lnTo>
                  <a:lnTo>
                    <a:pt x="1449730" y="263588"/>
                  </a:lnTo>
                  <a:lnTo>
                    <a:pt x="1442796" y="212051"/>
                  </a:lnTo>
                  <a:lnTo>
                    <a:pt x="1421942" y="167208"/>
                  </a:lnTo>
                  <a:lnTo>
                    <a:pt x="1386420" y="131178"/>
                  </a:lnTo>
                  <a:lnTo>
                    <a:pt x="1379143" y="126504"/>
                  </a:lnTo>
                  <a:lnTo>
                    <a:pt x="1379143" y="533450"/>
                  </a:lnTo>
                  <a:lnTo>
                    <a:pt x="1377365" y="552246"/>
                  </a:lnTo>
                  <a:lnTo>
                    <a:pt x="1350911" y="600265"/>
                  </a:lnTo>
                  <a:lnTo>
                    <a:pt x="1314196" y="620991"/>
                  </a:lnTo>
                  <a:lnTo>
                    <a:pt x="1260652" y="627938"/>
                  </a:lnTo>
                  <a:lnTo>
                    <a:pt x="1123823" y="627938"/>
                  </a:lnTo>
                  <a:lnTo>
                    <a:pt x="1119568" y="623684"/>
                  </a:lnTo>
                  <a:lnTo>
                    <a:pt x="1119581" y="443826"/>
                  </a:lnTo>
                  <a:lnTo>
                    <a:pt x="1123823" y="439572"/>
                  </a:lnTo>
                  <a:lnTo>
                    <a:pt x="1274686" y="439572"/>
                  </a:lnTo>
                  <a:lnTo>
                    <a:pt x="1321130" y="446697"/>
                  </a:lnTo>
                  <a:lnTo>
                    <a:pt x="1354302" y="467969"/>
                  </a:lnTo>
                  <a:lnTo>
                    <a:pt x="1377594" y="515302"/>
                  </a:lnTo>
                  <a:lnTo>
                    <a:pt x="1379143" y="533450"/>
                  </a:lnTo>
                  <a:lnTo>
                    <a:pt x="1379143" y="126504"/>
                  </a:lnTo>
                  <a:lnTo>
                    <a:pt x="1371219" y="121412"/>
                  </a:lnTo>
                  <a:lnTo>
                    <a:pt x="1354416" y="112890"/>
                  </a:lnTo>
                  <a:lnTo>
                    <a:pt x="1346822" y="109905"/>
                  </a:lnTo>
                  <a:lnTo>
                    <a:pt x="1346822" y="265620"/>
                  </a:lnTo>
                  <a:lnTo>
                    <a:pt x="1346174" y="279552"/>
                  </a:lnTo>
                  <a:lnTo>
                    <a:pt x="1331544" y="323227"/>
                  </a:lnTo>
                  <a:lnTo>
                    <a:pt x="1313548" y="346240"/>
                  </a:lnTo>
                  <a:lnTo>
                    <a:pt x="1123823" y="346240"/>
                  </a:lnTo>
                  <a:lnTo>
                    <a:pt x="1119581" y="341985"/>
                  </a:lnTo>
                  <a:lnTo>
                    <a:pt x="1119581" y="188785"/>
                  </a:lnTo>
                  <a:lnTo>
                    <a:pt x="1123823" y="184518"/>
                  </a:lnTo>
                  <a:lnTo>
                    <a:pt x="1241298" y="184518"/>
                  </a:lnTo>
                  <a:lnTo>
                    <a:pt x="1284846" y="189179"/>
                  </a:lnTo>
                  <a:lnTo>
                    <a:pt x="1321739" y="207949"/>
                  </a:lnTo>
                  <a:lnTo>
                    <a:pt x="1345247" y="249453"/>
                  </a:lnTo>
                  <a:lnTo>
                    <a:pt x="1346822" y="265620"/>
                  </a:lnTo>
                  <a:lnTo>
                    <a:pt x="1346822" y="109905"/>
                  </a:lnTo>
                  <a:lnTo>
                    <a:pt x="1293850" y="95618"/>
                  </a:lnTo>
                  <a:lnTo>
                    <a:pt x="1245019" y="92252"/>
                  </a:lnTo>
                  <a:lnTo>
                    <a:pt x="1022286" y="92252"/>
                  </a:lnTo>
                  <a:lnTo>
                    <a:pt x="1018032" y="96507"/>
                  </a:lnTo>
                  <a:lnTo>
                    <a:pt x="1018032" y="718159"/>
                  </a:lnTo>
                  <a:lnTo>
                    <a:pt x="1022273" y="722426"/>
                  </a:lnTo>
                  <a:lnTo>
                    <a:pt x="1268196" y="722426"/>
                  </a:lnTo>
                  <a:lnTo>
                    <a:pt x="1319504" y="718718"/>
                  </a:lnTo>
                  <a:lnTo>
                    <a:pt x="1363726" y="707682"/>
                  </a:lnTo>
                  <a:lnTo>
                    <a:pt x="1400517" y="690333"/>
                  </a:lnTo>
                  <a:lnTo>
                    <a:pt x="1442631" y="654392"/>
                  </a:lnTo>
                  <a:lnTo>
                    <a:pt x="1460309" y="627938"/>
                  </a:lnTo>
                  <a:lnTo>
                    <a:pt x="1462151" y="624776"/>
                  </a:lnTo>
                  <a:lnTo>
                    <a:pt x="1469339" y="608482"/>
                  </a:lnTo>
                  <a:lnTo>
                    <a:pt x="1474952" y="591146"/>
                  </a:lnTo>
                  <a:lnTo>
                    <a:pt x="1478965" y="573138"/>
                  </a:lnTo>
                  <a:lnTo>
                    <a:pt x="1481378" y="554507"/>
                  </a:lnTo>
                  <a:lnTo>
                    <a:pt x="1482178" y="535317"/>
                  </a:lnTo>
                  <a:close/>
                </a:path>
                <a:path w="2474595" h="814704">
                  <a:moveTo>
                    <a:pt x="2151913" y="713752"/>
                  </a:moveTo>
                  <a:lnTo>
                    <a:pt x="1989467" y="482511"/>
                  </a:lnTo>
                  <a:lnTo>
                    <a:pt x="1989899" y="481304"/>
                  </a:lnTo>
                  <a:lnTo>
                    <a:pt x="1992223" y="474941"/>
                  </a:lnTo>
                  <a:lnTo>
                    <a:pt x="1998649" y="473278"/>
                  </a:lnTo>
                  <a:lnTo>
                    <a:pt x="2016696" y="467804"/>
                  </a:lnTo>
                  <a:lnTo>
                    <a:pt x="2063851" y="444461"/>
                  </a:lnTo>
                  <a:lnTo>
                    <a:pt x="2100427" y="412457"/>
                  </a:lnTo>
                  <a:lnTo>
                    <a:pt x="2126272" y="373926"/>
                  </a:lnTo>
                  <a:lnTo>
                    <a:pt x="2141283" y="329907"/>
                  </a:lnTo>
                  <a:lnTo>
                    <a:pt x="2146414" y="282143"/>
                  </a:lnTo>
                  <a:lnTo>
                    <a:pt x="2145550" y="261734"/>
                  </a:lnTo>
                  <a:lnTo>
                    <a:pt x="2138680" y="223304"/>
                  </a:lnTo>
                  <a:lnTo>
                    <a:pt x="2122513" y="184531"/>
                  </a:lnTo>
                  <a:lnTo>
                    <a:pt x="2115705" y="173228"/>
                  </a:lnTo>
                  <a:lnTo>
                    <a:pt x="2077491" y="134023"/>
                  </a:lnTo>
                  <a:lnTo>
                    <a:pt x="2043163" y="114363"/>
                  </a:lnTo>
                  <a:lnTo>
                    <a:pt x="2041042" y="113538"/>
                  </a:lnTo>
                  <a:lnTo>
                    <a:pt x="2041042" y="281305"/>
                  </a:lnTo>
                  <a:lnTo>
                    <a:pt x="2040636" y="291236"/>
                  </a:lnTo>
                  <a:lnTo>
                    <a:pt x="2030679" y="329907"/>
                  </a:lnTo>
                  <a:lnTo>
                    <a:pt x="2005787" y="361911"/>
                  </a:lnTo>
                  <a:lnTo>
                    <a:pt x="1965401" y="382714"/>
                  </a:lnTo>
                  <a:lnTo>
                    <a:pt x="1924380" y="387807"/>
                  </a:lnTo>
                  <a:lnTo>
                    <a:pt x="1788985" y="387807"/>
                  </a:lnTo>
                  <a:lnTo>
                    <a:pt x="1784731" y="383552"/>
                  </a:lnTo>
                  <a:lnTo>
                    <a:pt x="1784731" y="188772"/>
                  </a:lnTo>
                  <a:lnTo>
                    <a:pt x="1788985" y="184531"/>
                  </a:lnTo>
                  <a:lnTo>
                    <a:pt x="1935568" y="184531"/>
                  </a:lnTo>
                  <a:lnTo>
                    <a:pt x="1983663" y="195199"/>
                  </a:lnTo>
                  <a:lnTo>
                    <a:pt x="2023389" y="226822"/>
                  </a:lnTo>
                  <a:lnTo>
                    <a:pt x="2039073" y="261581"/>
                  </a:lnTo>
                  <a:lnTo>
                    <a:pt x="2041042" y="281305"/>
                  </a:lnTo>
                  <a:lnTo>
                    <a:pt x="2041042" y="113538"/>
                  </a:lnTo>
                  <a:lnTo>
                    <a:pt x="2001812" y="100330"/>
                  </a:lnTo>
                  <a:lnTo>
                    <a:pt x="1953425" y="93154"/>
                  </a:lnTo>
                  <a:lnTo>
                    <a:pt x="1926856" y="92252"/>
                  </a:lnTo>
                  <a:lnTo>
                    <a:pt x="1685099" y="92252"/>
                  </a:lnTo>
                  <a:lnTo>
                    <a:pt x="1680857" y="96520"/>
                  </a:lnTo>
                  <a:lnTo>
                    <a:pt x="1680845" y="718159"/>
                  </a:lnTo>
                  <a:lnTo>
                    <a:pt x="1685099" y="722426"/>
                  </a:lnTo>
                  <a:lnTo>
                    <a:pt x="1780463" y="722426"/>
                  </a:lnTo>
                  <a:lnTo>
                    <a:pt x="1784731" y="718159"/>
                  </a:lnTo>
                  <a:lnTo>
                    <a:pt x="1784731" y="485559"/>
                  </a:lnTo>
                  <a:lnTo>
                    <a:pt x="1788985" y="481304"/>
                  </a:lnTo>
                  <a:lnTo>
                    <a:pt x="1865858" y="481304"/>
                  </a:lnTo>
                  <a:lnTo>
                    <a:pt x="1868779" y="482815"/>
                  </a:lnTo>
                  <a:lnTo>
                    <a:pt x="2036140" y="720915"/>
                  </a:lnTo>
                  <a:lnTo>
                    <a:pt x="2039035" y="722426"/>
                  </a:lnTo>
                  <a:lnTo>
                    <a:pt x="2147405" y="722426"/>
                  </a:lnTo>
                  <a:lnTo>
                    <a:pt x="2151913" y="713752"/>
                  </a:lnTo>
                  <a:close/>
                </a:path>
                <a:path w="2474595" h="814704">
                  <a:moveTo>
                    <a:pt x="2474150" y="96697"/>
                  </a:moveTo>
                  <a:lnTo>
                    <a:pt x="2472423" y="96697"/>
                  </a:lnTo>
                  <a:lnTo>
                    <a:pt x="2472423" y="92887"/>
                  </a:lnTo>
                  <a:lnTo>
                    <a:pt x="2367864" y="92887"/>
                  </a:lnTo>
                  <a:lnTo>
                    <a:pt x="2367864" y="96697"/>
                  </a:lnTo>
                  <a:lnTo>
                    <a:pt x="2367864" y="101777"/>
                  </a:lnTo>
                  <a:lnTo>
                    <a:pt x="2367864" y="717727"/>
                  </a:lnTo>
                  <a:lnTo>
                    <a:pt x="2369959" y="717727"/>
                  </a:lnTo>
                  <a:lnTo>
                    <a:pt x="2369959" y="722807"/>
                  </a:lnTo>
                  <a:lnTo>
                    <a:pt x="2472055" y="722807"/>
                  </a:lnTo>
                  <a:lnTo>
                    <a:pt x="2472055" y="717727"/>
                  </a:lnTo>
                  <a:lnTo>
                    <a:pt x="2474150" y="717727"/>
                  </a:lnTo>
                  <a:lnTo>
                    <a:pt x="2474150" y="101777"/>
                  </a:lnTo>
                  <a:lnTo>
                    <a:pt x="2474150" y="96697"/>
                  </a:lnTo>
                  <a:close/>
                </a:path>
              </a:pathLst>
            </a:custGeom>
            <a:solidFill>
              <a:srgbClr val="0856C3"/>
            </a:solidFill>
          </p:spPr>
          <p:txBody>
            <a:bodyPr wrap="square" lIns="0" tIns="0" rIns="0" bIns="0" rtlCol="0"/>
            <a:lstStyle/>
            <a:p>
              <a:endParaRPr sz="1637"/>
            </a:p>
          </p:txBody>
        </p:sp>
        <p:sp>
          <p:nvSpPr>
            <p:cNvPr id="25" name="object 11"/>
            <p:cNvSpPr/>
            <p:nvPr/>
          </p:nvSpPr>
          <p:spPr>
            <a:xfrm>
              <a:off x="6125802" y="5231191"/>
              <a:ext cx="4643755" cy="1894839"/>
            </a:xfrm>
            <a:custGeom>
              <a:avLst/>
              <a:gdLst/>
              <a:ahLst/>
              <a:cxnLst/>
              <a:rect l="l" t="t" r="r" b="b"/>
              <a:pathLst>
                <a:path w="4643755" h="1894840">
                  <a:moveTo>
                    <a:pt x="4643146" y="1894361"/>
                  </a:moveTo>
                  <a:lnTo>
                    <a:pt x="0" y="1894361"/>
                  </a:lnTo>
                  <a:lnTo>
                    <a:pt x="0" y="0"/>
                  </a:lnTo>
                  <a:lnTo>
                    <a:pt x="4643146" y="0"/>
                  </a:lnTo>
                  <a:lnTo>
                    <a:pt x="4643146" y="1894361"/>
                  </a:lnTo>
                  <a:close/>
                </a:path>
              </a:pathLst>
            </a:custGeom>
            <a:ln w="3175">
              <a:solidFill>
                <a:srgbClr val="221F1F"/>
              </a:solidFill>
            </a:ln>
          </p:spPr>
          <p:txBody>
            <a:bodyPr wrap="square" lIns="0" tIns="0" rIns="0" bIns="0" rtlCol="0"/>
            <a:lstStyle/>
            <a:p>
              <a:endParaRPr sz="1637"/>
            </a:p>
          </p:txBody>
        </p:sp>
        <p:sp>
          <p:nvSpPr>
            <p:cNvPr id="26" name="object 12"/>
            <p:cNvSpPr/>
            <p:nvPr/>
          </p:nvSpPr>
          <p:spPr>
            <a:xfrm>
              <a:off x="6125794" y="5231186"/>
              <a:ext cx="294005" cy="294005"/>
            </a:xfrm>
            <a:custGeom>
              <a:avLst/>
              <a:gdLst/>
              <a:ahLst/>
              <a:cxnLst/>
              <a:rect l="l" t="t" r="r" b="b"/>
              <a:pathLst>
                <a:path w="294004" h="294004">
                  <a:moveTo>
                    <a:pt x="293547" y="21221"/>
                  </a:moveTo>
                  <a:lnTo>
                    <a:pt x="291985" y="13246"/>
                  </a:lnTo>
                  <a:lnTo>
                    <a:pt x="287337" y="6223"/>
                  </a:lnTo>
                  <a:lnTo>
                    <a:pt x="280327" y="1562"/>
                  </a:lnTo>
                  <a:lnTo>
                    <a:pt x="272338" y="0"/>
                  </a:lnTo>
                  <a:lnTo>
                    <a:pt x="264350" y="1562"/>
                  </a:lnTo>
                  <a:lnTo>
                    <a:pt x="257340" y="6223"/>
                  </a:lnTo>
                  <a:lnTo>
                    <a:pt x="146773" y="116789"/>
                  </a:lnTo>
                  <a:lnTo>
                    <a:pt x="36207" y="6223"/>
                  </a:lnTo>
                  <a:lnTo>
                    <a:pt x="29197" y="1562"/>
                  </a:lnTo>
                  <a:lnTo>
                    <a:pt x="21221" y="0"/>
                  </a:lnTo>
                  <a:lnTo>
                    <a:pt x="13233" y="1562"/>
                  </a:lnTo>
                  <a:lnTo>
                    <a:pt x="6223" y="6223"/>
                  </a:lnTo>
                  <a:lnTo>
                    <a:pt x="1562" y="13246"/>
                  </a:lnTo>
                  <a:lnTo>
                    <a:pt x="12" y="21221"/>
                  </a:lnTo>
                  <a:lnTo>
                    <a:pt x="1562" y="29197"/>
                  </a:lnTo>
                  <a:lnTo>
                    <a:pt x="6223" y="36207"/>
                  </a:lnTo>
                  <a:lnTo>
                    <a:pt x="116776" y="146786"/>
                  </a:lnTo>
                  <a:lnTo>
                    <a:pt x="6223" y="257340"/>
                  </a:lnTo>
                  <a:lnTo>
                    <a:pt x="1562" y="264350"/>
                  </a:lnTo>
                  <a:lnTo>
                    <a:pt x="0" y="272338"/>
                  </a:lnTo>
                  <a:lnTo>
                    <a:pt x="1562" y="280314"/>
                  </a:lnTo>
                  <a:lnTo>
                    <a:pt x="6223" y="287337"/>
                  </a:lnTo>
                  <a:lnTo>
                    <a:pt x="10363" y="291477"/>
                  </a:lnTo>
                  <a:lnTo>
                    <a:pt x="15786" y="293547"/>
                  </a:lnTo>
                  <a:lnTo>
                    <a:pt x="21221" y="293547"/>
                  </a:lnTo>
                  <a:lnTo>
                    <a:pt x="26644" y="293547"/>
                  </a:lnTo>
                  <a:lnTo>
                    <a:pt x="32067" y="291477"/>
                  </a:lnTo>
                  <a:lnTo>
                    <a:pt x="146773" y="176771"/>
                  </a:lnTo>
                  <a:lnTo>
                    <a:pt x="261480" y="291477"/>
                  </a:lnTo>
                  <a:lnTo>
                    <a:pt x="266915" y="293547"/>
                  </a:lnTo>
                  <a:lnTo>
                    <a:pt x="272338" y="293547"/>
                  </a:lnTo>
                  <a:lnTo>
                    <a:pt x="277761" y="293547"/>
                  </a:lnTo>
                  <a:lnTo>
                    <a:pt x="283197" y="291477"/>
                  </a:lnTo>
                  <a:lnTo>
                    <a:pt x="287337" y="287337"/>
                  </a:lnTo>
                  <a:lnTo>
                    <a:pt x="291998" y="280314"/>
                  </a:lnTo>
                  <a:lnTo>
                    <a:pt x="293547" y="272338"/>
                  </a:lnTo>
                  <a:lnTo>
                    <a:pt x="291998" y="264350"/>
                  </a:lnTo>
                  <a:lnTo>
                    <a:pt x="287337" y="257340"/>
                  </a:lnTo>
                  <a:lnTo>
                    <a:pt x="176758" y="146786"/>
                  </a:lnTo>
                  <a:lnTo>
                    <a:pt x="287337" y="36207"/>
                  </a:lnTo>
                  <a:lnTo>
                    <a:pt x="291985" y="29197"/>
                  </a:lnTo>
                  <a:lnTo>
                    <a:pt x="293547" y="21221"/>
                  </a:lnTo>
                  <a:close/>
                </a:path>
              </a:pathLst>
            </a:custGeom>
            <a:solidFill>
              <a:srgbClr val="AC1F27"/>
            </a:solidFill>
          </p:spPr>
          <p:txBody>
            <a:bodyPr wrap="square" lIns="0" tIns="0" rIns="0" bIns="0" rtlCol="0"/>
            <a:lstStyle/>
            <a:p>
              <a:endParaRPr sz="1637"/>
            </a:p>
          </p:txBody>
        </p:sp>
      </p:grpSp>
      <p:grpSp>
        <p:nvGrpSpPr>
          <p:cNvPr id="27" name="object 13"/>
          <p:cNvGrpSpPr/>
          <p:nvPr/>
        </p:nvGrpSpPr>
        <p:grpSpPr>
          <a:xfrm>
            <a:off x="10538191" y="1943100"/>
            <a:ext cx="4226276" cy="1725859"/>
            <a:chOff x="11584799" y="2651259"/>
            <a:chExt cx="4646295" cy="1897380"/>
          </a:xfrm>
        </p:grpSpPr>
        <p:sp>
          <p:nvSpPr>
            <p:cNvPr id="28" name="object 14"/>
            <p:cNvSpPr/>
            <p:nvPr/>
          </p:nvSpPr>
          <p:spPr>
            <a:xfrm>
              <a:off x="12917361" y="3184569"/>
              <a:ext cx="1814830" cy="814705"/>
            </a:xfrm>
            <a:custGeom>
              <a:avLst/>
              <a:gdLst/>
              <a:ahLst/>
              <a:cxnLst/>
              <a:rect l="l" t="t" r="r" b="b"/>
              <a:pathLst>
                <a:path w="1814830" h="814704">
                  <a:moveTo>
                    <a:pt x="679043" y="119900"/>
                  </a:moveTo>
                  <a:lnTo>
                    <a:pt x="674662" y="93903"/>
                  </a:lnTo>
                  <a:lnTo>
                    <a:pt x="674598" y="93484"/>
                  </a:lnTo>
                  <a:lnTo>
                    <a:pt x="671182" y="73228"/>
                  </a:lnTo>
                  <a:lnTo>
                    <a:pt x="649770" y="35128"/>
                  </a:lnTo>
                  <a:lnTo>
                    <a:pt x="618007" y="9423"/>
                  </a:lnTo>
                  <a:lnTo>
                    <a:pt x="601129" y="5346"/>
                  </a:lnTo>
                  <a:lnTo>
                    <a:pt x="601129" y="119900"/>
                  </a:lnTo>
                  <a:lnTo>
                    <a:pt x="601129" y="633133"/>
                  </a:lnTo>
                  <a:lnTo>
                    <a:pt x="561924" y="582879"/>
                  </a:lnTo>
                  <a:lnTo>
                    <a:pt x="561924" y="721207"/>
                  </a:lnTo>
                  <a:lnTo>
                    <a:pt x="302666" y="721207"/>
                  </a:lnTo>
                  <a:lnTo>
                    <a:pt x="318452" y="676770"/>
                  </a:lnTo>
                  <a:lnTo>
                    <a:pt x="323989" y="629678"/>
                  </a:lnTo>
                  <a:lnTo>
                    <a:pt x="319278" y="582129"/>
                  </a:lnTo>
                  <a:lnTo>
                    <a:pt x="304304" y="536282"/>
                  </a:lnTo>
                  <a:lnTo>
                    <a:pt x="279069" y="494347"/>
                  </a:lnTo>
                  <a:lnTo>
                    <a:pt x="246024" y="450799"/>
                  </a:lnTo>
                  <a:lnTo>
                    <a:pt x="246024" y="627214"/>
                  </a:lnTo>
                  <a:lnTo>
                    <a:pt x="240347" y="662139"/>
                  </a:lnTo>
                  <a:lnTo>
                    <a:pt x="220649" y="695794"/>
                  </a:lnTo>
                  <a:lnTo>
                    <a:pt x="179832" y="719632"/>
                  </a:lnTo>
                  <a:lnTo>
                    <a:pt x="164909" y="720775"/>
                  </a:lnTo>
                  <a:lnTo>
                    <a:pt x="164896" y="721207"/>
                  </a:lnTo>
                  <a:lnTo>
                    <a:pt x="99936" y="721207"/>
                  </a:lnTo>
                  <a:lnTo>
                    <a:pt x="91363" y="719137"/>
                  </a:lnTo>
                  <a:lnTo>
                    <a:pt x="84366" y="713473"/>
                  </a:lnTo>
                  <a:lnTo>
                    <a:pt x="79654" y="705078"/>
                  </a:lnTo>
                  <a:lnTo>
                    <a:pt x="77914" y="694791"/>
                  </a:lnTo>
                  <a:lnTo>
                    <a:pt x="77914" y="119900"/>
                  </a:lnTo>
                  <a:lnTo>
                    <a:pt x="79641" y="109626"/>
                  </a:lnTo>
                  <a:lnTo>
                    <a:pt x="84366" y="101231"/>
                  </a:lnTo>
                  <a:lnTo>
                    <a:pt x="91363" y="95554"/>
                  </a:lnTo>
                  <a:lnTo>
                    <a:pt x="99936" y="93484"/>
                  </a:lnTo>
                  <a:lnTo>
                    <a:pt x="164896" y="93484"/>
                  </a:lnTo>
                  <a:lnTo>
                    <a:pt x="164909" y="93903"/>
                  </a:lnTo>
                  <a:lnTo>
                    <a:pt x="179832" y="95072"/>
                  </a:lnTo>
                  <a:lnTo>
                    <a:pt x="219430" y="117589"/>
                  </a:lnTo>
                  <a:lnTo>
                    <a:pt x="240106" y="152120"/>
                  </a:lnTo>
                  <a:lnTo>
                    <a:pt x="245643" y="186702"/>
                  </a:lnTo>
                  <a:lnTo>
                    <a:pt x="239636" y="222478"/>
                  </a:lnTo>
                  <a:lnTo>
                    <a:pt x="222123" y="256514"/>
                  </a:lnTo>
                  <a:lnTo>
                    <a:pt x="119824" y="391401"/>
                  </a:lnTo>
                  <a:lnTo>
                    <a:pt x="115963" y="398932"/>
                  </a:lnTo>
                  <a:lnTo>
                    <a:pt x="114681" y="407352"/>
                  </a:lnTo>
                  <a:lnTo>
                    <a:pt x="115963" y="415772"/>
                  </a:lnTo>
                  <a:lnTo>
                    <a:pt x="119811" y="423291"/>
                  </a:lnTo>
                  <a:lnTo>
                    <a:pt x="221373" y="557212"/>
                  </a:lnTo>
                  <a:lnTo>
                    <a:pt x="222415" y="558533"/>
                  </a:lnTo>
                  <a:lnTo>
                    <a:pt x="240042" y="591591"/>
                  </a:lnTo>
                  <a:lnTo>
                    <a:pt x="246024" y="627214"/>
                  </a:lnTo>
                  <a:lnTo>
                    <a:pt x="246024" y="450799"/>
                  </a:lnTo>
                  <a:lnTo>
                    <a:pt x="213067" y="407352"/>
                  </a:lnTo>
                  <a:lnTo>
                    <a:pt x="278333" y="321271"/>
                  </a:lnTo>
                  <a:lnTo>
                    <a:pt x="279692" y="319519"/>
                  </a:lnTo>
                  <a:lnTo>
                    <a:pt x="304495" y="276771"/>
                  </a:lnTo>
                  <a:lnTo>
                    <a:pt x="319189" y="230847"/>
                  </a:lnTo>
                  <a:lnTo>
                    <a:pt x="323773" y="183692"/>
                  </a:lnTo>
                  <a:lnTo>
                    <a:pt x="318262" y="137248"/>
                  </a:lnTo>
                  <a:lnTo>
                    <a:pt x="302691" y="93484"/>
                  </a:lnTo>
                  <a:lnTo>
                    <a:pt x="374510" y="93484"/>
                  </a:lnTo>
                  <a:lnTo>
                    <a:pt x="374510" y="93903"/>
                  </a:lnTo>
                  <a:lnTo>
                    <a:pt x="389445" y="95072"/>
                  </a:lnTo>
                  <a:lnTo>
                    <a:pt x="403720" y="99504"/>
                  </a:lnTo>
                  <a:lnTo>
                    <a:pt x="449694" y="152120"/>
                  </a:lnTo>
                  <a:lnTo>
                    <a:pt x="455244" y="186702"/>
                  </a:lnTo>
                  <a:lnTo>
                    <a:pt x="449237" y="222478"/>
                  </a:lnTo>
                  <a:lnTo>
                    <a:pt x="431723" y="256514"/>
                  </a:lnTo>
                  <a:lnTo>
                    <a:pt x="330593" y="392734"/>
                  </a:lnTo>
                  <a:lnTo>
                    <a:pt x="326796" y="400329"/>
                  </a:lnTo>
                  <a:lnTo>
                    <a:pt x="325589" y="408774"/>
                  </a:lnTo>
                  <a:lnTo>
                    <a:pt x="326961" y="417182"/>
                  </a:lnTo>
                  <a:lnTo>
                    <a:pt x="330911" y="424662"/>
                  </a:lnTo>
                  <a:lnTo>
                    <a:pt x="561924" y="721207"/>
                  </a:lnTo>
                  <a:lnTo>
                    <a:pt x="561924" y="582879"/>
                  </a:lnTo>
                  <a:lnTo>
                    <a:pt x="423811" y="405828"/>
                  </a:lnTo>
                  <a:lnTo>
                    <a:pt x="487934" y="321271"/>
                  </a:lnTo>
                  <a:lnTo>
                    <a:pt x="489292" y="319519"/>
                  </a:lnTo>
                  <a:lnTo>
                    <a:pt x="514108" y="276771"/>
                  </a:lnTo>
                  <a:lnTo>
                    <a:pt x="528789" y="230847"/>
                  </a:lnTo>
                  <a:lnTo>
                    <a:pt x="533374" y="183692"/>
                  </a:lnTo>
                  <a:lnTo>
                    <a:pt x="527875" y="137248"/>
                  </a:lnTo>
                  <a:lnTo>
                    <a:pt x="512292" y="93484"/>
                  </a:lnTo>
                  <a:lnTo>
                    <a:pt x="579107" y="93484"/>
                  </a:lnTo>
                  <a:lnTo>
                    <a:pt x="587667" y="95554"/>
                  </a:lnTo>
                  <a:lnTo>
                    <a:pt x="594677" y="101231"/>
                  </a:lnTo>
                  <a:lnTo>
                    <a:pt x="599389" y="109626"/>
                  </a:lnTo>
                  <a:lnTo>
                    <a:pt x="601129" y="119900"/>
                  </a:lnTo>
                  <a:lnTo>
                    <a:pt x="601129" y="5346"/>
                  </a:lnTo>
                  <a:lnTo>
                    <a:pt x="579107" y="0"/>
                  </a:lnTo>
                  <a:lnTo>
                    <a:pt x="99936" y="0"/>
                  </a:lnTo>
                  <a:lnTo>
                    <a:pt x="61036" y="9423"/>
                  </a:lnTo>
                  <a:lnTo>
                    <a:pt x="29273" y="35128"/>
                  </a:lnTo>
                  <a:lnTo>
                    <a:pt x="7861" y="73228"/>
                  </a:lnTo>
                  <a:lnTo>
                    <a:pt x="0" y="119900"/>
                  </a:lnTo>
                  <a:lnTo>
                    <a:pt x="0" y="694791"/>
                  </a:lnTo>
                  <a:lnTo>
                    <a:pt x="7861" y="741464"/>
                  </a:lnTo>
                  <a:lnTo>
                    <a:pt x="29273" y="779564"/>
                  </a:lnTo>
                  <a:lnTo>
                    <a:pt x="61036" y="805256"/>
                  </a:lnTo>
                  <a:lnTo>
                    <a:pt x="99936" y="814679"/>
                  </a:lnTo>
                  <a:lnTo>
                    <a:pt x="579107" y="814679"/>
                  </a:lnTo>
                  <a:lnTo>
                    <a:pt x="618007" y="805256"/>
                  </a:lnTo>
                  <a:lnTo>
                    <a:pt x="649770" y="779564"/>
                  </a:lnTo>
                  <a:lnTo>
                    <a:pt x="671182" y="741464"/>
                  </a:lnTo>
                  <a:lnTo>
                    <a:pt x="679043" y="694791"/>
                  </a:lnTo>
                  <a:lnTo>
                    <a:pt x="679043" y="633133"/>
                  </a:lnTo>
                  <a:lnTo>
                    <a:pt x="679043" y="119900"/>
                  </a:lnTo>
                  <a:close/>
                </a:path>
                <a:path w="1814830" h="814704">
                  <a:moveTo>
                    <a:pt x="1235405" y="535330"/>
                  </a:moveTo>
                  <a:lnTo>
                    <a:pt x="1230439" y="486143"/>
                  </a:lnTo>
                  <a:lnTo>
                    <a:pt x="1215631" y="442747"/>
                  </a:lnTo>
                  <a:lnTo>
                    <a:pt x="1213916" y="439585"/>
                  </a:lnTo>
                  <a:lnTo>
                    <a:pt x="1205242" y="423557"/>
                  </a:lnTo>
                  <a:lnTo>
                    <a:pt x="1194028" y="406654"/>
                  </a:lnTo>
                  <a:lnTo>
                    <a:pt x="1182014" y="392087"/>
                  </a:lnTo>
                  <a:lnTo>
                    <a:pt x="1169238" y="379920"/>
                  </a:lnTo>
                  <a:lnTo>
                    <a:pt x="1165186" y="376529"/>
                  </a:lnTo>
                  <a:lnTo>
                    <a:pt x="1164666" y="369570"/>
                  </a:lnTo>
                  <a:lnTo>
                    <a:pt x="1187183" y="338810"/>
                  </a:lnTo>
                  <a:lnTo>
                    <a:pt x="1204087" y="297294"/>
                  </a:lnTo>
                  <a:lnTo>
                    <a:pt x="1208290" y="265620"/>
                  </a:lnTo>
                  <a:lnTo>
                    <a:pt x="1208354" y="263588"/>
                  </a:lnTo>
                  <a:lnTo>
                    <a:pt x="1202563" y="212064"/>
                  </a:lnTo>
                  <a:lnTo>
                    <a:pt x="1185189" y="167220"/>
                  </a:lnTo>
                  <a:lnTo>
                    <a:pt x="1155585" y="131191"/>
                  </a:lnTo>
                  <a:lnTo>
                    <a:pt x="1149527" y="126530"/>
                  </a:lnTo>
                  <a:lnTo>
                    <a:pt x="1149527" y="533463"/>
                  </a:lnTo>
                  <a:lnTo>
                    <a:pt x="1148041" y="552246"/>
                  </a:lnTo>
                  <a:lnTo>
                    <a:pt x="1125982" y="600278"/>
                  </a:lnTo>
                  <a:lnTo>
                    <a:pt x="1074788" y="626211"/>
                  </a:lnTo>
                  <a:lnTo>
                    <a:pt x="1050759" y="627951"/>
                  </a:lnTo>
                  <a:lnTo>
                    <a:pt x="936713" y="627951"/>
                  </a:lnTo>
                  <a:lnTo>
                    <a:pt x="933170" y="623697"/>
                  </a:lnTo>
                  <a:lnTo>
                    <a:pt x="933170" y="443826"/>
                  </a:lnTo>
                  <a:lnTo>
                    <a:pt x="936713" y="439585"/>
                  </a:lnTo>
                  <a:lnTo>
                    <a:pt x="1062443" y="439585"/>
                  </a:lnTo>
                  <a:lnTo>
                    <a:pt x="1101166" y="446709"/>
                  </a:lnTo>
                  <a:lnTo>
                    <a:pt x="1137856" y="482511"/>
                  </a:lnTo>
                  <a:lnTo>
                    <a:pt x="1149527" y="533463"/>
                  </a:lnTo>
                  <a:lnTo>
                    <a:pt x="1149527" y="126530"/>
                  </a:lnTo>
                  <a:lnTo>
                    <a:pt x="1142911" y="121424"/>
                  </a:lnTo>
                  <a:lnTo>
                    <a:pt x="1128903" y="112903"/>
                  </a:lnTo>
                  <a:lnTo>
                    <a:pt x="1122578" y="109918"/>
                  </a:lnTo>
                  <a:lnTo>
                    <a:pt x="1122578" y="265620"/>
                  </a:lnTo>
                  <a:lnTo>
                    <a:pt x="1122045" y="279565"/>
                  </a:lnTo>
                  <a:lnTo>
                    <a:pt x="1109840" y="323227"/>
                  </a:lnTo>
                  <a:lnTo>
                    <a:pt x="1094841" y="346252"/>
                  </a:lnTo>
                  <a:lnTo>
                    <a:pt x="936713" y="346252"/>
                  </a:lnTo>
                  <a:lnTo>
                    <a:pt x="933170" y="341985"/>
                  </a:lnTo>
                  <a:lnTo>
                    <a:pt x="933170" y="188785"/>
                  </a:lnTo>
                  <a:lnTo>
                    <a:pt x="936713" y="184531"/>
                  </a:lnTo>
                  <a:lnTo>
                    <a:pt x="1034630" y="184531"/>
                  </a:lnTo>
                  <a:lnTo>
                    <a:pt x="1080808" y="192786"/>
                  </a:lnTo>
                  <a:lnTo>
                    <a:pt x="1110792" y="220573"/>
                  </a:lnTo>
                  <a:lnTo>
                    <a:pt x="1122578" y="265620"/>
                  </a:lnTo>
                  <a:lnTo>
                    <a:pt x="1122578" y="109918"/>
                  </a:lnTo>
                  <a:lnTo>
                    <a:pt x="1078420" y="95631"/>
                  </a:lnTo>
                  <a:lnTo>
                    <a:pt x="1037729" y="92265"/>
                  </a:lnTo>
                  <a:lnTo>
                    <a:pt x="852081" y="92265"/>
                  </a:lnTo>
                  <a:lnTo>
                    <a:pt x="848525" y="96520"/>
                  </a:lnTo>
                  <a:lnTo>
                    <a:pt x="848525" y="718172"/>
                  </a:lnTo>
                  <a:lnTo>
                    <a:pt x="852081" y="722426"/>
                  </a:lnTo>
                  <a:lnTo>
                    <a:pt x="1057046" y="722426"/>
                  </a:lnTo>
                  <a:lnTo>
                    <a:pt x="1099807" y="718731"/>
                  </a:lnTo>
                  <a:lnTo>
                    <a:pt x="1136662" y="707682"/>
                  </a:lnTo>
                  <a:lnTo>
                    <a:pt x="1180528" y="679627"/>
                  </a:lnTo>
                  <a:lnTo>
                    <a:pt x="1211275" y="640105"/>
                  </a:lnTo>
                  <a:lnTo>
                    <a:pt x="1217168" y="627951"/>
                  </a:lnTo>
                  <a:lnTo>
                    <a:pt x="1218704" y="624789"/>
                  </a:lnTo>
                  <a:lnTo>
                    <a:pt x="1224699" y="608482"/>
                  </a:lnTo>
                  <a:lnTo>
                    <a:pt x="1229372" y="591159"/>
                  </a:lnTo>
                  <a:lnTo>
                    <a:pt x="1232712" y="573151"/>
                  </a:lnTo>
                  <a:lnTo>
                    <a:pt x="1234732" y="554507"/>
                  </a:lnTo>
                  <a:lnTo>
                    <a:pt x="1235405" y="535330"/>
                  </a:lnTo>
                  <a:close/>
                </a:path>
                <a:path w="1814830" h="814704">
                  <a:moveTo>
                    <a:pt x="1661363" y="713752"/>
                  </a:moveTo>
                  <a:lnTo>
                    <a:pt x="1525955" y="482511"/>
                  </a:lnTo>
                  <a:lnTo>
                    <a:pt x="1526324" y="481304"/>
                  </a:lnTo>
                  <a:lnTo>
                    <a:pt x="1528267" y="474954"/>
                  </a:lnTo>
                  <a:lnTo>
                    <a:pt x="1533601" y="473278"/>
                  </a:lnTo>
                  <a:lnTo>
                    <a:pt x="1548650" y="467817"/>
                  </a:lnTo>
                  <a:lnTo>
                    <a:pt x="1587944" y="444474"/>
                  </a:lnTo>
                  <a:lnTo>
                    <a:pt x="1618437" y="412457"/>
                  </a:lnTo>
                  <a:lnTo>
                    <a:pt x="1639989" y="373926"/>
                  </a:lnTo>
                  <a:lnTo>
                    <a:pt x="1652498" y="329907"/>
                  </a:lnTo>
                  <a:lnTo>
                    <a:pt x="1652600" y="329450"/>
                  </a:lnTo>
                  <a:lnTo>
                    <a:pt x="1654911" y="313817"/>
                  </a:lnTo>
                  <a:lnTo>
                    <a:pt x="1656308" y="298018"/>
                  </a:lnTo>
                  <a:lnTo>
                    <a:pt x="1656778" y="282143"/>
                  </a:lnTo>
                  <a:lnTo>
                    <a:pt x="1656054" y="261747"/>
                  </a:lnTo>
                  <a:lnTo>
                    <a:pt x="1650326" y="223304"/>
                  </a:lnTo>
                  <a:lnTo>
                    <a:pt x="1636852" y="184531"/>
                  </a:lnTo>
                  <a:lnTo>
                    <a:pt x="1611401" y="145859"/>
                  </a:lnTo>
                  <a:lnTo>
                    <a:pt x="1570710" y="114363"/>
                  </a:lnTo>
                  <a:lnTo>
                    <a:pt x="1568945" y="113538"/>
                  </a:lnTo>
                  <a:lnTo>
                    <a:pt x="1568945" y="281317"/>
                  </a:lnTo>
                  <a:lnTo>
                    <a:pt x="1568602" y="291236"/>
                  </a:lnTo>
                  <a:lnTo>
                    <a:pt x="1560309" y="329907"/>
                  </a:lnTo>
                  <a:lnTo>
                    <a:pt x="1539570" y="361924"/>
                  </a:lnTo>
                  <a:lnTo>
                    <a:pt x="1505902" y="382727"/>
                  </a:lnTo>
                  <a:lnTo>
                    <a:pt x="1471714" y="387819"/>
                  </a:lnTo>
                  <a:lnTo>
                    <a:pt x="1358861" y="387819"/>
                  </a:lnTo>
                  <a:lnTo>
                    <a:pt x="1355305" y="383552"/>
                  </a:lnTo>
                  <a:lnTo>
                    <a:pt x="1355305" y="188785"/>
                  </a:lnTo>
                  <a:lnTo>
                    <a:pt x="1358861" y="184531"/>
                  </a:lnTo>
                  <a:lnTo>
                    <a:pt x="1481035" y="184531"/>
                  </a:lnTo>
                  <a:lnTo>
                    <a:pt x="1521117" y="195199"/>
                  </a:lnTo>
                  <a:lnTo>
                    <a:pt x="1554226" y="226834"/>
                  </a:lnTo>
                  <a:lnTo>
                    <a:pt x="1568945" y="281317"/>
                  </a:lnTo>
                  <a:lnTo>
                    <a:pt x="1568945" y="113538"/>
                  </a:lnTo>
                  <a:lnTo>
                    <a:pt x="1516761" y="95859"/>
                  </a:lnTo>
                  <a:lnTo>
                    <a:pt x="1473771" y="92265"/>
                  </a:lnTo>
                  <a:lnTo>
                    <a:pt x="1272273" y="92265"/>
                  </a:lnTo>
                  <a:lnTo>
                    <a:pt x="1268730" y="96520"/>
                  </a:lnTo>
                  <a:lnTo>
                    <a:pt x="1268730" y="718172"/>
                  </a:lnTo>
                  <a:lnTo>
                    <a:pt x="1272273" y="722426"/>
                  </a:lnTo>
                  <a:lnTo>
                    <a:pt x="1351762" y="722426"/>
                  </a:lnTo>
                  <a:lnTo>
                    <a:pt x="1355305" y="718172"/>
                  </a:lnTo>
                  <a:lnTo>
                    <a:pt x="1355305" y="485559"/>
                  </a:lnTo>
                  <a:lnTo>
                    <a:pt x="1358861" y="481304"/>
                  </a:lnTo>
                  <a:lnTo>
                    <a:pt x="1422946" y="481304"/>
                  </a:lnTo>
                  <a:lnTo>
                    <a:pt x="1425359" y="482815"/>
                  </a:lnTo>
                  <a:lnTo>
                    <a:pt x="1564868" y="720928"/>
                  </a:lnTo>
                  <a:lnTo>
                    <a:pt x="1567281" y="722426"/>
                  </a:lnTo>
                  <a:lnTo>
                    <a:pt x="1657604" y="722426"/>
                  </a:lnTo>
                  <a:lnTo>
                    <a:pt x="1661363" y="713752"/>
                  </a:lnTo>
                  <a:close/>
                </a:path>
                <a:path w="1814830" h="814704">
                  <a:moveTo>
                    <a:pt x="1814207" y="96697"/>
                  </a:moveTo>
                  <a:lnTo>
                    <a:pt x="1812759" y="96697"/>
                  </a:lnTo>
                  <a:lnTo>
                    <a:pt x="1812759" y="92887"/>
                  </a:lnTo>
                  <a:lnTo>
                    <a:pt x="1725612" y="92887"/>
                  </a:lnTo>
                  <a:lnTo>
                    <a:pt x="1725612" y="96697"/>
                  </a:lnTo>
                  <a:lnTo>
                    <a:pt x="1725612" y="101777"/>
                  </a:lnTo>
                  <a:lnTo>
                    <a:pt x="1725612" y="717727"/>
                  </a:lnTo>
                  <a:lnTo>
                    <a:pt x="1727365" y="717727"/>
                  </a:lnTo>
                  <a:lnTo>
                    <a:pt x="1727365" y="722807"/>
                  </a:lnTo>
                  <a:lnTo>
                    <a:pt x="1812455" y="722807"/>
                  </a:lnTo>
                  <a:lnTo>
                    <a:pt x="1812455" y="717727"/>
                  </a:lnTo>
                  <a:lnTo>
                    <a:pt x="1814207" y="717727"/>
                  </a:lnTo>
                  <a:lnTo>
                    <a:pt x="1814207" y="101777"/>
                  </a:lnTo>
                  <a:lnTo>
                    <a:pt x="1814207" y="96697"/>
                  </a:lnTo>
                  <a:close/>
                </a:path>
              </a:pathLst>
            </a:custGeom>
            <a:solidFill>
              <a:srgbClr val="0856C3"/>
            </a:solidFill>
          </p:spPr>
          <p:txBody>
            <a:bodyPr wrap="square" lIns="0" tIns="0" rIns="0" bIns="0" rtlCol="0"/>
            <a:lstStyle/>
            <a:p>
              <a:endParaRPr sz="1637"/>
            </a:p>
          </p:txBody>
        </p:sp>
        <p:sp>
          <p:nvSpPr>
            <p:cNvPr id="29" name="object 15"/>
            <p:cNvSpPr/>
            <p:nvPr/>
          </p:nvSpPr>
          <p:spPr>
            <a:xfrm>
              <a:off x="11586107" y="2652568"/>
              <a:ext cx="4643755" cy="1894839"/>
            </a:xfrm>
            <a:custGeom>
              <a:avLst/>
              <a:gdLst/>
              <a:ahLst/>
              <a:cxnLst/>
              <a:rect l="l" t="t" r="r" b="b"/>
              <a:pathLst>
                <a:path w="4643755" h="1894839">
                  <a:moveTo>
                    <a:pt x="4643146" y="1894361"/>
                  </a:moveTo>
                  <a:lnTo>
                    <a:pt x="0" y="1894361"/>
                  </a:lnTo>
                  <a:lnTo>
                    <a:pt x="0" y="0"/>
                  </a:lnTo>
                  <a:lnTo>
                    <a:pt x="4643146" y="0"/>
                  </a:lnTo>
                  <a:lnTo>
                    <a:pt x="4643146" y="1894361"/>
                  </a:lnTo>
                  <a:close/>
                </a:path>
              </a:pathLst>
            </a:custGeom>
            <a:ln w="3175">
              <a:solidFill>
                <a:srgbClr val="221F1F"/>
              </a:solidFill>
            </a:ln>
          </p:spPr>
          <p:txBody>
            <a:bodyPr wrap="square" lIns="0" tIns="0" rIns="0" bIns="0" rtlCol="0"/>
            <a:lstStyle/>
            <a:p>
              <a:endParaRPr sz="1637"/>
            </a:p>
          </p:txBody>
        </p:sp>
        <p:sp>
          <p:nvSpPr>
            <p:cNvPr id="30" name="object 16"/>
            <p:cNvSpPr/>
            <p:nvPr/>
          </p:nvSpPr>
          <p:spPr>
            <a:xfrm>
              <a:off x="11586096" y="2652578"/>
              <a:ext cx="294005" cy="294005"/>
            </a:xfrm>
            <a:custGeom>
              <a:avLst/>
              <a:gdLst/>
              <a:ahLst/>
              <a:cxnLst/>
              <a:rect l="l" t="t" r="r" b="b"/>
              <a:pathLst>
                <a:path w="294004" h="294005">
                  <a:moveTo>
                    <a:pt x="293547" y="21209"/>
                  </a:moveTo>
                  <a:lnTo>
                    <a:pt x="291998" y="13233"/>
                  </a:lnTo>
                  <a:lnTo>
                    <a:pt x="287324" y="6210"/>
                  </a:lnTo>
                  <a:lnTo>
                    <a:pt x="280314" y="1549"/>
                  </a:lnTo>
                  <a:lnTo>
                    <a:pt x="272338" y="0"/>
                  </a:lnTo>
                  <a:lnTo>
                    <a:pt x="264350" y="1549"/>
                  </a:lnTo>
                  <a:lnTo>
                    <a:pt x="257340" y="6210"/>
                  </a:lnTo>
                  <a:lnTo>
                    <a:pt x="146773" y="116776"/>
                  </a:lnTo>
                  <a:lnTo>
                    <a:pt x="36207" y="6210"/>
                  </a:lnTo>
                  <a:lnTo>
                    <a:pt x="29197" y="1549"/>
                  </a:lnTo>
                  <a:lnTo>
                    <a:pt x="21209" y="0"/>
                  </a:lnTo>
                  <a:lnTo>
                    <a:pt x="13233" y="1549"/>
                  </a:lnTo>
                  <a:lnTo>
                    <a:pt x="6210" y="6210"/>
                  </a:lnTo>
                  <a:lnTo>
                    <a:pt x="1562" y="13233"/>
                  </a:lnTo>
                  <a:lnTo>
                    <a:pt x="0" y="21209"/>
                  </a:lnTo>
                  <a:lnTo>
                    <a:pt x="1562" y="29184"/>
                  </a:lnTo>
                  <a:lnTo>
                    <a:pt x="6210" y="36207"/>
                  </a:lnTo>
                  <a:lnTo>
                    <a:pt x="116776" y="146773"/>
                  </a:lnTo>
                  <a:lnTo>
                    <a:pt x="6223" y="257327"/>
                  </a:lnTo>
                  <a:lnTo>
                    <a:pt x="1549" y="264350"/>
                  </a:lnTo>
                  <a:lnTo>
                    <a:pt x="0" y="272326"/>
                  </a:lnTo>
                  <a:lnTo>
                    <a:pt x="1549" y="280301"/>
                  </a:lnTo>
                  <a:lnTo>
                    <a:pt x="6223" y="287312"/>
                  </a:lnTo>
                  <a:lnTo>
                    <a:pt x="10350" y="291465"/>
                  </a:lnTo>
                  <a:lnTo>
                    <a:pt x="15786" y="293535"/>
                  </a:lnTo>
                  <a:lnTo>
                    <a:pt x="21209" y="293535"/>
                  </a:lnTo>
                  <a:lnTo>
                    <a:pt x="26631" y="293535"/>
                  </a:lnTo>
                  <a:lnTo>
                    <a:pt x="32067" y="291465"/>
                  </a:lnTo>
                  <a:lnTo>
                    <a:pt x="146761" y="176771"/>
                  </a:lnTo>
                  <a:lnTo>
                    <a:pt x="261480" y="291465"/>
                  </a:lnTo>
                  <a:lnTo>
                    <a:pt x="266915" y="293535"/>
                  </a:lnTo>
                  <a:lnTo>
                    <a:pt x="272338" y="293535"/>
                  </a:lnTo>
                  <a:lnTo>
                    <a:pt x="277761" y="293535"/>
                  </a:lnTo>
                  <a:lnTo>
                    <a:pt x="283197" y="291465"/>
                  </a:lnTo>
                  <a:lnTo>
                    <a:pt x="287324" y="287312"/>
                  </a:lnTo>
                  <a:lnTo>
                    <a:pt x="291998" y="280301"/>
                  </a:lnTo>
                  <a:lnTo>
                    <a:pt x="293547" y="272326"/>
                  </a:lnTo>
                  <a:lnTo>
                    <a:pt x="291998" y="264350"/>
                  </a:lnTo>
                  <a:lnTo>
                    <a:pt x="287324" y="257327"/>
                  </a:lnTo>
                  <a:lnTo>
                    <a:pt x="176758" y="146773"/>
                  </a:lnTo>
                  <a:lnTo>
                    <a:pt x="287324" y="36207"/>
                  </a:lnTo>
                  <a:lnTo>
                    <a:pt x="291998" y="29184"/>
                  </a:lnTo>
                  <a:lnTo>
                    <a:pt x="293547" y="21209"/>
                  </a:lnTo>
                  <a:close/>
                </a:path>
              </a:pathLst>
            </a:custGeom>
            <a:solidFill>
              <a:srgbClr val="AC1F27"/>
            </a:solidFill>
          </p:spPr>
          <p:txBody>
            <a:bodyPr wrap="square" lIns="0" tIns="0" rIns="0" bIns="0" rtlCol="0"/>
            <a:lstStyle/>
            <a:p>
              <a:endParaRPr sz="1637"/>
            </a:p>
          </p:txBody>
        </p:sp>
      </p:grpSp>
      <p:grpSp>
        <p:nvGrpSpPr>
          <p:cNvPr id="31" name="object 17"/>
          <p:cNvGrpSpPr/>
          <p:nvPr/>
        </p:nvGrpSpPr>
        <p:grpSpPr>
          <a:xfrm>
            <a:off x="10538191" y="4288619"/>
            <a:ext cx="4226276" cy="1725859"/>
            <a:chOff x="11584799" y="5229882"/>
            <a:chExt cx="4646295" cy="1897380"/>
          </a:xfrm>
        </p:grpSpPr>
        <p:sp>
          <p:nvSpPr>
            <p:cNvPr id="32" name="object 18"/>
            <p:cNvSpPr/>
            <p:nvPr/>
          </p:nvSpPr>
          <p:spPr>
            <a:xfrm>
              <a:off x="12736157" y="5786938"/>
              <a:ext cx="2176780" cy="814705"/>
            </a:xfrm>
            <a:custGeom>
              <a:avLst/>
              <a:gdLst/>
              <a:ahLst/>
              <a:cxnLst/>
              <a:rect l="l" t="t" r="r" b="b"/>
              <a:pathLst>
                <a:path w="2176780" h="814704">
                  <a:moveTo>
                    <a:pt x="814692" y="119888"/>
                  </a:moveTo>
                  <a:lnTo>
                    <a:pt x="809434" y="93891"/>
                  </a:lnTo>
                  <a:lnTo>
                    <a:pt x="809358" y="93472"/>
                  </a:lnTo>
                  <a:lnTo>
                    <a:pt x="805268" y="73215"/>
                  </a:lnTo>
                  <a:lnTo>
                    <a:pt x="779576" y="35115"/>
                  </a:lnTo>
                  <a:lnTo>
                    <a:pt x="741464" y="9423"/>
                  </a:lnTo>
                  <a:lnTo>
                    <a:pt x="721220" y="5346"/>
                  </a:lnTo>
                  <a:lnTo>
                    <a:pt x="721220" y="119888"/>
                  </a:lnTo>
                  <a:lnTo>
                    <a:pt x="721207" y="633120"/>
                  </a:lnTo>
                  <a:lnTo>
                    <a:pt x="674166" y="582853"/>
                  </a:lnTo>
                  <a:lnTo>
                    <a:pt x="674166" y="721194"/>
                  </a:lnTo>
                  <a:lnTo>
                    <a:pt x="363105" y="721194"/>
                  </a:lnTo>
                  <a:lnTo>
                    <a:pt x="382054" y="676744"/>
                  </a:lnTo>
                  <a:lnTo>
                    <a:pt x="388708" y="629653"/>
                  </a:lnTo>
                  <a:lnTo>
                    <a:pt x="383057" y="582104"/>
                  </a:lnTo>
                  <a:lnTo>
                    <a:pt x="365099" y="536270"/>
                  </a:lnTo>
                  <a:lnTo>
                    <a:pt x="334810" y="494322"/>
                  </a:lnTo>
                  <a:lnTo>
                    <a:pt x="295173" y="450786"/>
                  </a:lnTo>
                  <a:lnTo>
                    <a:pt x="295173" y="627202"/>
                  </a:lnTo>
                  <a:lnTo>
                    <a:pt x="288353" y="662127"/>
                  </a:lnTo>
                  <a:lnTo>
                    <a:pt x="266153" y="694423"/>
                  </a:lnTo>
                  <a:lnTo>
                    <a:pt x="232879" y="715175"/>
                  </a:lnTo>
                  <a:lnTo>
                    <a:pt x="197853" y="720763"/>
                  </a:lnTo>
                  <a:lnTo>
                    <a:pt x="197840" y="721194"/>
                  </a:lnTo>
                  <a:lnTo>
                    <a:pt x="119951" y="721194"/>
                  </a:lnTo>
                  <a:lnTo>
                    <a:pt x="109613" y="719112"/>
                  </a:lnTo>
                  <a:lnTo>
                    <a:pt x="101219" y="713460"/>
                  </a:lnTo>
                  <a:lnTo>
                    <a:pt x="95554" y="705053"/>
                  </a:lnTo>
                  <a:lnTo>
                    <a:pt x="93472" y="694766"/>
                  </a:lnTo>
                  <a:lnTo>
                    <a:pt x="93472" y="119888"/>
                  </a:lnTo>
                  <a:lnTo>
                    <a:pt x="95554" y="109613"/>
                  </a:lnTo>
                  <a:lnTo>
                    <a:pt x="101206" y="101219"/>
                  </a:lnTo>
                  <a:lnTo>
                    <a:pt x="109601" y="95554"/>
                  </a:lnTo>
                  <a:lnTo>
                    <a:pt x="119849" y="93472"/>
                  </a:lnTo>
                  <a:lnTo>
                    <a:pt x="197840" y="93472"/>
                  </a:lnTo>
                  <a:lnTo>
                    <a:pt x="197853" y="93891"/>
                  </a:lnTo>
                  <a:lnTo>
                    <a:pt x="215773" y="95059"/>
                  </a:lnTo>
                  <a:lnTo>
                    <a:pt x="263258" y="117576"/>
                  </a:lnTo>
                  <a:lnTo>
                    <a:pt x="288061" y="152095"/>
                  </a:lnTo>
                  <a:lnTo>
                    <a:pt x="294716" y="186690"/>
                  </a:lnTo>
                  <a:lnTo>
                    <a:pt x="287502" y="222453"/>
                  </a:lnTo>
                  <a:lnTo>
                    <a:pt x="266496" y="256489"/>
                  </a:lnTo>
                  <a:lnTo>
                    <a:pt x="143751" y="391388"/>
                  </a:lnTo>
                  <a:lnTo>
                    <a:pt x="139128" y="398907"/>
                  </a:lnTo>
                  <a:lnTo>
                    <a:pt x="137579" y="407327"/>
                  </a:lnTo>
                  <a:lnTo>
                    <a:pt x="139128" y="415747"/>
                  </a:lnTo>
                  <a:lnTo>
                    <a:pt x="143751" y="423278"/>
                  </a:lnTo>
                  <a:lnTo>
                    <a:pt x="265595" y="557199"/>
                  </a:lnTo>
                  <a:lnTo>
                    <a:pt x="266839" y="558520"/>
                  </a:lnTo>
                  <a:lnTo>
                    <a:pt x="287985" y="591578"/>
                  </a:lnTo>
                  <a:lnTo>
                    <a:pt x="295173" y="627202"/>
                  </a:lnTo>
                  <a:lnTo>
                    <a:pt x="295173" y="450786"/>
                  </a:lnTo>
                  <a:lnTo>
                    <a:pt x="255625" y="407327"/>
                  </a:lnTo>
                  <a:lnTo>
                    <a:pt x="333933" y="321259"/>
                  </a:lnTo>
                  <a:lnTo>
                    <a:pt x="335559" y="319493"/>
                  </a:lnTo>
                  <a:lnTo>
                    <a:pt x="365328" y="276758"/>
                  </a:lnTo>
                  <a:lnTo>
                    <a:pt x="382955" y="230835"/>
                  </a:lnTo>
                  <a:lnTo>
                    <a:pt x="388454" y="183680"/>
                  </a:lnTo>
                  <a:lnTo>
                    <a:pt x="381850" y="137236"/>
                  </a:lnTo>
                  <a:lnTo>
                    <a:pt x="363156" y="93472"/>
                  </a:lnTo>
                  <a:lnTo>
                    <a:pt x="449313" y="93472"/>
                  </a:lnTo>
                  <a:lnTo>
                    <a:pt x="449326" y="93891"/>
                  </a:lnTo>
                  <a:lnTo>
                    <a:pt x="467233" y="95059"/>
                  </a:lnTo>
                  <a:lnTo>
                    <a:pt x="484365" y="99491"/>
                  </a:lnTo>
                  <a:lnTo>
                    <a:pt x="517613" y="120218"/>
                  </a:lnTo>
                  <a:lnTo>
                    <a:pt x="539534" y="152095"/>
                  </a:lnTo>
                  <a:lnTo>
                    <a:pt x="546176" y="186690"/>
                  </a:lnTo>
                  <a:lnTo>
                    <a:pt x="538975" y="222453"/>
                  </a:lnTo>
                  <a:lnTo>
                    <a:pt x="517969" y="256489"/>
                  </a:lnTo>
                  <a:lnTo>
                    <a:pt x="396621" y="392722"/>
                  </a:lnTo>
                  <a:lnTo>
                    <a:pt x="392074" y="400304"/>
                  </a:lnTo>
                  <a:lnTo>
                    <a:pt x="390626" y="408762"/>
                  </a:lnTo>
                  <a:lnTo>
                    <a:pt x="392277" y="417169"/>
                  </a:lnTo>
                  <a:lnTo>
                    <a:pt x="397002" y="424649"/>
                  </a:lnTo>
                  <a:lnTo>
                    <a:pt x="674166" y="721194"/>
                  </a:lnTo>
                  <a:lnTo>
                    <a:pt x="674166" y="582853"/>
                  </a:lnTo>
                  <a:lnTo>
                    <a:pt x="508482" y="405803"/>
                  </a:lnTo>
                  <a:lnTo>
                    <a:pt x="585406" y="321259"/>
                  </a:lnTo>
                  <a:lnTo>
                    <a:pt x="587032" y="319493"/>
                  </a:lnTo>
                  <a:lnTo>
                    <a:pt x="616800" y="276758"/>
                  </a:lnTo>
                  <a:lnTo>
                    <a:pt x="634428" y="230835"/>
                  </a:lnTo>
                  <a:lnTo>
                    <a:pt x="639927" y="183680"/>
                  </a:lnTo>
                  <a:lnTo>
                    <a:pt x="633323" y="137236"/>
                  </a:lnTo>
                  <a:lnTo>
                    <a:pt x="614629" y="93472"/>
                  </a:lnTo>
                  <a:lnTo>
                    <a:pt x="694791" y="93472"/>
                  </a:lnTo>
                  <a:lnTo>
                    <a:pt x="705065" y="95554"/>
                  </a:lnTo>
                  <a:lnTo>
                    <a:pt x="713473" y="101219"/>
                  </a:lnTo>
                  <a:lnTo>
                    <a:pt x="719137" y="109613"/>
                  </a:lnTo>
                  <a:lnTo>
                    <a:pt x="721220" y="119888"/>
                  </a:lnTo>
                  <a:lnTo>
                    <a:pt x="721220" y="5346"/>
                  </a:lnTo>
                  <a:lnTo>
                    <a:pt x="694791" y="0"/>
                  </a:lnTo>
                  <a:lnTo>
                    <a:pt x="119849" y="0"/>
                  </a:lnTo>
                  <a:lnTo>
                    <a:pt x="73215" y="9423"/>
                  </a:lnTo>
                  <a:lnTo>
                    <a:pt x="35115" y="35115"/>
                  </a:lnTo>
                  <a:lnTo>
                    <a:pt x="9423" y="73215"/>
                  </a:lnTo>
                  <a:lnTo>
                    <a:pt x="0" y="119888"/>
                  </a:lnTo>
                  <a:lnTo>
                    <a:pt x="0" y="694766"/>
                  </a:lnTo>
                  <a:lnTo>
                    <a:pt x="9423" y="741438"/>
                  </a:lnTo>
                  <a:lnTo>
                    <a:pt x="35128" y="779551"/>
                  </a:lnTo>
                  <a:lnTo>
                    <a:pt x="73266" y="805256"/>
                  </a:lnTo>
                  <a:lnTo>
                    <a:pt x="119951" y="814679"/>
                  </a:lnTo>
                  <a:lnTo>
                    <a:pt x="694791" y="814679"/>
                  </a:lnTo>
                  <a:lnTo>
                    <a:pt x="741451" y="805256"/>
                  </a:lnTo>
                  <a:lnTo>
                    <a:pt x="779564" y="779551"/>
                  </a:lnTo>
                  <a:lnTo>
                    <a:pt x="805256" y="741438"/>
                  </a:lnTo>
                  <a:lnTo>
                    <a:pt x="814679" y="694766"/>
                  </a:lnTo>
                  <a:lnTo>
                    <a:pt x="814679" y="633120"/>
                  </a:lnTo>
                  <a:lnTo>
                    <a:pt x="814692" y="119888"/>
                  </a:lnTo>
                  <a:close/>
                </a:path>
                <a:path w="2176780" h="814704">
                  <a:moveTo>
                    <a:pt x="1482178" y="535317"/>
                  </a:moveTo>
                  <a:lnTo>
                    <a:pt x="1476222" y="486130"/>
                  </a:lnTo>
                  <a:lnTo>
                    <a:pt x="1458468" y="442747"/>
                  </a:lnTo>
                  <a:lnTo>
                    <a:pt x="1432547" y="406641"/>
                  </a:lnTo>
                  <a:lnTo>
                    <a:pt x="1402816" y="379907"/>
                  </a:lnTo>
                  <a:lnTo>
                    <a:pt x="1397952" y="376529"/>
                  </a:lnTo>
                  <a:lnTo>
                    <a:pt x="1397317" y="369557"/>
                  </a:lnTo>
                  <a:lnTo>
                    <a:pt x="1405648" y="361238"/>
                  </a:lnTo>
                  <a:lnTo>
                    <a:pt x="1410639" y="355777"/>
                  </a:lnTo>
                  <a:lnTo>
                    <a:pt x="1416342" y="349199"/>
                  </a:lnTo>
                  <a:lnTo>
                    <a:pt x="1418742" y="346240"/>
                  </a:lnTo>
                  <a:lnTo>
                    <a:pt x="1420380" y="344233"/>
                  </a:lnTo>
                  <a:lnTo>
                    <a:pt x="1441881" y="305168"/>
                  </a:lnTo>
                  <a:lnTo>
                    <a:pt x="1449666" y="265620"/>
                  </a:lnTo>
                  <a:lnTo>
                    <a:pt x="1449730" y="263588"/>
                  </a:lnTo>
                  <a:lnTo>
                    <a:pt x="1448955" y="245833"/>
                  </a:lnTo>
                  <a:lnTo>
                    <a:pt x="1446644" y="228638"/>
                  </a:lnTo>
                  <a:lnTo>
                    <a:pt x="1442796" y="212051"/>
                  </a:lnTo>
                  <a:lnTo>
                    <a:pt x="1437424" y="196126"/>
                  </a:lnTo>
                  <a:lnTo>
                    <a:pt x="1432039" y="184518"/>
                  </a:lnTo>
                  <a:lnTo>
                    <a:pt x="1430515" y="181216"/>
                  </a:lnTo>
                  <a:lnTo>
                    <a:pt x="1399959" y="142151"/>
                  </a:lnTo>
                  <a:lnTo>
                    <a:pt x="1379156" y="126504"/>
                  </a:lnTo>
                  <a:lnTo>
                    <a:pt x="1379156" y="533450"/>
                  </a:lnTo>
                  <a:lnTo>
                    <a:pt x="1377378" y="552234"/>
                  </a:lnTo>
                  <a:lnTo>
                    <a:pt x="1350911" y="600265"/>
                  </a:lnTo>
                  <a:lnTo>
                    <a:pt x="1314196" y="620991"/>
                  </a:lnTo>
                  <a:lnTo>
                    <a:pt x="1260652" y="627938"/>
                  </a:lnTo>
                  <a:lnTo>
                    <a:pt x="1123835" y="627938"/>
                  </a:lnTo>
                  <a:lnTo>
                    <a:pt x="1119581" y="623684"/>
                  </a:lnTo>
                  <a:lnTo>
                    <a:pt x="1119581" y="443826"/>
                  </a:lnTo>
                  <a:lnTo>
                    <a:pt x="1123835" y="439572"/>
                  </a:lnTo>
                  <a:lnTo>
                    <a:pt x="1274686" y="439572"/>
                  </a:lnTo>
                  <a:lnTo>
                    <a:pt x="1321130" y="446697"/>
                  </a:lnTo>
                  <a:lnTo>
                    <a:pt x="1354302" y="467969"/>
                  </a:lnTo>
                  <a:lnTo>
                    <a:pt x="1377594" y="515289"/>
                  </a:lnTo>
                  <a:lnTo>
                    <a:pt x="1379156" y="533450"/>
                  </a:lnTo>
                  <a:lnTo>
                    <a:pt x="1379156" y="126504"/>
                  </a:lnTo>
                  <a:lnTo>
                    <a:pt x="1371231" y="121412"/>
                  </a:lnTo>
                  <a:lnTo>
                    <a:pt x="1354416" y="112890"/>
                  </a:lnTo>
                  <a:lnTo>
                    <a:pt x="1346822" y="109905"/>
                  </a:lnTo>
                  <a:lnTo>
                    <a:pt x="1346822" y="265620"/>
                  </a:lnTo>
                  <a:lnTo>
                    <a:pt x="1346174" y="279552"/>
                  </a:lnTo>
                  <a:lnTo>
                    <a:pt x="1331544" y="323227"/>
                  </a:lnTo>
                  <a:lnTo>
                    <a:pt x="1313548" y="346240"/>
                  </a:lnTo>
                  <a:lnTo>
                    <a:pt x="1123835" y="346240"/>
                  </a:lnTo>
                  <a:lnTo>
                    <a:pt x="1119581" y="341985"/>
                  </a:lnTo>
                  <a:lnTo>
                    <a:pt x="1119581" y="188785"/>
                  </a:lnTo>
                  <a:lnTo>
                    <a:pt x="1123835" y="184518"/>
                  </a:lnTo>
                  <a:lnTo>
                    <a:pt x="1241298" y="184518"/>
                  </a:lnTo>
                  <a:lnTo>
                    <a:pt x="1284859" y="189179"/>
                  </a:lnTo>
                  <a:lnTo>
                    <a:pt x="1321739" y="207949"/>
                  </a:lnTo>
                  <a:lnTo>
                    <a:pt x="1345247" y="249453"/>
                  </a:lnTo>
                  <a:lnTo>
                    <a:pt x="1346822" y="265620"/>
                  </a:lnTo>
                  <a:lnTo>
                    <a:pt x="1346822" y="109905"/>
                  </a:lnTo>
                  <a:lnTo>
                    <a:pt x="1293850" y="95618"/>
                  </a:lnTo>
                  <a:lnTo>
                    <a:pt x="1245019" y="92252"/>
                  </a:lnTo>
                  <a:lnTo>
                    <a:pt x="1022299" y="92252"/>
                  </a:lnTo>
                  <a:lnTo>
                    <a:pt x="1018032" y="96507"/>
                  </a:lnTo>
                  <a:lnTo>
                    <a:pt x="1018032" y="718159"/>
                  </a:lnTo>
                  <a:lnTo>
                    <a:pt x="1022299" y="722414"/>
                  </a:lnTo>
                  <a:lnTo>
                    <a:pt x="1268196" y="722414"/>
                  </a:lnTo>
                  <a:lnTo>
                    <a:pt x="1319504" y="718718"/>
                  </a:lnTo>
                  <a:lnTo>
                    <a:pt x="1363726" y="707682"/>
                  </a:lnTo>
                  <a:lnTo>
                    <a:pt x="1400530" y="690333"/>
                  </a:lnTo>
                  <a:lnTo>
                    <a:pt x="1442631" y="654392"/>
                  </a:lnTo>
                  <a:lnTo>
                    <a:pt x="1460309" y="627938"/>
                  </a:lnTo>
                  <a:lnTo>
                    <a:pt x="1462151" y="624776"/>
                  </a:lnTo>
                  <a:lnTo>
                    <a:pt x="1469351" y="608469"/>
                  </a:lnTo>
                  <a:lnTo>
                    <a:pt x="1474952" y="591146"/>
                  </a:lnTo>
                  <a:lnTo>
                    <a:pt x="1478965" y="573138"/>
                  </a:lnTo>
                  <a:lnTo>
                    <a:pt x="1481378" y="554507"/>
                  </a:lnTo>
                  <a:lnTo>
                    <a:pt x="1482178" y="535317"/>
                  </a:lnTo>
                  <a:close/>
                </a:path>
                <a:path w="2176780" h="814704">
                  <a:moveTo>
                    <a:pt x="1993239" y="713740"/>
                  </a:moveTo>
                  <a:lnTo>
                    <a:pt x="1830781" y="482511"/>
                  </a:lnTo>
                  <a:lnTo>
                    <a:pt x="1831225" y="481304"/>
                  </a:lnTo>
                  <a:lnTo>
                    <a:pt x="1833549" y="474941"/>
                  </a:lnTo>
                  <a:lnTo>
                    <a:pt x="1874939" y="461162"/>
                  </a:lnTo>
                  <a:lnTo>
                    <a:pt x="1918500" y="434568"/>
                  </a:lnTo>
                  <a:lnTo>
                    <a:pt x="1951558" y="400304"/>
                  </a:lnTo>
                  <a:lnTo>
                    <a:pt x="1959940" y="387807"/>
                  </a:lnTo>
                  <a:lnTo>
                    <a:pt x="1960168" y="387477"/>
                  </a:lnTo>
                  <a:lnTo>
                    <a:pt x="1978837" y="344893"/>
                  </a:lnTo>
                  <a:lnTo>
                    <a:pt x="1987181" y="298018"/>
                  </a:lnTo>
                  <a:lnTo>
                    <a:pt x="1987740" y="282130"/>
                  </a:lnTo>
                  <a:lnTo>
                    <a:pt x="1986876" y="261734"/>
                  </a:lnTo>
                  <a:lnTo>
                    <a:pt x="1980006" y="223304"/>
                  </a:lnTo>
                  <a:lnTo>
                    <a:pt x="1963839" y="184531"/>
                  </a:lnTo>
                  <a:lnTo>
                    <a:pt x="1933295" y="145859"/>
                  </a:lnTo>
                  <a:lnTo>
                    <a:pt x="1884476" y="114363"/>
                  </a:lnTo>
                  <a:lnTo>
                    <a:pt x="1882355" y="113538"/>
                  </a:lnTo>
                  <a:lnTo>
                    <a:pt x="1882355" y="281305"/>
                  </a:lnTo>
                  <a:lnTo>
                    <a:pt x="1881949" y="291236"/>
                  </a:lnTo>
                  <a:lnTo>
                    <a:pt x="1872005" y="329907"/>
                  </a:lnTo>
                  <a:lnTo>
                    <a:pt x="1847113" y="361911"/>
                  </a:lnTo>
                  <a:lnTo>
                    <a:pt x="1806727" y="382714"/>
                  </a:lnTo>
                  <a:lnTo>
                    <a:pt x="1765706" y="387807"/>
                  </a:lnTo>
                  <a:lnTo>
                    <a:pt x="1630299" y="387807"/>
                  </a:lnTo>
                  <a:lnTo>
                    <a:pt x="1626044" y="383552"/>
                  </a:lnTo>
                  <a:lnTo>
                    <a:pt x="1626044" y="188772"/>
                  </a:lnTo>
                  <a:lnTo>
                    <a:pt x="1630299" y="184531"/>
                  </a:lnTo>
                  <a:lnTo>
                    <a:pt x="1776882" y="184531"/>
                  </a:lnTo>
                  <a:lnTo>
                    <a:pt x="1824990" y="195199"/>
                  </a:lnTo>
                  <a:lnTo>
                    <a:pt x="1864702" y="226822"/>
                  </a:lnTo>
                  <a:lnTo>
                    <a:pt x="1880387" y="261581"/>
                  </a:lnTo>
                  <a:lnTo>
                    <a:pt x="1882355" y="281305"/>
                  </a:lnTo>
                  <a:lnTo>
                    <a:pt x="1882355" y="113538"/>
                  </a:lnTo>
                  <a:lnTo>
                    <a:pt x="1843125" y="100330"/>
                  </a:lnTo>
                  <a:lnTo>
                    <a:pt x="1794751" y="93154"/>
                  </a:lnTo>
                  <a:lnTo>
                    <a:pt x="1768170" y="92252"/>
                  </a:lnTo>
                  <a:lnTo>
                    <a:pt x="1526438" y="92252"/>
                  </a:lnTo>
                  <a:lnTo>
                    <a:pt x="1522171" y="96520"/>
                  </a:lnTo>
                  <a:lnTo>
                    <a:pt x="1522158" y="718159"/>
                  </a:lnTo>
                  <a:lnTo>
                    <a:pt x="1526425" y="722426"/>
                  </a:lnTo>
                  <a:lnTo>
                    <a:pt x="1621777" y="722426"/>
                  </a:lnTo>
                  <a:lnTo>
                    <a:pt x="1626044" y="718159"/>
                  </a:lnTo>
                  <a:lnTo>
                    <a:pt x="1626044" y="485559"/>
                  </a:lnTo>
                  <a:lnTo>
                    <a:pt x="1630299" y="481304"/>
                  </a:lnTo>
                  <a:lnTo>
                    <a:pt x="1707184" y="481304"/>
                  </a:lnTo>
                  <a:lnTo>
                    <a:pt x="1710093" y="482815"/>
                  </a:lnTo>
                  <a:lnTo>
                    <a:pt x="1877453" y="720915"/>
                  </a:lnTo>
                  <a:lnTo>
                    <a:pt x="1880374" y="722426"/>
                  </a:lnTo>
                  <a:lnTo>
                    <a:pt x="1988718" y="722426"/>
                  </a:lnTo>
                  <a:lnTo>
                    <a:pt x="1993239" y="713740"/>
                  </a:lnTo>
                  <a:close/>
                </a:path>
                <a:path w="2176780" h="814704">
                  <a:moveTo>
                    <a:pt x="2176615" y="96697"/>
                  </a:moveTo>
                  <a:lnTo>
                    <a:pt x="2174887" y="96697"/>
                  </a:lnTo>
                  <a:lnTo>
                    <a:pt x="2174887" y="92887"/>
                  </a:lnTo>
                  <a:lnTo>
                    <a:pt x="2070328" y="92887"/>
                  </a:lnTo>
                  <a:lnTo>
                    <a:pt x="2070328" y="96697"/>
                  </a:lnTo>
                  <a:lnTo>
                    <a:pt x="2070328" y="101777"/>
                  </a:lnTo>
                  <a:lnTo>
                    <a:pt x="2070328" y="717727"/>
                  </a:lnTo>
                  <a:lnTo>
                    <a:pt x="2072424" y="717727"/>
                  </a:lnTo>
                  <a:lnTo>
                    <a:pt x="2072424" y="722807"/>
                  </a:lnTo>
                  <a:lnTo>
                    <a:pt x="2174519" y="722807"/>
                  </a:lnTo>
                  <a:lnTo>
                    <a:pt x="2174519" y="717727"/>
                  </a:lnTo>
                  <a:lnTo>
                    <a:pt x="2176615" y="717727"/>
                  </a:lnTo>
                  <a:lnTo>
                    <a:pt x="2176615" y="101777"/>
                  </a:lnTo>
                  <a:lnTo>
                    <a:pt x="2176615" y="96697"/>
                  </a:lnTo>
                  <a:close/>
                </a:path>
              </a:pathLst>
            </a:custGeom>
            <a:solidFill>
              <a:srgbClr val="EC1C23"/>
            </a:solidFill>
          </p:spPr>
          <p:txBody>
            <a:bodyPr wrap="square" lIns="0" tIns="0" rIns="0" bIns="0" rtlCol="0"/>
            <a:lstStyle/>
            <a:p>
              <a:endParaRPr sz="1637"/>
            </a:p>
          </p:txBody>
        </p:sp>
        <p:sp>
          <p:nvSpPr>
            <p:cNvPr id="33" name="object 19"/>
            <p:cNvSpPr/>
            <p:nvPr/>
          </p:nvSpPr>
          <p:spPr>
            <a:xfrm>
              <a:off x="11586107" y="5231191"/>
              <a:ext cx="4643755" cy="1894839"/>
            </a:xfrm>
            <a:custGeom>
              <a:avLst/>
              <a:gdLst/>
              <a:ahLst/>
              <a:cxnLst/>
              <a:rect l="l" t="t" r="r" b="b"/>
              <a:pathLst>
                <a:path w="4643755" h="1894840">
                  <a:moveTo>
                    <a:pt x="4643146" y="1894361"/>
                  </a:moveTo>
                  <a:lnTo>
                    <a:pt x="0" y="1894361"/>
                  </a:lnTo>
                  <a:lnTo>
                    <a:pt x="0" y="0"/>
                  </a:lnTo>
                  <a:lnTo>
                    <a:pt x="4643146" y="0"/>
                  </a:lnTo>
                  <a:lnTo>
                    <a:pt x="4643146" y="1894361"/>
                  </a:lnTo>
                  <a:close/>
                </a:path>
              </a:pathLst>
            </a:custGeom>
            <a:ln w="3175">
              <a:solidFill>
                <a:srgbClr val="221F1F"/>
              </a:solidFill>
            </a:ln>
          </p:spPr>
          <p:txBody>
            <a:bodyPr wrap="square" lIns="0" tIns="0" rIns="0" bIns="0" rtlCol="0"/>
            <a:lstStyle/>
            <a:p>
              <a:endParaRPr sz="1637"/>
            </a:p>
          </p:txBody>
        </p:sp>
        <p:sp>
          <p:nvSpPr>
            <p:cNvPr id="34" name="object 20"/>
            <p:cNvSpPr/>
            <p:nvPr/>
          </p:nvSpPr>
          <p:spPr>
            <a:xfrm>
              <a:off x="11586096" y="5231186"/>
              <a:ext cx="294005" cy="294005"/>
            </a:xfrm>
            <a:custGeom>
              <a:avLst/>
              <a:gdLst/>
              <a:ahLst/>
              <a:cxnLst/>
              <a:rect l="l" t="t" r="r" b="b"/>
              <a:pathLst>
                <a:path w="294004" h="294004">
                  <a:moveTo>
                    <a:pt x="293547" y="21221"/>
                  </a:moveTo>
                  <a:lnTo>
                    <a:pt x="291998" y="13246"/>
                  </a:lnTo>
                  <a:lnTo>
                    <a:pt x="287324" y="6223"/>
                  </a:lnTo>
                  <a:lnTo>
                    <a:pt x="280314" y="1562"/>
                  </a:lnTo>
                  <a:lnTo>
                    <a:pt x="272338" y="0"/>
                  </a:lnTo>
                  <a:lnTo>
                    <a:pt x="264350" y="1562"/>
                  </a:lnTo>
                  <a:lnTo>
                    <a:pt x="257340" y="6223"/>
                  </a:lnTo>
                  <a:lnTo>
                    <a:pt x="146773" y="116789"/>
                  </a:lnTo>
                  <a:lnTo>
                    <a:pt x="36207" y="6223"/>
                  </a:lnTo>
                  <a:lnTo>
                    <a:pt x="29197" y="1562"/>
                  </a:lnTo>
                  <a:lnTo>
                    <a:pt x="21209" y="0"/>
                  </a:lnTo>
                  <a:lnTo>
                    <a:pt x="13233" y="1562"/>
                  </a:lnTo>
                  <a:lnTo>
                    <a:pt x="6210" y="6223"/>
                  </a:lnTo>
                  <a:lnTo>
                    <a:pt x="1562" y="13246"/>
                  </a:lnTo>
                  <a:lnTo>
                    <a:pt x="0" y="21221"/>
                  </a:lnTo>
                  <a:lnTo>
                    <a:pt x="1562" y="29197"/>
                  </a:lnTo>
                  <a:lnTo>
                    <a:pt x="6210" y="36207"/>
                  </a:lnTo>
                  <a:lnTo>
                    <a:pt x="116776" y="146786"/>
                  </a:lnTo>
                  <a:lnTo>
                    <a:pt x="6223" y="257340"/>
                  </a:lnTo>
                  <a:lnTo>
                    <a:pt x="1549" y="264350"/>
                  </a:lnTo>
                  <a:lnTo>
                    <a:pt x="0" y="272338"/>
                  </a:lnTo>
                  <a:lnTo>
                    <a:pt x="1549" y="280314"/>
                  </a:lnTo>
                  <a:lnTo>
                    <a:pt x="6223" y="287337"/>
                  </a:lnTo>
                  <a:lnTo>
                    <a:pt x="10350" y="291477"/>
                  </a:lnTo>
                  <a:lnTo>
                    <a:pt x="15786" y="293547"/>
                  </a:lnTo>
                  <a:lnTo>
                    <a:pt x="21209" y="293547"/>
                  </a:lnTo>
                  <a:lnTo>
                    <a:pt x="26631" y="293547"/>
                  </a:lnTo>
                  <a:lnTo>
                    <a:pt x="32067" y="291477"/>
                  </a:lnTo>
                  <a:lnTo>
                    <a:pt x="146761" y="176771"/>
                  </a:lnTo>
                  <a:lnTo>
                    <a:pt x="261480" y="291477"/>
                  </a:lnTo>
                  <a:lnTo>
                    <a:pt x="266915" y="293547"/>
                  </a:lnTo>
                  <a:lnTo>
                    <a:pt x="272338" y="293547"/>
                  </a:lnTo>
                  <a:lnTo>
                    <a:pt x="277761" y="293547"/>
                  </a:lnTo>
                  <a:lnTo>
                    <a:pt x="283197" y="291477"/>
                  </a:lnTo>
                  <a:lnTo>
                    <a:pt x="287324" y="287337"/>
                  </a:lnTo>
                  <a:lnTo>
                    <a:pt x="291998" y="280314"/>
                  </a:lnTo>
                  <a:lnTo>
                    <a:pt x="293547" y="272338"/>
                  </a:lnTo>
                  <a:lnTo>
                    <a:pt x="291998" y="264350"/>
                  </a:lnTo>
                  <a:lnTo>
                    <a:pt x="287324" y="257340"/>
                  </a:lnTo>
                  <a:lnTo>
                    <a:pt x="176758" y="146786"/>
                  </a:lnTo>
                  <a:lnTo>
                    <a:pt x="287324" y="36207"/>
                  </a:lnTo>
                  <a:lnTo>
                    <a:pt x="291998" y="29197"/>
                  </a:lnTo>
                  <a:lnTo>
                    <a:pt x="293547" y="21221"/>
                  </a:lnTo>
                  <a:close/>
                </a:path>
              </a:pathLst>
            </a:custGeom>
            <a:solidFill>
              <a:srgbClr val="AC1F27"/>
            </a:solidFill>
          </p:spPr>
          <p:txBody>
            <a:bodyPr wrap="square" lIns="0" tIns="0" rIns="0" bIns="0" rtlCol="0"/>
            <a:lstStyle/>
            <a:p>
              <a:endParaRPr sz="1637"/>
            </a:p>
          </p:txBody>
        </p:sp>
      </p:grpSp>
      <p:grpSp>
        <p:nvGrpSpPr>
          <p:cNvPr id="35" name="object 21"/>
          <p:cNvGrpSpPr/>
          <p:nvPr/>
        </p:nvGrpSpPr>
        <p:grpSpPr>
          <a:xfrm>
            <a:off x="5571489" y="6634129"/>
            <a:ext cx="4226276" cy="1725859"/>
            <a:chOff x="6124493" y="7808495"/>
            <a:chExt cx="4646295" cy="1897380"/>
          </a:xfrm>
        </p:grpSpPr>
        <p:pic>
          <p:nvPicPr>
            <p:cNvPr id="36" name="object 22"/>
            <p:cNvPicPr/>
            <p:nvPr/>
          </p:nvPicPr>
          <p:blipFill>
            <a:blip r:embed="rId4" cstate="print"/>
            <a:stretch>
              <a:fillRect/>
            </a:stretch>
          </p:blipFill>
          <p:spPr>
            <a:xfrm>
              <a:off x="7151614" y="8083523"/>
              <a:ext cx="2450187" cy="1088972"/>
            </a:xfrm>
            <a:prstGeom prst="rect">
              <a:avLst/>
            </a:prstGeom>
          </p:spPr>
        </p:pic>
        <p:sp>
          <p:nvSpPr>
            <p:cNvPr id="37" name="object 23"/>
            <p:cNvSpPr/>
            <p:nvPr/>
          </p:nvSpPr>
          <p:spPr>
            <a:xfrm>
              <a:off x="7222490" y="8152745"/>
              <a:ext cx="2176780" cy="814705"/>
            </a:xfrm>
            <a:custGeom>
              <a:avLst/>
              <a:gdLst/>
              <a:ahLst/>
              <a:cxnLst/>
              <a:rect l="l" t="t" r="r" b="b"/>
              <a:pathLst>
                <a:path w="2176779" h="814704">
                  <a:moveTo>
                    <a:pt x="814679" y="119888"/>
                  </a:moveTo>
                  <a:lnTo>
                    <a:pt x="809434" y="93891"/>
                  </a:lnTo>
                  <a:lnTo>
                    <a:pt x="809345" y="93472"/>
                  </a:lnTo>
                  <a:lnTo>
                    <a:pt x="805256" y="73228"/>
                  </a:lnTo>
                  <a:lnTo>
                    <a:pt x="779564" y="35115"/>
                  </a:lnTo>
                  <a:lnTo>
                    <a:pt x="741451" y="9423"/>
                  </a:lnTo>
                  <a:lnTo>
                    <a:pt x="721207" y="5346"/>
                  </a:lnTo>
                  <a:lnTo>
                    <a:pt x="721207" y="119888"/>
                  </a:lnTo>
                  <a:lnTo>
                    <a:pt x="721194" y="633120"/>
                  </a:lnTo>
                  <a:lnTo>
                    <a:pt x="674166" y="582879"/>
                  </a:lnTo>
                  <a:lnTo>
                    <a:pt x="674166" y="721207"/>
                  </a:lnTo>
                  <a:lnTo>
                    <a:pt x="363105" y="721207"/>
                  </a:lnTo>
                  <a:lnTo>
                    <a:pt x="382041" y="676744"/>
                  </a:lnTo>
                  <a:lnTo>
                    <a:pt x="388696" y="629666"/>
                  </a:lnTo>
                  <a:lnTo>
                    <a:pt x="383044" y="582104"/>
                  </a:lnTo>
                  <a:lnTo>
                    <a:pt x="365086" y="536270"/>
                  </a:lnTo>
                  <a:lnTo>
                    <a:pt x="334797" y="494334"/>
                  </a:lnTo>
                  <a:lnTo>
                    <a:pt x="295160" y="450799"/>
                  </a:lnTo>
                  <a:lnTo>
                    <a:pt x="295160" y="627202"/>
                  </a:lnTo>
                  <a:lnTo>
                    <a:pt x="288340" y="662127"/>
                  </a:lnTo>
                  <a:lnTo>
                    <a:pt x="266141" y="694436"/>
                  </a:lnTo>
                  <a:lnTo>
                    <a:pt x="232867" y="715187"/>
                  </a:lnTo>
                  <a:lnTo>
                    <a:pt x="197840" y="720763"/>
                  </a:lnTo>
                  <a:lnTo>
                    <a:pt x="197827" y="721207"/>
                  </a:lnTo>
                  <a:lnTo>
                    <a:pt x="119938" y="721207"/>
                  </a:lnTo>
                  <a:lnTo>
                    <a:pt x="109601" y="719124"/>
                  </a:lnTo>
                  <a:lnTo>
                    <a:pt x="101206" y="713460"/>
                  </a:lnTo>
                  <a:lnTo>
                    <a:pt x="95542" y="705065"/>
                  </a:lnTo>
                  <a:lnTo>
                    <a:pt x="93472" y="694791"/>
                  </a:lnTo>
                  <a:lnTo>
                    <a:pt x="93472" y="119888"/>
                  </a:lnTo>
                  <a:lnTo>
                    <a:pt x="95542" y="109626"/>
                  </a:lnTo>
                  <a:lnTo>
                    <a:pt x="101193" y="101219"/>
                  </a:lnTo>
                  <a:lnTo>
                    <a:pt x="109588" y="95554"/>
                  </a:lnTo>
                  <a:lnTo>
                    <a:pt x="119849" y="93472"/>
                  </a:lnTo>
                  <a:lnTo>
                    <a:pt x="197827" y="93472"/>
                  </a:lnTo>
                  <a:lnTo>
                    <a:pt x="197840" y="93891"/>
                  </a:lnTo>
                  <a:lnTo>
                    <a:pt x="215760" y="95059"/>
                  </a:lnTo>
                  <a:lnTo>
                    <a:pt x="263258" y="117576"/>
                  </a:lnTo>
                  <a:lnTo>
                    <a:pt x="288061" y="152095"/>
                  </a:lnTo>
                  <a:lnTo>
                    <a:pt x="294703" y="186690"/>
                  </a:lnTo>
                  <a:lnTo>
                    <a:pt x="287489" y="222465"/>
                  </a:lnTo>
                  <a:lnTo>
                    <a:pt x="266496" y="256501"/>
                  </a:lnTo>
                  <a:lnTo>
                    <a:pt x="143738" y="391388"/>
                  </a:lnTo>
                  <a:lnTo>
                    <a:pt x="139115" y="398919"/>
                  </a:lnTo>
                  <a:lnTo>
                    <a:pt x="137579" y="407339"/>
                  </a:lnTo>
                  <a:lnTo>
                    <a:pt x="139115" y="415747"/>
                  </a:lnTo>
                  <a:lnTo>
                    <a:pt x="143738" y="423278"/>
                  </a:lnTo>
                  <a:lnTo>
                    <a:pt x="265595" y="557199"/>
                  </a:lnTo>
                  <a:lnTo>
                    <a:pt x="266839" y="558520"/>
                  </a:lnTo>
                  <a:lnTo>
                    <a:pt x="287985" y="591578"/>
                  </a:lnTo>
                  <a:lnTo>
                    <a:pt x="295160" y="627202"/>
                  </a:lnTo>
                  <a:lnTo>
                    <a:pt x="295160" y="450799"/>
                  </a:lnTo>
                  <a:lnTo>
                    <a:pt x="255612" y="407339"/>
                  </a:lnTo>
                  <a:lnTo>
                    <a:pt x="333921" y="321259"/>
                  </a:lnTo>
                  <a:lnTo>
                    <a:pt x="335559" y="319493"/>
                  </a:lnTo>
                  <a:lnTo>
                    <a:pt x="365328" y="276758"/>
                  </a:lnTo>
                  <a:lnTo>
                    <a:pt x="382943" y="230835"/>
                  </a:lnTo>
                  <a:lnTo>
                    <a:pt x="388442" y="183680"/>
                  </a:lnTo>
                  <a:lnTo>
                    <a:pt x="381838" y="137248"/>
                  </a:lnTo>
                  <a:lnTo>
                    <a:pt x="363156" y="93472"/>
                  </a:lnTo>
                  <a:lnTo>
                    <a:pt x="449300" y="93472"/>
                  </a:lnTo>
                  <a:lnTo>
                    <a:pt x="449326" y="93891"/>
                  </a:lnTo>
                  <a:lnTo>
                    <a:pt x="467233" y="95059"/>
                  </a:lnTo>
                  <a:lnTo>
                    <a:pt x="484365" y="99491"/>
                  </a:lnTo>
                  <a:lnTo>
                    <a:pt x="517601" y="120205"/>
                  </a:lnTo>
                  <a:lnTo>
                    <a:pt x="539521" y="152095"/>
                  </a:lnTo>
                  <a:lnTo>
                    <a:pt x="546176" y="186690"/>
                  </a:lnTo>
                  <a:lnTo>
                    <a:pt x="538975" y="222465"/>
                  </a:lnTo>
                  <a:lnTo>
                    <a:pt x="517956" y="256501"/>
                  </a:lnTo>
                  <a:lnTo>
                    <a:pt x="396608" y="392722"/>
                  </a:lnTo>
                  <a:lnTo>
                    <a:pt x="392061" y="400304"/>
                  </a:lnTo>
                  <a:lnTo>
                    <a:pt x="390613" y="408762"/>
                  </a:lnTo>
                  <a:lnTo>
                    <a:pt x="392264" y="417169"/>
                  </a:lnTo>
                  <a:lnTo>
                    <a:pt x="397002" y="424649"/>
                  </a:lnTo>
                  <a:lnTo>
                    <a:pt x="674166" y="721207"/>
                  </a:lnTo>
                  <a:lnTo>
                    <a:pt x="674166" y="582879"/>
                  </a:lnTo>
                  <a:lnTo>
                    <a:pt x="508469" y="405815"/>
                  </a:lnTo>
                  <a:lnTo>
                    <a:pt x="585406" y="321259"/>
                  </a:lnTo>
                  <a:lnTo>
                    <a:pt x="587032" y="319493"/>
                  </a:lnTo>
                  <a:lnTo>
                    <a:pt x="616788" y="276758"/>
                  </a:lnTo>
                  <a:lnTo>
                    <a:pt x="634415" y="230835"/>
                  </a:lnTo>
                  <a:lnTo>
                    <a:pt x="639914" y="183680"/>
                  </a:lnTo>
                  <a:lnTo>
                    <a:pt x="633310" y="137248"/>
                  </a:lnTo>
                  <a:lnTo>
                    <a:pt x="614616" y="93472"/>
                  </a:lnTo>
                  <a:lnTo>
                    <a:pt x="694778" y="93472"/>
                  </a:lnTo>
                  <a:lnTo>
                    <a:pt x="705065" y="95554"/>
                  </a:lnTo>
                  <a:lnTo>
                    <a:pt x="713460" y="101219"/>
                  </a:lnTo>
                  <a:lnTo>
                    <a:pt x="719124" y="109626"/>
                  </a:lnTo>
                  <a:lnTo>
                    <a:pt x="721207" y="119888"/>
                  </a:lnTo>
                  <a:lnTo>
                    <a:pt x="721207" y="5346"/>
                  </a:lnTo>
                  <a:lnTo>
                    <a:pt x="694778" y="0"/>
                  </a:lnTo>
                  <a:lnTo>
                    <a:pt x="119849" y="0"/>
                  </a:lnTo>
                  <a:lnTo>
                    <a:pt x="73215" y="9423"/>
                  </a:lnTo>
                  <a:lnTo>
                    <a:pt x="35115" y="35115"/>
                  </a:lnTo>
                  <a:lnTo>
                    <a:pt x="9423" y="73228"/>
                  </a:lnTo>
                  <a:lnTo>
                    <a:pt x="0" y="119888"/>
                  </a:lnTo>
                  <a:lnTo>
                    <a:pt x="0" y="694791"/>
                  </a:lnTo>
                  <a:lnTo>
                    <a:pt x="9423" y="741451"/>
                  </a:lnTo>
                  <a:lnTo>
                    <a:pt x="35115" y="779564"/>
                  </a:lnTo>
                  <a:lnTo>
                    <a:pt x="73266" y="805256"/>
                  </a:lnTo>
                  <a:lnTo>
                    <a:pt x="119938" y="814679"/>
                  </a:lnTo>
                  <a:lnTo>
                    <a:pt x="694778" y="814679"/>
                  </a:lnTo>
                  <a:lnTo>
                    <a:pt x="741451" y="805256"/>
                  </a:lnTo>
                  <a:lnTo>
                    <a:pt x="779564" y="779564"/>
                  </a:lnTo>
                  <a:lnTo>
                    <a:pt x="805256" y="741451"/>
                  </a:lnTo>
                  <a:lnTo>
                    <a:pt x="814679" y="694791"/>
                  </a:lnTo>
                  <a:lnTo>
                    <a:pt x="814679" y="633120"/>
                  </a:lnTo>
                  <a:lnTo>
                    <a:pt x="814679" y="119888"/>
                  </a:lnTo>
                  <a:close/>
                </a:path>
                <a:path w="2176779" h="814704">
                  <a:moveTo>
                    <a:pt x="1482178" y="535317"/>
                  </a:moveTo>
                  <a:lnTo>
                    <a:pt x="1476222" y="486130"/>
                  </a:lnTo>
                  <a:lnTo>
                    <a:pt x="1458455" y="442747"/>
                  </a:lnTo>
                  <a:lnTo>
                    <a:pt x="1432534" y="406641"/>
                  </a:lnTo>
                  <a:lnTo>
                    <a:pt x="1402803" y="379907"/>
                  </a:lnTo>
                  <a:lnTo>
                    <a:pt x="1397939" y="376529"/>
                  </a:lnTo>
                  <a:lnTo>
                    <a:pt x="1397317" y="369570"/>
                  </a:lnTo>
                  <a:lnTo>
                    <a:pt x="1405648" y="361238"/>
                  </a:lnTo>
                  <a:lnTo>
                    <a:pt x="1410627" y="355790"/>
                  </a:lnTo>
                  <a:lnTo>
                    <a:pt x="1416342" y="349199"/>
                  </a:lnTo>
                  <a:lnTo>
                    <a:pt x="1418742" y="346240"/>
                  </a:lnTo>
                  <a:lnTo>
                    <a:pt x="1420380" y="344233"/>
                  </a:lnTo>
                  <a:lnTo>
                    <a:pt x="1441869" y="305168"/>
                  </a:lnTo>
                  <a:lnTo>
                    <a:pt x="1449654" y="265620"/>
                  </a:lnTo>
                  <a:lnTo>
                    <a:pt x="1449730" y="263588"/>
                  </a:lnTo>
                  <a:lnTo>
                    <a:pt x="1442783" y="212051"/>
                  </a:lnTo>
                  <a:lnTo>
                    <a:pt x="1421930" y="167208"/>
                  </a:lnTo>
                  <a:lnTo>
                    <a:pt x="1386420" y="131178"/>
                  </a:lnTo>
                  <a:lnTo>
                    <a:pt x="1379143" y="126504"/>
                  </a:lnTo>
                  <a:lnTo>
                    <a:pt x="1379143" y="533450"/>
                  </a:lnTo>
                  <a:lnTo>
                    <a:pt x="1377365" y="552246"/>
                  </a:lnTo>
                  <a:lnTo>
                    <a:pt x="1350899" y="600265"/>
                  </a:lnTo>
                  <a:lnTo>
                    <a:pt x="1314183" y="620991"/>
                  </a:lnTo>
                  <a:lnTo>
                    <a:pt x="1260640" y="627938"/>
                  </a:lnTo>
                  <a:lnTo>
                    <a:pt x="1123823" y="627938"/>
                  </a:lnTo>
                  <a:lnTo>
                    <a:pt x="1119555" y="623684"/>
                  </a:lnTo>
                  <a:lnTo>
                    <a:pt x="1119568" y="443826"/>
                  </a:lnTo>
                  <a:lnTo>
                    <a:pt x="1123823" y="439572"/>
                  </a:lnTo>
                  <a:lnTo>
                    <a:pt x="1274673" y="439572"/>
                  </a:lnTo>
                  <a:lnTo>
                    <a:pt x="1321130" y="446697"/>
                  </a:lnTo>
                  <a:lnTo>
                    <a:pt x="1354302" y="467969"/>
                  </a:lnTo>
                  <a:lnTo>
                    <a:pt x="1377581" y="515302"/>
                  </a:lnTo>
                  <a:lnTo>
                    <a:pt x="1379143" y="533450"/>
                  </a:lnTo>
                  <a:lnTo>
                    <a:pt x="1379143" y="126504"/>
                  </a:lnTo>
                  <a:lnTo>
                    <a:pt x="1371219" y="121412"/>
                  </a:lnTo>
                  <a:lnTo>
                    <a:pt x="1354404" y="112890"/>
                  </a:lnTo>
                  <a:lnTo>
                    <a:pt x="1346822" y="109905"/>
                  </a:lnTo>
                  <a:lnTo>
                    <a:pt x="1346822" y="265620"/>
                  </a:lnTo>
                  <a:lnTo>
                    <a:pt x="1346174" y="279565"/>
                  </a:lnTo>
                  <a:lnTo>
                    <a:pt x="1331531" y="323227"/>
                  </a:lnTo>
                  <a:lnTo>
                    <a:pt x="1313548" y="346240"/>
                  </a:lnTo>
                  <a:lnTo>
                    <a:pt x="1123823" y="346240"/>
                  </a:lnTo>
                  <a:lnTo>
                    <a:pt x="1119568" y="341985"/>
                  </a:lnTo>
                  <a:lnTo>
                    <a:pt x="1119568" y="188785"/>
                  </a:lnTo>
                  <a:lnTo>
                    <a:pt x="1123823" y="184518"/>
                  </a:lnTo>
                  <a:lnTo>
                    <a:pt x="1241298" y="184518"/>
                  </a:lnTo>
                  <a:lnTo>
                    <a:pt x="1284846" y="189179"/>
                  </a:lnTo>
                  <a:lnTo>
                    <a:pt x="1321727" y="207962"/>
                  </a:lnTo>
                  <a:lnTo>
                    <a:pt x="1345247" y="249453"/>
                  </a:lnTo>
                  <a:lnTo>
                    <a:pt x="1346822" y="265620"/>
                  </a:lnTo>
                  <a:lnTo>
                    <a:pt x="1346822" y="109905"/>
                  </a:lnTo>
                  <a:lnTo>
                    <a:pt x="1293850" y="95618"/>
                  </a:lnTo>
                  <a:lnTo>
                    <a:pt x="1245006" y="92252"/>
                  </a:lnTo>
                  <a:lnTo>
                    <a:pt x="1022286" y="92252"/>
                  </a:lnTo>
                  <a:lnTo>
                    <a:pt x="1018019" y="96520"/>
                  </a:lnTo>
                  <a:lnTo>
                    <a:pt x="1018019" y="718159"/>
                  </a:lnTo>
                  <a:lnTo>
                    <a:pt x="1022273" y="722426"/>
                  </a:lnTo>
                  <a:lnTo>
                    <a:pt x="1268196" y="722426"/>
                  </a:lnTo>
                  <a:lnTo>
                    <a:pt x="1319491" y="718718"/>
                  </a:lnTo>
                  <a:lnTo>
                    <a:pt x="1363726" y="707682"/>
                  </a:lnTo>
                  <a:lnTo>
                    <a:pt x="1400517" y="690333"/>
                  </a:lnTo>
                  <a:lnTo>
                    <a:pt x="1442631" y="654392"/>
                  </a:lnTo>
                  <a:lnTo>
                    <a:pt x="1460309" y="627938"/>
                  </a:lnTo>
                  <a:lnTo>
                    <a:pt x="1462151" y="624776"/>
                  </a:lnTo>
                  <a:lnTo>
                    <a:pt x="1469339" y="608482"/>
                  </a:lnTo>
                  <a:lnTo>
                    <a:pt x="1474939" y="591146"/>
                  </a:lnTo>
                  <a:lnTo>
                    <a:pt x="1478953" y="573138"/>
                  </a:lnTo>
                  <a:lnTo>
                    <a:pt x="1481366" y="554507"/>
                  </a:lnTo>
                  <a:lnTo>
                    <a:pt x="1482178" y="535317"/>
                  </a:lnTo>
                  <a:close/>
                </a:path>
                <a:path w="2176779" h="814704">
                  <a:moveTo>
                    <a:pt x="1993226" y="713752"/>
                  </a:moveTo>
                  <a:lnTo>
                    <a:pt x="1830768" y="482511"/>
                  </a:lnTo>
                  <a:lnTo>
                    <a:pt x="1831213" y="481304"/>
                  </a:lnTo>
                  <a:lnTo>
                    <a:pt x="1833537" y="474954"/>
                  </a:lnTo>
                  <a:lnTo>
                    <a:pt x="1874926" y="461162"/>
                  </a:lnTo>
                  <a:lnTo>
                    <a:pt x="1918500" y="434568"/>
                  </a:lnTo>
                  <a:lnTo>
                    <a:pt x="1951558" y="400316"/>
                  </a:lnTo>
                  <a:lnTo>
                    <a:pt x="1973821" y="359714"/>
                  </a:lnTo>
                  <a:lnTo>
                    <a:pt x="1985492" y="313804"/>
                  </a:lnTo>
                  <a:lnTo>
                    <a:pt x="1987727" y="282143"/>
                  </a:lnTo>
                  <a:lnTo>
                    <a:pt x="1986864" y="261747"/>
                  </a:lnTo>
                  <a:lnTo>
                    <a:pt x="1979993" y="223304"/>
                  </a:lnTo>
                  <a:lnTo>
                    <a:pt x="1963826" y="184531"/>
                  </a:lnTo>
                  <a:lnTo>
                    <a:pt x="1933295" y="145859"/>
                  </a:lnTo>
                  <a:lnTo>
                    <a:pt x="1884476" y="114363"/>
                  </a:lnTo>
                  <a:lnTo>
                    <a:pt x="1882355" y="113538"/>
                  </a:lnTo>
                  <a:lnTo>
                    <a:pt x="1882355" y="281317"/>
                  </a:lnTo>
                  <a:lnTo>
                    <a:pt x="1881936" y="291236"/>
                  </a:lnTo>
                  <a:lnTo>
                    <a:pt x="1871992" y="329907"/>
                  </a:lnTo>
                  <a:lnTo>
                    <a:pt x="1847100" y="361924"/>
                  </a:lnTo>
                  <a:lnTo>
                    <a:pt x="1806714" y="382727"/>
                  </a:lnTo>
                  <a:lnTo>
                    <a:pt x="1765693" y="387807"/>
                  </a:lnTo>
                  <a:lnTo>
                    <a:pt x="1630299" y="387807"/>
                  </a:lnTo>
                  <a:lnTo>
                    <a:pt x="1626031" y="383552"/>
                  </a:lnTo>
                  <a:lnTo>
                    <a:pt x="1626031" y="188785"/>
                  </a:lnTo>
                  <a:lnTo>
                    <a:pt x="1630299" y="184531"/>
                  </a:lnTo>
                  <a:lnTo>
                    <a:pt x="1776882" y="184531"/>
                  </a:lnTo>
                  <a:lnTo>
                    <a:pt x="1824977" y="195199"/>
                  </a:lnTo>
                  <a:lnTo>
                    <a:pt x="1864702" y="226822"/>
                  </a:lnTo>
                  <a:lnTo>
                    <a:pt x="1880387" y="261594"/>
                  </a:lnTo>
                  <a:lnTo>
                    <a:pt x="1882355" y="281317"/>
                  </a:lnTo>
                  <a:lnTo>
                    <a:pt x="1882355" y="113538"/>
                  </a:lnTo>
                  <a:lnTo>
                    <a:pt x="1843125" y="100330"/>
                  </a:lnTo>
                  <a:lnTo>
                    <a:pt x="1794738" y="93154"/>
                  </a:lnTo>
                  <a:lnTo>
                    <a:pt x="1768170" y="92265"/>
                  </a:lnTo>
                  <a:lnTo>
                    <a:pt x="1526413" y="92265"/>
                  </a:lnTo>
                  <a:lnTo>
                    <a:pt x="1522171" y="96520"/>
                  </a:lnTo>
                  <a:lnTo>
                    <a:pt x="1522158" y="718172"/>
                  </a:lnTo>
                  <a:lnTo>
                    <a:pt x="1526413" y="722426"/>
                  </a:lnTo>
                  <a:lnTo>
                    <a:pt x="1621777" y="722426"/>
                  </a:lnTo>
                  <a:lnTo>
                    <a:pt x="1626031" y="718172"/>
                  </a:lnTo>
                  <a:lnTo>
                    <a:pt x="1626031" y="485559"/>
                  </a:lnTo>
                  <a:lnTo>
                    <a:pt x="1630299" y="481304"/>
                  </a:lnTo>
                  <a:lnTo>
                    <a:pt x="1707172" y="481304"/>
                  </a:lnTo>
                  <a:lnTo>
                    <a:pt x="1710080" y="482815"/>
                  </a:lnTo>
                  <a:lnTo>
                    <a:pt x="1877453" y="720915"/>
                  </a:lnTo>
                  <a:lnTo>
                    <a:pt x="1880349" y="722426"/>
                  </a:lnTo>
                  <a:lnTo>
                    <a:pt x="1988718" y="722426"/>
                  </a:lnTo>
                  <a:lnTo>
                    <a:pt x="1993226" y="713752"/>
                  </a:lnTo>
                  <a:close/>
                </a:path>
                <a:path w="2176779" h="814704">
                  <a:moveTo>
                    <a:pt x="2176615" y="96697"/>
                  </a:moveTo>
                  <a:lnTo>
                    <a:pt x="2174875" y="96697"/>
                  </a:lnTo>
                  <a:lnTo>
                    <a:pt x="2174875" y="92887"/>
                  </a:lnTo>
                  <a:lnTo>
                    <a:pt x="2070328" y="92887"/>
                  </a:lnTo>
                  <a:lnTo>
                    <a:pt x="2070328" y="96697"/>
                  </a:lnTo>
                  <a:lnTo>
                    <a:pt x="2070328" y="101777"/>
                  </a:lnTo>
                  <a:lnTo>
                    <a:pt x="2070328" y="717727"/>
                  </a:lnTo>
                  <a:lnTo>
                    <a:pt x="2072424" y="717727"/>
                  </a:lnTo>
                  <a:lnTo>
                    <a:pt x="2072424" y="722807"/>
                  </a:lnTo>
                  <a:lnTo>
                    <a:pt x="2174506" y="722807"/>
                  </a:lnTo>
                  <a:lnTo>
                    <a:pt x="2174506" y="717727"/>
                  </a:lnTo>
                  <a:lnTo>
                    <a:pt x="2176615" y="717727"/>
                  </a:lnTo>
                  <a:lnTo>
                    <a:pt x="2176615" y="101777"/>
                  </a:lnTo>
                  <a:lnTo>
                    <a:pt x="2176615" y="96697"/>
                  </a:lnTo>
                  <a:close/>
                </a:path>
              </a:pathLst>
            </a:custGeom>
            <a:solidFill>
              <a:srgbClr val="0856C3"/>
            </a:solidFill>
          </p:spPr>
          <p:txBody>
            <a:bodyPr wrap="square" lIns="0" tIns="0" rIns="0" bIns="0" rtlCol="0"/>
            <a:lstStyle/>
            <a:p>
              <a:endParaRPr sz="1637"/>
            </a:p>
          </p:txBody>
        </p:sp>
        <p:sp>
          <p:nvSpPr>
            <p:cNvPr id="38" name="object 24"/>
            <p:cNvSpPr/>
            <p:nvPr/>
          </p:nvSpPr>
          <p:spPr>
            <a:xfrm>
              <a:off x="6125802" y="7809804"/>
              <a:ext cx="4643755" cy="1894839"/>
            </a:xfrm>
            <a:custGeom>
              <a:avLst/>
              <a:gdLst/>
              <a:ahLst/>
              <a:cxnLst/>
              <a:rect l="l" t="t" r="r" b="b"/>
              <a:pathLst>
                <a:path w="4643755" h="1894840">
                  <a:moveTo>
                    <a:pt x="4643146" y="1894361"/>
                  </a:moveTo>
                  <a:lnTo>
                    <a:pt x="0" y="1894361"/>
                  </a:lnTo>
                  <a:lnTo>
                    <a:pt x="0" y="0"/>
                  </a:lnTo>
                  <a:lnTo>
                    <a:pt x="4643146" y="0"/>
                  </a:lnTo>
                  <a:lnTo>
                    <a:pt x="4643146" y="1894361"/>
                  </a:lnTo>
                  <a:close/>
                </a:path>
              </a:pathLst>
            </a:custGeom>
            <a:ln w="3175">
              <a:solidFill>
                <a:srgbClr val="221F1F"/>
              </a:solidFill>
            </a:ln>
          </p:spPr>
          <p:txBody>
            <a:bodyPr wrap="square" lIns="0" tIns="0" rIns="0" bIns="0" rtlCol="0"/>
            <a:lstStyle/>
            <a:p>
              <a:endParaRPr sz="1637"/>
            </a:p>
          </p:txBody>
        </p:sp>
        <p:sp>
          <p:nvSpPr>
            <p:cNvPr id="39" name="object 25"/>
            <p:cNvSpPr/>
            <p:nvPr/>
          </p:nvSpPr>
          <p:spPr>
            <a:xfrm>
              <a:off x="6125794" y="7809807"/>
              <a:ext cx="294005" cy="294005"/>
            </a:xfrm>
            <a:custGeom>
              <a:avLst/>
              <a:gdLst/>
              <a:ahLst/>
              <a:cxnLst/>
              <a:rect l="l" t="t" r="r" b="b"/>
              <a:pathLst>
                <a:path w="294004" h="294004">
                  <a:moveTo>
                    <a:pt x="293547" y="21221"/>
                  </a:moveTo>
                  <a:lnTo>
                    <a:pt x="291985" y="13233"/>
                  </a:lnTo>
                  <a:lnTo>
                    <a:pt x="287337" y="6223"/>
                  </a:lnTo>
                  <a:lnTo>
                    <a:pt x="280327" y="1562"/>
                  </a:lnTo>
                  <a:lnTo>
                    <a:pt x="272338" y="0"/>
                  </a:lnTo>
                  <a:lnTo>
                    <a:pt x="264350" y="1562"/>
                  </a:lnTo>
                  <a:lnTo>
                    <a:pt x="257340" y="6223"/>
                  </a:lnTo>
                  <a:lnTo>
                    <a:pt x="146773" y="116789"/>
                  </a:lnTo>
                  <a:lnTo>
                    <a:pt x="36207" y="6223"/>
                  </a:lnTo>
                  <a:lnTo>
                    <a:pt x="29197" y="1562"/>
                  </a:lnTo>
                  <a:lnTo>
                    <a:pt x="21221" y="0"/>
                  </a:lnTo>
                  <a:lnTo>
                    <a:pt x="13233" y="1562"/>
                  </a:lnTo>
                  <a:lnTo>
                    <a:pt x="6223" y="6223"/>
                  </a:lnTo>
                  <a:lnTo>
                    <a:pt x="1562" y="13233"/>
                  </a:lnTo>
                  <a:lnTo>
                    <a:pt x="12" y="21221"/>
                  </a:lnTo>
                  <a:lnTo>
                    <a:pt x="1562" y="29197"/>
                  </a:lnTo>
                  <a:lnTo>
                    <a:pt x="6223" y="36207"/>
                  </a:lnTo>
                  <a:lnTo>
                    <a:pt x="116789" y="146773"/>
                  </a:lnTo>
                  <a:lnTo>
                    <a:pt x="6223" y="257340"/>
                  </a:lnTo>
                  <a:lnTo>
                    <a:pt x="1562" y="264350"/>
                  </a:lnTo>
                  <a:lnTo>
                    <a:pt x="0" y="272326"/>
                  </a:lnTo>
                  <a:lnTo>
                    <a:pt x="1562" y="280314"/>
                  </a:lnTo>
                  <a:lnTo>
                    <a:pt x="6223" y="287337"/>
                  </a:lnTo>
                  <a:lnTo>
                    <a:pt x="10363" y="291465"/>
                  </a:lnTo>
                  <a:lnTo>
                    <a:pt x="15786" y="293547"/>
                  </a:lnTo>
                  <a:lnTo>
                    <a:pt x="21221" y="293547"/>
                  </a:lnTo>
                  <a:lnTo>
                    <a:pt x="26644" y="293547"/>
                  </a:lnTo>
                  <a:lnTo>
                    <a:pt x="32067" y="291465"/>
                  </a:lnTo>
                  <a:lnTo>
                    <a:pt x="146773" y="176771"/>
                  </a:lnTo>
                  <a:lnTo>
                    <a:pt x="261480" y="291465"/>
                  </a:lnTo>
                  <a:lnTo>
                    <a:pt x="266915" y="293547"/>
                  </a:lnTo>
                  <a:lnTo>
                    <a:pt x="272338" y="293547"/>
                  </a:lnTo>
                  <a:lnTo>
                    <a:pt x="277761" y="293547"/>
                  </a:lnTo>
                  <a:lnTo>
                    <a:pt x="283197" y="291465"/>
                  </a:lnTo>
                  <a:lnTo>
                    <a:pt x="287337" y="287337"/>
                  </a:lnTo>
                  <a:lnTo>
                    <a:pt x="291998" y="280314"/>
                  </a:lnTo>
                  <a:lnTo>
                    <a:pt x="293547" y="272326"/>
                  </a:lnTo>
                  <a:lnTo>
                    <a:pt x="291998" y="264350"/>
                  </a:lnTo>
                  <a:lnTo>
                    <a:pt x="287337" y="257340"/>
                  </a:lnTo>
                  <a:lnTo>
                    <a:pt x="176758" y="146786"/>
                  </a:lnTo>
                  <a:lnTo>
                    <a:pt x="287337" y="36207"/>
                  </a:lnTo>
                  <a:lnTo>
                    <a:pt x="291985" y="29197"/>
                  </a:lnTo>
                  <a:lnTo>
                    <a:pt x="293547" y="21221"/>
                  </a:lnTo>
                  <a:close/>
                </a:path>
              </a:pathLst>
            </a:custGeom>
            <a:solidFill>
              <a:srgbClr val="AC1F27"/>
            </a:solidFill>
          </p:spPr>
          <p:txBody>
            <a:bodyPr wrap="square" lIns="0" tIns="0" rIns="0" bIns="0" rtlCol="0"/>
            <a:lstStyle/>
            <a:p>
              <a:endParaRPr sz="1637"/>
            </a:p>
          </p:txBody>
        </p:sp>
      </p:grpSp>
      <p:grpSp>
        <p:nvGrpSpPr>
          <p:cNvPr id="40" name="object 26"/>
          <p:cNvGrpSpPr/>
          <p:nvPr/>
        </p:nvGrpSpPr>
        <p:grpSpPr>
          <a:xfrm>
            <a:off x="10538191" y="6634129"/>
            <a:ext cx="4226276" cy="1725859"/>
            <a:chOff x="11584799" y="7808495"/>
            <a:chExt cx="4646295" cy="1897380"/>
          </a:xfrm>
        </p:grpSpPr>
        <p:pic>
          <p:nvPicPr>
            <p:cNvPr id="41" name="object 27"/>
            <p:cNvPicPr/>
            <p:nvPr/>
          </p:nvPicPr>
          <p:blipFill>
            <a:blip r:embed="rId5" cstate="print"/>
            <a:stretch>
              <a:fillRect/>
            </a:stretch>
          </p:blipFill>
          <p:spPr>
            <a:xfrm>
              <a:off x="12648829" y="8167299"/>
              <a:ext cx="2345478" cy="984256"/>
            </a:xfrm>
            <a:prstGeom prst="rect">
              <a:avLst/>
            </a:prstGeom>
          </p:spPr>
        </p:pic>
        <p:sp>
          <p:nvSpPr>
            <p:cNvPr id="42" name="object 28"/>
            <p:cNvSpPr/>
            <p:nvPr/>
          </p:nvSpPr>
          <p:spPr>
            <a:xfrm>
              <a:off x="11586107" y="7809804"/>
              <a:ext cx="4643755" cy="1894839"/>
            </a:xfrm>
            <a:custGeom>
              <a:avLst/>
              <a:gdLst/>
              <a:ahLst/>
              <a:cxnLst/>
              <a:rect l="l" t="t" r="r" b="b"/>
              <a:pathLst>
                <a:path w="4643755" h="1894840">
                  <a:moveTo>
                    <a:pt x="4643146" y="1894361"/>
                  </a:moveTo>
                  <a:lnTo>
                    <a:pt x="0" y="1894361"/>
                  </a:lnTo>
                  <a:lnTo>
                    <a:pt x="0" y="0"/>
                  </a:lnTo>
                  <a:lnTo>
                    <a:pt x="4643146" y="0"/>
                  </a:lnTo>
                  <a:lnTo>
                    <a:pt x="4643146" y="1894361"/>
                  </a:lnTo>
                  <a:close/>
                </a:path>
              </a:pathLst>
            </a:custGeom>
            <a:ln w="3175">
              <a:solidFill>
                <a:srgbClr val="221F1F"/>
              </a:solidFill>
            </a:ln>
          </p:spPr>
          <p:txBody>
            <a:bodyPr wrap="square" lIns="0" tIns="0" rIns="0" bIns="0" rtlCol="0"/>
            <a:lstStyle/>
            <a:p>
              <a:endParaRPr sz="1637"/>
            </a:p>
          </p:txBody>
        </p:sp>
        <p:sp>
          <p:nvSpPr>
            <p:cNvPr id="43" name="object 29"/>
            <p:cNvSpPr/>
            <p:nvPr/>
          </p:nvSpPr>
          <p:spPr>
            <a:xfrm>
              <a:off x="11586096" y="7809807"/>
              <a:ext cx="294005" cy="294005"/>
            </a:xfrm>
            <a:custGeom>
              <a:avLst/>
              <a:gdLst/>
              <a:ahLst/>
              <a:cxnLst/>
              <a:rect l="l" t="t" r="r" b="b"/>
              <a:pathLst>
                <a:path w="294004" h="294004">
                  <a:moveTo>
                    <a:pt x="293547" y="21221"/>
                  </a:moveTo>
                  <a:lnTo>
                    <a:pt x="291998" y="13233"/>
                  </a:lnTo>
                  <a:lnTo>
                    <a:pt x="287324" y="6223"/>
                  </a:lnTo>
                  <a:lnTo>
                    <a:pt x="280314" y="1562"/>
                  </a:lnTo>
                  <a:lnTo>
                    <a:pt x="272338" y="0"/>
                  </a:lnTo>
                  <a:lnTo>
                    <a:pt x="264350" y="1562"/>
                  </a:lnTo>
                  <a:lnTo>
                    <a:pt x="257340" y="6223"/>
                  </a:lnTo>
                  <a:lnTo>
                    <a:pt x="146773" y="116789"/>
                  </a:lnTo>
                  <a:lnTo>
                    <a:pt x="36207" y="6223"/>
                  </a:lnTo>
                  <a:lnTo>
                    <a:pt x="29197" y="1562"/>
                  </a:lnTo>
                  <a:lnTo>
                    <a:pt x="21209" y="0"/>
                  </a:lnTo>
                  <a:lnTo>
                    <a:pt x="13233" y="1562"/>
                  </a:lnTo>
                  <a:lnTo>
                    <a:pt x="6210" y="6223"/>
                  </a:lnTo>
                  <a:lnTo>
                    <a:pt x="1562" y="13233"/>
                  </a:lnTo>
                  <a:lnTo>
                    <a:pt x="0" y="21221"/>
                  </a:lnTo>
                  <a:lnTo>
                    <a:pt x="1562" y="29197"/>
                  </a:lnTo>
                  <a:lnTo>
                    <a:pt x="6210" y="36207"/>
                  </a:lnTo>
                  <a:lnTo>
                    <a:pt x="116776" y="146786"/>
                  </a:lnTo>
                  <a:lnTo>
                    <a:pt x="6223" y="257340"/>
                  </a:lnTo>
                  <a:lnTo>
                    <a:pt x="1549" y="264350"/>
                  </a:lnTo>
                  <a:lnTo>
                    <a:pt x="0" y="272326"/>
                  </a:lnTo>
                  <a:lnTo>
                    <a:pt x="1549" y="280314"/>
                  </a:lnTo>
                  <a:lnTo>
                    <a:pt x="6223" y="287337"/>
                  </a:lnTo>
                  <a:lnTo>
                    <a:pt x="10350" y="291465"/>
                  </a:lnTo>
                  <a:lnTo>
                    <a:pt x="15786" y="293547"/>
                  </a:lnTo>
                  <a:lnTo>
                    <a:pt x="21209" y="293547"/>
                  </a:lnTo>
                  <a:lnTo>
                    <a:pt x="26631" y="293547"/>
                  </a:lnTo>
                  <a:lnTo>
                    <a:pt x="32067" y="291465"/>
                  </a:lnTo>
                  <a:lnTo>
                    <a:pt x="146761" y="176771"/>
                  </a:lnTo>
                  <a:lnTo>
                    <a:pt x="261480" y="291465"/>
                  </a:lnTo>
                  <a:lnTo>
                    <a:pt x="266915" y="293547"/>
                  </a:lnTo>
                  <a:lnTo>
                    <a:pt x="272338" y="293547"/>
                  </a:lnTo>
                  <a:lnTo>
                    <a:pt x="277761" y="293547"/>
                  </a:lnTo>
                  <a:lnTo>
                    <a:pt x="283197" y="291465"/>
                  </a:lnTo>
                  <a:lnTo>
                    <a:pt x="287324" y="287337"/>
                  </a:lnTo>
                  <a:lnTo>
                    <a:pt x="291998" y="280314"/>
                  </a:lnTo>
                  <a:lnTo>
                    <a:pt x="293547" y="272326"/>
                  </a:lnTo>
                  <a:lnTo>
                    <a:pt x="291998" y="264350"/>
                  </a:lnTo>
                  <a:lnTo>
                    <a:pt x="287324" y="257340"/>
                  </a:lnTo>
                  <a:lnTo>
                    <a:pt x="176758" y="146773"/>
                  </a:lnTo>
                  <a:lnTo>
                    <a:pt x="287324" y="36207"/>
                  </a:lnTo>
                  <a:lnTo>
                    <a:pt x="291998" y="29197"/>
                  </a:lnTo>
                  <a:lnTo>
                    <a:pt x="293547" y="21221"/>
                  </a:lnTo>
                  <a:close/>
                </a:path>
              </a:pathLst>
            </a:custGeom>
            <a:solidFill>
              <a:srgbClr val="AC1F27"/>
            </a:solidFill>
          </p:spPr>
          <p:txBody>
            <a:bodyPr wrap="square" lIns="0" tIns="0" rIns="0" bIns="0" rtlCol="0"/>
            <a:lstStyle/>
            <a:p>
              <a:endParaRPr sz="1637"/>
            </a:p>
          </p:txBody>
        </p:sp>
      </p:grpSp>
      <p:sp>
        <p:nvSpPr>
          <p:cNvPr id="44" name="object 30"/>
          <p:cNvSpPr txBox="1"/>
          <p:nvPr/>
        </p:nvSpPr>
        <p:spPr>
          <a:xfrm>
            <a:off x="5561130" y="3680187"/>
            <a:ext cx="3017996" cy="386639"/>
          </a:xfrm>
          <a:prstGeom prst="rect">
            <a:avLst/>
          </a:prstGeom>
        </p:spPr>
        <p:txBody>
          <a:bodyPr vert="horz" wrap="square" lIns="0" tIns="11552" rIns="0" bIns="0" rtlCol="0">
            <a:spAutoFit/>
          </a:bodyPr>
          <a:lstStyle/>
          <a:p>
            <a:pPr marL="11552" marR="4621">
              <a:lnSpc>
                <a:spcPct val="123100"/>
              </a:lnSpc>
              <a:spcBef>
                <a:spcPts val="91"/>
              </a:spcBef>
            </a:pPr>
            <a:r>
              <a:rPr sz="1001" spc="50" dirty="0">
                <a:solidFill>
                  <a:srgbClr val="0856C3"/>
                </a:solidFill>
                <a:latin typeface="Inter" panose="02000503000000020004" pitchFamily="2" charset="0"/>
                <a:ea typeface="Inter" panose="02000503000000020004" pitchFamily="2" charset="0"/>
                <a:cs typeface="Tahoma"/>
              </a:rPr>
              <a:t>Jangan</a:t>
            </a:r>
            <a:r>
              <a:rPr sz="1001" spc="55"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memutar</a:t>
            </a:r>
            <a:r>
              <a:rPr sz="1001" spc="59"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atau</a:t>
            </a:r>
            <a:r>
              <a:rPr sz="1001" spc="59"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memiringkan</a:t>
            </a:r>
            <a:r>
              <a:rPr sz="1001" spc="59"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logo. </a:t>
            </a:r>
            <a:endParaRPr lang="en-US" sz="1001" spc="-9" dirty="0">
              <a:solidFill>
                <a:srgbClr val="0856C3"/>
              </a:solidFill>
              <a:latin typeface="Inter" panose="02000503000000020004" pitchFamily="2" charset="0"/>
              <a:ea typeface="Inter" panose="02000503000000020004" pitchFamily="2" charset="0"/>
              <a:cs typeface="Tahoma"/>
            </a:endParaRPr>
          </a:p>
          <a:p>
            <a:pPr marL="11552" marR="4621">
              <a:lnSpc>
                <a:spcPct val="123100"/>
              </a:lnSpc>
              <a:spcBef>
                <a:spcPts val="91"/>
              </a:spcBef>
            </a:pPr>
            <a:r>
              <a:rPr sz="1001" dirty="0">
                <a:latin typeface="Inter" panose="02000503000000020004" pitchFamily="2" charset="0"/>
                <a:ea typeface="Inter" panose="02000503000000020004" pitchFamily="2" charset="0"/>
                <a:cs typeface="Tahoma"/>
              </a:rPr>
              <a:t>Do</a:t>
            </a:r>
            <a:r>
              <a:rPr sz="1001" spc="23"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not</a:t>
            </a:r>
            <a:r>
              <a:rPr sz="1001" spc="2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rotate</a:t>
            </a:r>
            <a:r>
              <a:rPr sz="1001" spc="2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or</a:t>
            </a:r>
            <a:r>
              <a:rPr sz="1001" spc="2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tilt</a:t>
            </a:r>
            <a:r>
              <a:rPr sz="1001" spc="2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the</a:t>
            </a:r>
            <a:r>
              <a:rPr sz="1001" spc="27"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logo.</a:t>
            </a:r>
            <a:endParaRPr sz="1001" dirty="0">
              <a:latin typeface="Inter" panose="02000503000000020004" pitchFamily="2" charset="0"/>
              <a:ea typeface="Inter" panose="02000503000000020004" pitchFamily="2" charset="0"/>
              <a:cs typeface="Tahoma"/>
            </a:endParaRPr>
          </a:p>
        </p:txBody>
      </p:sp>
      <p:sp>
        <p:nvSpPr>
          <p:cNvPr id="45" name="object 31"/>
          <p:cNvSpPr txBox="1"/>
          <p:nvPr/>
        </p:nvSpPr>
        <p:spPr>
          <a:xfrm>
            <a:off x="5561131" y="6025766"/>
            <a:ext cx="3998739" cy="393747"/>
          </a:xfrm>
          <a:prstGeom prst="rect">
            <a:avLst/>
          </a:prstGeom>
        </p:spPr>
        <p:txBody>
          <a:bodyPr vert="horz" wrap="square" lIns="0" tIns="46785" rIns="0" bIns="0" rtlCol="0">
            <a:spAutoFit/>
          </a:bodyPr>
          <a:lstStyle/>
          <a:p>
            <a:pPr marL="11552">
              <a:spcBef>
                <a:spcPts val="368"/>
              </a:spcBef>
            </a:pPr>
            <a:r>
              <a:rPr sz="1001" spc="50" dirty="0">
                <a:solidFill>
                  <a:srgbClr val="0856C3"/>
                </a:solidFill>
                <a:latin typeface="Inter" panose="02000503000000020004" pitchFamily="2" charset="0"/>
                <a:ea typeface="Inter" panose="02000503000000020004" pitchFamily="2" charset="0"/>
                <a:cs typeface="Tahoma"/>
              </a:rPr>
              <a:t>Jangan</a:t>
            </a:r>
            <a:r>
              <a:rPr sz="1001" spc="82"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mengubah</a:t>
            </a:r>
            <a:r>
              <a:rPr sz="1001" spc="86"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kerning</a:t>
            </a:r>
            <a:r>
              <a:rPr sz="1001" spc="82"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atau</a:t>
            </a:r>
            <a:r>
              <a:rPr sz="1001" spc="86"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tracking</a:t>
            </a:r>
            <a:r>
              <a:rPr sz="1001" spc="86"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logotype.</a:t>
            </a:r>
            <a:endParaRPr sz="1001">
              <a:latin typeface="Inter" panose="02000503000000020004" pitchFamily="2" charset="0"/>
              <a:ea typeface="Inter" panose="02000503000000020004" pitchFamily="2" charset="0"/>
              <a:cs typeface="Tahoma"/>
            </a:endParaRPr>
          </a:p>
          <a:p>
            <a:pPr marL="11552">
              <a:spcBef>
                <a:spcPts val="277"/>
              </a:spcBef>
            </a:pPr>
            <a:r>
              <a:rPr sz="1001" dirty="0">
                <a:latin typeface="Inter" panose="02000503000000020004" pitchFamily="2" charset="0"/>
                <a:ea typeface="Inter" panose="02000503000000020004" pitchFamily="2" charset="0"/>
                <a:cs typeface="Tahoma"/>
              </a:rPr>
              <a:t>Do</a:t>
            </a:r>
            <a:r>
              <a:rPr sz="1001" spc="59"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not</a:t>
            </a:r>
            <a:r>
              <a:rPr sz="1001" spc="64" dirty="0">
                <a:latin typeface="Inter" panose="02000503000000020004" pitchFamily="2" charset="0"/>
                <a:ea typeface="Inter" panose="02000503000000020004" pitchFamily="2" charset="0"/>
                <a:cs typeface="Tahoma"/>
              </a:rPr>
              <a:t> </a:t>
            </a:r>
            <a:r>
              <a:rPr sz="1001" spc="45" dirty="0">
                <a:latin typeface="Inter" panose="02000503000000020004" pitchFamily="2" charset="0"/>
                <a:ea typeface="Inter" panose="02000503000000020004" pitchFamily="2" charset="0"/>
                <a:cs typeface="Tahoma"/>
              </a:rPr>
              <a:t>change</a:t>
            </a:r>
            <a:r>
              <a:rPr sz="1001" spc="59"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the</a:t>
            </a:r>
            <a:r>
              <a:rPr sz="1001" spc="64"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kerning</a:t>
            </a:r>
            <a:r>
              <a:rPr sz="1001" spc="64"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or</a:t>
            </a:r>
            <a:r>
              <a:rPr sz="1001" spc="59"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tracking</a:t>
            </a:r>
            <a:r>
              <a:rPr sz="1001" spc="64"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of</a:t>
            </a:r>
            <a:r>
              <a:rPr sz="1001" spc="64"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the</a:t>
            </a:r>
            <a:r>
              <a:rPr sz="1001" spc="59"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logotype.</a:t>
            </a:r>
            <a:endParaRPr sz="1001">
              <a:latin typeface="Inter" panose="02000503000000020004" pitchFamily="2" charset="0"/>
              <a:ea typeface="Inter" panose="02000503000000020004" pitchFamily="2" charset="0"/>
              <a:cs typeface="Tahoma"/>
            </a:endParaRPr>
          </a:p>
        </p:txBody>
      </p:sp>
      <p:sp>
        <p:nvSpPr>
          <p:cNvPr id="46" name="object 32"/>
          <p:cNvSpPr txBox="1"/>
          <p:nvPr/>
        </p:nvSpPr>
        <p:spPr>
          <a:xfrm>
            <a:off x="5561130" y="8362249"/>
            <a:ext cx="4830777" cy="386639"/>
          </a:xfrm>
          <a:prstGeom prst="rect">
            <a:avLst/>
          </a:prstGeom>
        </p:spPr>
        <p:txBody>
          <a:bodyPr vert="horz" wrap="square" lIns="0" tIns="11552" rIns="0" bIns="0" rtlCol="0">
            <a:spAutoFit/>
          </a:bodyPr>
          <a:lstStyle/>
          <a:p>
            <a:pPr marL="11552" marR="4621">
              <a:lnSpc>
                <a:spcPct val="123100"/>
              </a:lnSpc>
              <a:spcBef>
                <a:spcPts val="91"/>
              </a:spcBef>
            </a:pPr>
            <a:r>
              <a:rPr sz="1001" spc="9" dirty="0">
                <a:solidFill>
                  <a:srgbClr val="0856C3"/>
                </a:solidFill>
                <a:latin typeface="Inter" panose="02000503000000020004" pitchFamily="2" charset="0"/>
                <a:ea typeface="Inter" panose="02000503000000020004" pitchFamily="2" charset="0"/>
                <a:cs typeface="Tahoma"/>
              </a:rPr>
              <a:t>Identitas</a:t>
            </a:r>
            <a:r>
              <a:rPr sz="1001" spc="68"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tidak</a:t>
            </a:r>
            <a:r>
              <a:rPr sz="1001" spc="68"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boleh</a:t>
            </a:r>
            <a:r>
              <a:rPr sz="1001" spc="73"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diterapkan</a:t>
            </a:r>
            <a:r>
              <a:rPr sz="1001" spc="68"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dengan</a:t>
            </a:r>
            <a:r>
              <a:rPr sz="1001" spc="68"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efek</a:t>
            </a:r>
            <a:r>
              <a:rPr sz="1001" spc="73"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atau</a:t>
            </a:r>
            <a:r>
              <a:rPr sz="1001" spc="68"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filter</a:t>
            </a:r>
            <a:r>
              <a:rPr sz="1001" spc="73"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khusus. </a:t>
            </a:r>
            <a:endParaRPr lang="en-US" sz="1001" spc="-9" dirty="0">
              <a:solidFill>
                <a:srgbClr val="0856C3"/>
              </a:solidFill>
              <a:latin typeface="Inter" panose="02000503000000020004" pitchFamily="2" charset="0"/>
              <a:ea typeface="Inter" panose="02000503000000020004" pitchFamily="2" charset="0"/>
              <a:cs typeface="Tahoma"/>
            </a:endParaRPr>
          </a:p>
          <a:p>
            <a:pPr marL="11552" marR="4621">
              <a:lnSpc>
                <a:spcPct val="123100"/>
              </a:lnSpc>
              <a:spcBef>
                <a:spcPts val="91"/>
              </a:spcBef>
            </a:pPr>
            <a:r>
              <a:rPr sz="1001" spc="45" dirty="0">
                <a:latin typeface="Inter" panose="02000503000000020004" pitchFamily="2" charset="0"/>
                <a:ea typeface="Inter" panose="02000503000000020004" pitchFamily="2" charset="0"/>
                <a:cs typeface="Tahoma"/>
              </a:rPr>
              <a:t>The</a:t>
            </a:r>
            <a:r>
              <a:rPr sz="1001" spc="7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identity</a:t>
            </a:r>
            <a:r>
              <a:rPr sz="1001" spc="7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should</a:t>
            </a:r>
            <a:r>
              <a:rPr sz="1001" spc="82"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never</a:t>
            </a:r>
            <a:r>
              <a:rPr sz="1001" spc="77" dirty="0">
                <a:latin typeface="Inter" panose="02000503000000020004" pitchFamily="2" charset="0"/>
                <a:ea typeface="Inter" panose="02000503000000020004" pitchFamily="2" charset="0"/>
                <a:cs typeface="Tahoma"/>
              </a:rPr>
              <a:t> </a:t>
            </a:r>
            <a:r>
              <a:rPr sz="1001" spc="50" dirty="0">
                <a:latin typeface="Inter" panose="02000503000000020004" pitchFamily="2" charset="0"/>
                <a:ea typeface="Inter" panose="02000503000000020004" pitchFamily="2" charset="0"/>
                <a:cs typeface="Tahoma"/>
              </a:rPr>
              <a:t>be</a:t>
            </a:r>
            <a:r>
              <a:rPr sz="1001" spc="82"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treated</a:t>
            </a:r>
            <a:r>
              <a:rPr sz="1001" spc="7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with</a:t>
            </a:r>
            <a:r>
              <a:rPr sz="1001" spc="82" dirty="0">
                <a:latin typeface="Inter" panose="02000503000000020004" pitchFamily="2" charset="0"/>
                <a:ea typeface="Inter" panose="02000503000000020004" pitchFamily="2" charset="0"/>
                <a:cs typeface="Tahoma"/>
              </a:rPr>
              <a:t> </a:t>
            </a:r>
            <a:r>
              <a:rPr sz="1001" spc="45" dirty="0">
                <a:latin typeface="Inter" panose="02000503000000020004" pitchFamily="2" charset="0"/>
                <a:ea typeface="Inter" panose="02000503000000020004" pitchFamily="2" charset="0"/>
                <a:cs typeface="Tahoma"/>
              </a:rPr>
              <a:t>special</a:t>
            </a:r>
            <a:r>
              <a:rPr sz="1001" spc="77"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effects</a:t>
            </a:r>
            <a:r>
              <a:rPr sz="1001" spc="82"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or</a:t>
            </a:r>
            <a:r>
              <a:rPr sz="1001" spc="77"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filters.</a:t>
            </a:r>
            <a:endParaRPr sz="1001" dirty="0">
              <a:latin typeface="Inter" panose="02000503000000020004" pitchFamily="2" charset="0"/>
              <a:ea typeface="Inter" panose="02000503000000020004" pitchFamily="2" charset="0"/>
              <a:cs typeface="Tahoma"/>
            </a:endParaRPr>
          </a:p>
        </p:txBody>
      </p:sp>
      <p:sp>
        <p:nvSpPr>
          <p:cNvPr id="47" name="object 33"/>
          <p:cNvSpPr txBox="1"/>
          <p:nvPr/>
        </p:nvSpPr>
        <p:spPr>
          <a:xfrm>
            <a:off x="10527827" y="3680187"/>
            <a:ext cx="3098014" cy="386639"/>
          </a:xfrm>
          <a:prstGeom prst="rect">
            <a:avLst/>
          </a:prstGeom>
        </p:spPr>
        <p:txBody>
          <a:bodyPr vert="horz" wrap="square" lIns="0" tIns="11552" rIns="0" bIns="0" rtlCol="0">
            <a:spAutoFit/>
          </a:bodyPr>
          <a:lstStyle/>
          <a:p>
            <a:pPr marL="11552" marR="4621">
              <a:lnSpc>
                <a:spcPct val="123100"/>
              </a:lnSpc>
              <a:spcBef>
                <a:spcPts val="91"/>
              </a:spcBef>
            </a:pPr>
            <a:r>
              <a:rPr sz="1001" spc="50" dirty="0">
                <a:solidFill>
                  <a:srgbClr val="0856C3"/>
                </a:solidFill>
                <a:latin typeface="Inter" panose="02000503000000020004" pitchFamily="2" charset="0"/>
                <a:ea typeface="Inter" panose="02000503000000020004" pitchFamily="2" charset="0"/>
                <a:cs typeface="Tahoma"/>
              </a:rPr>
              <a:t>Jangan </a:t>
            </a:r>
            <a:r>
              <a:rPr sz="1001" spc="18" dirty="0">
                <a:solidFill>
                  <a:srgbClr val="0856C3"/>
                </a:solidFill>
                <a:latin typeface="Inter" panose="02000503000000020004" pitchFamily="2" charset="0"/>
                <a:ea typeface="Inter" panose="02000503000000020004" pitchFamily="2" charset="0"/>
                <a:cs typeface="Tahoma"/>
              </a:rPr>
              <a:t>meregangkan</a:t>
            </a:r>
            <a:r>
              <a:rPr sz="1001" spc="55" dirty="0">
                <a:solidFill>
                  <a:srgbClr val="0856C3"/>
                </a:solidFill>
                <a:latin typeface="Inter" panose="02000503000000020004" pitchFamily="2" charset="0"/>
                <a:ea typeface="Inter" panose="02000503000000020004" pitchFamily="2" charset="0"/>
                <a:cs typeface="Tahoma"/>
              </a:rPr>
              <a:t> </a:t>
            </a:r>
            <a:r>
              <a:rPr sz="1001" spc="18" dirty="0">
                <a:solidFill>
                  <a:srgbClr val="0856C3"/>
                </a:solidFill>
                <a:latin typeface="Inter" panose="02000503000000020004" pitchFamily="2" charset="0"/>
                <a:ea typeface="Inter" panose="02000503000000020004" pitchFamily="2" charset="0"/>
                <a:cs typeface="Tahoma"/>
              </a:rPr>
              <a:t>atau</a:t>
            </a:r>
            <a:r>
              <a:rPr sz="1001" spc="55" dirty="0">
                <a:solidFill>
                  <a:srgbClr val="0856C3"/>
                </a:solidFill>
                <a:latin typeface="Inter" panose="02000503000000020004" pitchFamily="2" charset="0"/>
                <a:ea typeface="Inter" panose="02000503000000020004" pitchFamily="2" charset="0"/>
                <a:cs typeface="Tahoma"/>
              </a:rPr>
              <a:t> </a:t>
            </a:r>
            <a:r>
              <a:rPr sz="1001" spc="18" dirty="0">
                <a:solidFill>
                  <a:srgbClr val="0856C3"/>
                </a:solidFill>
                <a:latin typeface="Inter" panose="02000503000000020004" pitchFamily="2" charset="0"/>
                <a:ea typeface="Inter" panose="02000503000000020004" pitchFamily="2" charset="0"/>
                <a:cs typeface="Tahoma"/>
              </a:rPr>
              <a:t>menekan</a:t>
            </a:r>
            <a:r>
              <a:rPr sz="1001" spc="55"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logo. </a:t>
            </a:r>
            <a:endParaRPr lang="en-US" sz="1001" spc="-9" dirty="0">
              <a:solidFill>
                <a:srgbClr val="0856C3"/>
              </a:solidFill>
              <a:latin typeface="Inter" panose="02000503000000020004" pitchFamily="2" charset="0"/>
              <a:ea typeface="Inter" panose="02000503000000020004" pitchFamily="2" charset="0"/>
              <a:cs typeface="Tahoma"/>
            </a:endParaRPr>
          </a:p>
          <a:p>
            <a:pPr marL="11552" marR="4621">
              <a:lnSpc>
                <a:spcPct val="123100"/>
              </a:lnSpc>
              <a:spcBef>
                <a:spcPts val="91"/>
              </a:spcBef>
            </a:pPr>
            <a:r>
              <a:rPr sz="1001" dirty="0">
                <a:latin typeface="Inter" panose="02000503000000020004" pitchFamily="2" charset="0"/>
                <a:ea typeface="Inter" panose="02000503000000020004" pitchFamily="2" charset="0"/>
                <a:cs typeface="Tahoma"/>
              </a:rPr>
              <a:t>Do</a:t>
            </a:r>
            <a:r>
              <a:rPr sz="1001" spc="45"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not</a:t>
            </a:r>
            <a:r>
              <a:rPr sz="1001" spc="45"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stretch</a:t>
            </a:r>
            <a:r>
              <a:rPr sz="1001" spc="50"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or</a:t>
            </a:r>
            <a:r>
              <a:rPr sz="1001" spc="45" dirty="0">
                <a:latin typeface="Inter" panose="02000503000000020004" pitchFamily="2" charset="0"/>
                <a:ea typeface="Inter" panose="02000503000000020004" pitchFamily="2" charset="0"/>
                <a:cs typeface="Tahoma"/>
              </a:rPr>
              <a:t> </a:t>
            </a:r>
            <a:r>
              <a:rPr sz="1001" spc="50" dirty="0">
                <a:latin typeface="Inter" panose="02000503000000020004" pitchFamily="2" charset="0"/>
                <a:ea typeface="Inter" panose="02000503000000020004" pitchFamily="2" charset="0"/>
                <a:cs typeface="Tahoma"/>
              </a:rPr>
              <a:t>squeeze</a:t>
            </a:r>
            <a:r>
              <a:rPr sz="1001" spc="45"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the</a:t>
            </a:r>
            <a:r>
              <a:rPr sz="1001" spc="50"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logo.</a:t>
            </a:r>
            <a:endParaRPr sz="1001" dirty="0">
              <a:latin typeface="Inter" panose="02000503000000020004" pitchFamily="2" charset="0"/>
              <a:ea typeface="Inter" panose="02000503000000020004" pitchFamily="2" charset="0"/>
              <a:cs typeface="Tahoma"/>
            </a:endParaRPr>
          </a:p>
        </p:txBody>
      </p:sp>
      <p:sp>
        <p:nvSpPr>
          <p:cNvPr id="48" name="object 34"/>
          <p:cNvSpPr txBox="1"/>
          <p:nvPr/>
        </p:nvSpPr>
        <p:spPr>
          <a:xfrm>
            <a:off x="10527826" y="6025765"/>
            <a:ext cx="2293592" cy="386639"/>
          </a:xfrm>
          <a:prstGeom prst="rect">
            <a:avLst/>
          </a:prstGeom>
        </p:spPr>
        <p:txBody>
          <a:bodyPr vert="horz" wrap="square" lIns="0" tIns="11552" rIns="0" bIns="0" rtlCol="0">
            <a:spAutoFit/>
          </a:bodyPr>
          <a:lstStyle/>
          <a:p>
            <a:pPr marL="11552" marR="4621">
              <a:lnSpc>
                <a:spcPct val="123100"/>
              </a:lnSpc>
              <a:spcBef>
                <a:spcPts val="91"/>
              </a:spcBef>
            </a:pPr>
            <a:r>
              <a:rPr sz="1001" spc="50" dirty="0">
                <a:solidFill>
                  <a:srgbClr val="0856C3"/>
                </a:solidFill>
                <a:latin typeface="Inter" panose="02000503000000020004" pitchFamily="2" charset="0"/>
                <a:ea typeface="Inter" panose="02000503000000020004" pitchFamily="2" charset="0"/>
                <a:cs typeface="Tahoma"/>
              </a:rPr>
              <a:t>Jangan</a:t>
            </a:r>
            <a:r>
              <a:rPr sz="1001" spc="86"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mengubah</a:t>
            </a:r>
            <a:r>
              <a:rPr sz="1001" spc="91"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warna</a:t>
            </a:r>
            <a:r>
              <a:rPr sz="1001" spc="86"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logo. </a:t>
            </a:r>
            <a:endParaRPr lang="en-US" sz="1001" spc="-9" dirty="0">
              <a:solidFill>
                <a:srgbClr val="0856C3"/>
              </a:solidFill>
              <a:latin typeface="Inter" panose="02000503000000020004" pitchFamily="2" charset="0"/>
              <a:ea typeface="Inter" panose="02000503000000020004" pitchFamily="2" charset="0"/>
              <a:cs typeface="Tahoma"/>
            </a:endParaRPr>
          </a:p>
          <a:p>
            <a:pPr marL="11552" marR="4621">
              <a:lnSpc>
                <a:spcPct val="123100"/>
              </a:lnSpc>
              <a:spcBef>
                <a:spcPts val="91"/>
              </a:spcBef>
            </a:pPr>
            <a:r>
              <a:rPr sz="1001" dirty="0">
                <a:latin typeface="Inter" panose="02000503000000020004" pitchFamily="2" charset="0"/>
                <a:ea typeface="Inter" panose="02000503000000020004" pitchFamily="2" charset="0"/>
                <a:cs typeface="Tahoma"/>
              </a:rPr>
              <a:t>Do</a:t>
            </a:r>
            <a:r>
              <a:rPr sz="1001" spc="36"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not</a:t>
            </a:r>
            <a:r>
              <a:rPr sz="1001" spc="41" dirty="0">
                <a:latin typeface="Inter" panose="02000503000000020004" pitchFamily="2" charset="0"/>
                <a:ea typeface="Inter" panose="02000503000000020004" pitchFamily="2" charset="0"/>
                <a:cs typeface="Tahoma"/>
              </a:rPr>
              <a:t> </a:t>
            </a:r>
            <a:r>
              <a:rPr sz="1001" spc="45" dirty="0">
                <a:latin typeface="Inter" panose="02000503000000020004" pitchFamily="2" charset="0"/>
                <a:ea typeface="Inter" panose="02000503000000020004" pitchFamily="2" charset="0"/>
                <a:cs typeface="Tahoma"/>
              </a:rPr>
              <a:t>change</a:t>
            </a:r>
            <a:r>
              <a:rPr sz="1001" spc="41"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the</a:t>
            </a:r>
            <a:r>
              <a:rPr sz="1001" spc="41" dirty="0">
                <a:latin typeface="Inter" panose="02000503000000020004" pitchFamily="2" charset="0"/>
                <a:ea typeface="Inter" panose="02000503000000020004" pitchFamily="2" charset="0"/>
                <a:cs typeface="Tahoma"/>
              </a:rPr>
              <a:t> </a:t>
            </a:r>
            <a:r>
              <a:rPr sz="1001" dirty="0">
                <a:latin typeface="Inter" panose="02000503000000020004" pitchFamily="2" charset="0"/>
                <a:ea typeface="Inter" panose="02000503000000020004" pitchFamily="2" charset="0"/>
                <a:cs typeface="Tahoma"/>
              </a:rPr>
              <a:t>logo</a:t>
            </a:r>
            <a:r>
              <a:rPr sz="1001" spc="41"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colour.</a:t>
            </a:r>
            <a:endParaRPr sz="1001" dirty="0">
              <a:latin typeface="Inter" panose="02000503000000020004" pitchFamily="2" charset="0"/>
              <a:ea typeface="Inter" panose="02000503000000020004" pitchFamily="2" charset="0"/>
              <a:cs typeface="Tahoma"/>
            </a:endParaRPr>
          </a:p>
        </p:txBody>
      </p:sp>
      <p:sp>
        <p:nvSpPr>
          <p:cNvPr id="49" name="object 35"/>
          <p:cNvSpPr txBox="1"/>
          <p:nvPr/>
        </p:nvSpPr>
        <p:spPr>
          <a:xfrm>
            <a:off x="10527826" y="8362249"/>
            <a:ext cx="3299827" cy="386639"/>
          </a:xfrm>
          <a:prstGeom prst="rect">
            <a:avLst/>
          </a:prstGeom>
        </p:spPr>
        <p:txBody>
          <a:bodyPr vert="horz" wrap="square" lIns="0" tIns="11552" rIns="0" bIns="0" rtlCol="0">
            <a:spAutoFit/>
          </a:bodyPr>
          <a:lstStyle/>
          <a:p>
            <a:pPr marL="11552" marR="4621">
              <a:lnSpc>
                <a:spcPct val="123100"/>
              </a:lnSpc>
              <a:spcBef>
                <a:spcPts val="91"/>
              </a:spcBef>
            </a:pPr>
            <a:r>
              <a:rPr sz="1001" spc="50" dirty="0">
                <a:solidFill>
                  <a:srgbClr val="0856C3"/>
                </a:solidFill>
                <a:latin typeface="Inter" panose="02000503000000020004" pitchFamily="2" charset="0"/>
                <a:ea typeface="Inter" panose="02000503000000020004" pitchFamily="2" charset="0"/>
                <a:cs typeface="Tahoma"/>
              </a:rPr>
              <a:t>Jangan</a:t>
            </a:r>
            <a:r>
              <a:rPr sz="1001" spc="91"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gunakan</a:t>
            </a:r>
            <a:r>
              <a:rPr sz="1001" spc="91"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logo</a:t>
            </a:r>
            <a:r>
              <a:rPr sz="1001" spc="91"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dalam</a:t>
            </a:r>
            <a:r>
              <a:rPr sz="1001" spc="91"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resolusi</a:t>
            </a:r>
            <a:r>
              <a:rPr sz="1001" spc="91" dirty="0">
                <a:solidFill>
                  <a:srgbClr val="0856C3"/>
                </a:solidFill>
                <a:latin typeface="Inter" panose="02000503000000020004" pitchFamily="2" charset="0"/>
                <a:ea typeface="Inter" panose="02000503000000020004" pitchFamily="2" charset="0"/>
                <a:cs typeface="Tahoma"/>
              </a:rPr>
              <a:t> </a:t>
            </a:r>
            <a:r>
              <a:rPr sz="1001" spc="-9" dirty="0">
                <a:solidFill>
                  <a:srgbClr val="0856C3"/>
                </a:solidFill>
                <a:latin typeface="Inter" panose="02000503000000020004" pitchFamily="2" charset="0"/>
                <a:ea typeface="Inter" panose="02000503000000020004" pitchFamily="2" charset="0"/>
                <a:cs typeface="Tahoma"/>
              </a:rPr>
              <a:t>rendah. </a:t>
            </a:r>
            <a:endParaRPr lang="en-US" sz="1001" spc="-9" dirty="0">
              <a:solidFill>
                <a:srgbClr val="0856C3"/>
              </a:solidFill>
              <a:latin typeface="Inter" panose="02000503000000020004" pitchFamily="2" charset="0"/>
              <a:ea typeface="Inter" panose="02000503000000020004" pitchFamily="2" charset="0"/>
              <a:cs typeface="Tahoma"/>
            </a:endParaRPr>
          </a:p>
          <a:p>
            <a:pPr marL="11552" marR="4621">
              <a:lnSpc>
                <a:spcPct val="123100"/>
              </a:lnSpc>
              <a:spcBef>
                <a:spcPts val="91"/>
              </a:spcBef>
            </a:pPr>
            <a:r>
              <a:rPr sz="1001" spc="9" dirty="0">
                <a:latin typeface="Inter" panose="02000503000000020004" pitchFamily="2" charset="0"/>
                <a:ea typeface="Inter" panose="02000503000000020004" pitchFamily="2" charset="0"/>
                <a:cs typeface="Tahoma"/>
              </a:rPr>
              <a:t>Do</a:t>
            </a:r>
            <a:r>
              <a:rPr sz="1001" spc="45"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not</a:t>
            </a:r>
            <a:r>
              <a:rPr sz="1001" spc="45" dirty="0">
                <a:latin typeface="Inter" panose="02000503000000020004" pitchFamily="2" charset="0"/>
                <a:ea typeface="Inter" panose="02000503000000020004" pitchFamily="2" charset="0"/>
                <a:cs typeface="Tahoma"/>
              </a:rPr>
              <a:t> </a:t>
            </a:r>
            <a:r>
              <a:rPr sz="1001" spc="55" dirty="0">
                <a:latin typeface="Inter" panose="02000503000000020004" pitchFamily="2" charset="0"/>
                <a:ea typeface="Inter" panose="02000503000000020004" pitchFamily="2" charset="0"/>
                <a:cs typeface="Tahoma"/>
              </a:rPr>
              <a:t>use</a:t>
            </a:r>
            <a:r>
              <a:rPr sz="1001" spc="45"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low</a:t>
            </a:r>
            <a:r>
              <a:rPr sz="1001" spc="45"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resolution</a:t>
            </a:r>
            <a:r>
              <a:rPr sz="1001" spc="45" dirty="0">
                <a:latin typeface="Inter" panose="02000503000000020004" pitchFamily="2" charset="0"/>
                <a:ea typeface="Inter" panose="02000503000000020004" pitchFamily="2" charset="0"/>
                <a:cs typeface="Tahoma"/>
              </a:rPr>
              <a:t> </a:t>
            </a:r>
            <a:r>
              <a:rPr sz="1001" spc="-9" dirty="0">
                <a:latin typeface="Inter" panose="02000503000000020004" pitchFamily="2" charset="0"/>
                <a:ea typeface="Inter" panose="02000503000000020004" pitchFamily="2" charset="0"/>
                <a:cs typeface="Tahoma"/>
              </a:rPr>
              <a:t>logo.</a:t>
            </a:r>
            <a:endParaRPr sz="1001" dirty="0">
              <a:latin typeface="Inter" panose="02000503000000020004" pitchFamily="2" charset="0"/>
              <a:ea typeface="Inter" panose="02000503000000020004" pitchFamily="2" charset="0"/>
              <a:cs typeface="Tahoma"/>
            </a:endParaRPr>
          </a:p>
        </p:txBody>
      </p:sp>
      <p:sp>
        <p:nvSpPr>
          <p:cNvPr id="50" name="object 37"/>
          <p:cNvSpPr txBox="1"/>
          <p:nvPr/>
        </p:nvSpPr>
        <p:spPr>
          <a:xfrm>
            <a:off x="1200317" y="2027608"/>
            <a:ext cx="3965486" cy="1439492"/>
          </a:xfrm>
          <a:prstGeom prst="rect">
            <a:avLst/>
          </a:prstGeom>
        </p:spPr>
        <p:txBody>
          <a:bodyPr vert="horz" wrap="square" lIns="0" tIns="11552" rIns="0" bIns="0" rtlCol="0">
            <a:spAutoFit/>
          </a:bodyPr>
          <a:lstStyle/>
          <a:p>
            <a:pPr marL="11552" marR="15595">
              <a:lnSpc>
                <a:spcPct val="131300"/>
              </a:lnSpc>
              <a:spcBef>
                <a:spcPts val="91"/>
              </a:spcBef>
            </a:pPr>
            <a:r>
              <a:rPr sz="1200" spc="9" dirty="0">
                <a:solidFill>
                  <a:srgbClr val="0856C3"/>
                </a:solidFill>
                <a:latin typeface="Inter" panose="02000503000000020004" pitchFamily="2" charset="0"/>
                <a:ea typeface="Inter" panose="02000503000000020004" pitchFamily="2" charset="0"/>
                <a:cs typeface="Tahoma"/>
              </a:rPr>
              <a:t>Menjaga</a:t>
            </a:r>
            <a:r>
              <a:rPr sz="1200" spc="127"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integritas</a:t>
            </a:r>
            <a:r>
              <a:rPr sz="1200" spc="127"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dan</a:t>
            </a:r>
            <a:r>
              <a:rPr sz="1200" spc="127"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kekuatan</a:t>
            </a:r>
            <a:r>
              <a:rPr sz="1200" spc="132"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komunikasi</a:t>
            </a:r>
            <a:r>
              <a:rPr sz="1200" spc="127"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logo </a:t>
            </a:r>
            <a:r>
              <a:rPr sz="1200" dirty="0">
                <a:solidFill>
                  <a:srgbClr val="0856C3"/>
                </a:solidFill>
                <a:latin typeface="Inter" panose="02000503000000020004" pitchFamily="2" charset="0"/>
                <a:ea typeface="Inter" panose="02000503000000020004" pitchFamily="2" charset="0"/>
                <a:cs typeface="Tahoma"/>
              </a:rPr>
              <a:t>BRI</a:t>
            </a:r>
            <a:r>
              <a:rPr sz="1200" spc="68"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merupakan</a:t>
            </a:r>
            <a:r>
              <a:rPr sz="1200" spc="68"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hal</a:t>
            </a:r>
            <a:r>
              <a:rPr sz="1200" spc="68"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yang</a:t>
            </a:r>
            <a:r>
              <a:rPr sz="1200" spc="68"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sangat</a:t>
            </a:r>
            <a:r>
              <a:rPr sz="1200" spc="68"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penting.</a:t>
            </a:r>
            <a:r>
              <a:rPr sz="1200" spc="73"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Dalam </a:t>
            </a:r>
            <a:r>
              <a:rPr sz="1200" spc="18" dirty="0">
                <a:solidFill>
                  <a:srgbClr val="0856C3"/>
                </a:solidFill>
                <a:latin typeface="Inter" panose="02000503000000020004" pitchFamily="2" charset="0"/>
                <a:ea typeface="Inter" panose="02000503000000020004" pitchFamily="2" charset="0"/>
                <a:cs typeface="Tahoma"/>
              </a:rPr>
              <a:t>menggunakan</a:t>
            </a:r>
            <a:r>
              <a:rPr sz="1200" spc="59"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logo,</a:t>
            </a:r>
            <a:r>
              <a:rPr sz="1200" spc="64"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mohon</a:t>
            </a:r>
            <a:r>
              <a:rPr sz="1200" spc="64"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untuk</a:t>
            </a:r>
            <a:r>
              <a:rPr sz="1200" spc="64"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selalu</a:t>
            </a:r>
            <a:r>
              <a:rPr sz="1200" spc="6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mematuhi </a:t>
            </a:r>
            <a:r>
              <a:rPr sz="1200" spc="9" dirty="0">
                <a:solidFill>
                  <a:srgbClr val="0856C3"/>
                </a:solidFill>
                <a:latin typeface="Inter" panose="02000503000000020004" pitchFamily="2" charset="0"/>
                <a:ea typeface="Inter" panose="02000503000000020004" pitchFamily="2" charset="0"/>
                <a:cs typeface="Tahoma"/>
              </a:rPr>
              <a:t>panduan</a:t>
            </a:r>
            <a:r>
              <a:rPr sz="1200" spc="11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yang</a:t>
            </a:r>
            <a:r>
              <a:rPr sz="1200" spc="11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tercantum</a:t>
            </a:r>
            <a:r>
              <a:rPr sz="1200" spc="11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dalam</a:t>
            </a:r>
            <a:r>
              <a:rPr sz="1200" spc="11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style</a:t>
            </a:r>
            <a:r>
              <a:rPr sz="1200" spc="114"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guide</a:t>
            </a:r>
            <a:r>
              <a:rPr sz="1200" spc="114"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ini.</a:t>
            </a:r>
            <a:endParaRPr sz="1200" dirty="0">
              <a:latin typeface="Inter" panose="02000503000000020004" pitchFamily="2" charset="0"/>
              <a:ea typeface="Inter" panose="02000503000000020004" pitchFamily="2" charset="0"/>
              <a:cs typeface="Tahoma"/>
            </a:endParaRPr>
          </a:p>
          <a:p>
            <a:pPr marL="11552" marR="4621">
              <a:lnSpc>
                <a:spcPct val="131300"/>
              </a:lnSpc>
            </a:pPr>
            <a:r>
              <a:rPr sz="1200" spc="18" dirty="0">
                <a:solidFill>
                  <a:srgbClr val="0856C3"/>
                </a:solidFill>
                <a:latin typeface="Inter" panose="02000503000000020004" pitchFamily="2" charset="0"/>
                <a:ea typeface="Inter" panose="02000503000000020004" pitchFamily="2" charset="0"/>
                <a:cs typeface="Tahoma"/>
              </a:rPr>
              <a:t>Berikut</a:t>
            </a:r>
            <a:r>
              <a:rPr sz="1200" spc="77"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adalah</a:t>
            </a:r>
            <a:r>
              <a:rPr sz="1200" spc="77"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beberapa</a:t>
            </a:r>
            <a:r>
              <a:rPr sz="1200" spc="82"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contoh</a:t>
            </a:r>
            <a:r>
              <a:rPr sz="1200" spc="77"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penggunaan</a:t>
            </a:r>
            <a:r>
              <a:rPr sz="1200" spc="82" dirty="0">
                <a:solidFill>
                  <a:srgbClr val="0856C3"/>
                </a:solidFill>
                <a:latin typeface="Inter" panose="02000503000000020004" pitchFamily="2" charset="0"/>
                <a:ea typeface="Inter" panose="02000503000000020004" pitchFamily="2" charset="0"/>
                <a:cs typeface="Tahoma"/>
              </a:rPr>
              <a:t> </a:t>
            </a:r>
            <a:r>
              <a:rPr sz="1200" spc="-18" dirty="0">
                <a:solidFill>
                  <a:srgbClr val="0856C3"/>
                </a:solidFill>
                <a:latin typeface="Inter" panose="02000503000000020004" pitchFamily="2" charset="0"/>
                <a:ea typeface="Inter" panose="02000503000000020004" pitchFamily="2" charset="0"/>
                <a:cs typeface="Tahoma"/>
              </a:rPr>
              <a:t>yang </a:t>
            </a:r>
            <a:r>
              <a:rPr sz="1200" dirty="0">
                <a:solidFill>
                  <a:srgbClr val="0856C3"/>
                </a:solidFill>
                <a:latin typeface="Inter" panose="02000503000000020004" pitchFamily="2" charset="0"/>
                <a:ea typeface="Inter" panose="02000503000000020004" pitchFamily="2" charset="0"/>
                <a:cs typeface="Tahoma"/>
              </a:rPr>
              <a:t>harus</a:t>
            </a:r>
            <a:r>
              <a:rPr sz="1200" spc="150" dirty="0">
                <a:solidFill>
                  <a:srgbClr val="0856C3"/>
                </a:solidFill>
                <a:latin typeface="Inter" panose="02000503000000020004" pitchFamily="2" charset="0"/>
                <a:ea typeface="Inter" panose="02000503000000020004" pitchFamily="2" charset="0"/>
                <a:cs typeface="Tahoma"/>
              </a:rPr>
              <a:t> </a:t>
            </a:r>
            <a:r>
              <a:rPr sz="1200" spc="-9" dirty="0">
                <a:solidFill>
                  <a:srgbClr val="0856C3"/>
                </a:solidFill>
                <a:latin typeface="Inter" panose="02000503000000020004" pitchFamily="2" charset="0"/>
                <a:ea typeface="Inter" panose="02000503000000020004" pitchFamily="2" charset="0"/>
                <a:cs typeface="Tahoma"/>
              </a:rPr>
              <a:t>dihindari.</a:t>
            </a:r>
            <a:endParaRPr sz="1200" dirty="0">
              <a:latin typeface="Inter" panose="02000503000000020004" pitchFamily="2" charset="0"/>
              <a:ea typeface="Inter" panose="02000503000000020004" pitchFamily="2" charset="0"/>
              <a:cs typeface="Tahoma"/>
            </a:endParaRPr>
          </a:p>
        </p:txBody>
      </p:sp>
      <p:sp>
        <p:nvSpPr>
          <p:cNvPr id="51" name="object 38"/>
          <p:cNvSpPr txBox="1"/>
          <p:nvPr/>
        </p:nvSpPr>
        <p:spPr>
          <a:xfrm>
            <a:off x="1200317" y="3497676"/>
            <a:ext cx="3965486" cy="1197567"/>
          </a:xfrm>
          <a:prstGeom prst="rect">
            <a:avLst/>
          </a:prstGeom>
        </p:spPr>
        <p:txBody>
          <a:bodyPr vert="horz" wrap="square" lIns="0" tIns="11552" rIns="0" bIns="0" rtlCol="0">
            <a:spAutoFit/>
          </a:bodyPr>
          <a:lstStyle/>
          <a:p>
            <a:pPr marL="11552" marR="4621">
              <a:lnSpc>
                <a:spcPct val="131300"/>
              </a:lnSpc>
              <a:spcBef>
                <a:spcPts val="91"/>
              </a:spcBef>
            </a:pPr>
            <a:r>
              <a:rPr sz="1200" spc="-45" dirty="0">
                <a:solidFill>
                  <a:srgbClr val="666666"/>
                </a:solidFill>
                <a:latin typeface="Inter" panose="02000503000000020004" pitchFamily="2" charset="0"/>
                <a:ea typeface="Inter" panose="02000503000000020004" pitchFamily="2" charset="0"/>
                <a:cs typeface="Tahoma"/>
              </a:rPr>
              <a:t>It</a:t>
            </a:r>
            <a:r>
              <a:rPr sz="1200" spc="91"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is</a:t>
            </a:r>
            <a:r>
              <a:rPr sz="1200" spc="91"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essential</a:t>
            </a:r>
            <a:r>
              <a:rPr sz="1200" spc="91"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to</a:t>
            </a:r>
            <a:r>
              <a:rPr sz="1200" spc="96"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maintain</a:t>
            </a:r>
            <a:r>
              <a:rPr sz="1200" spc="91"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the</a:t>
            </a:r>
            <a:r>
              <a:rPr sz="1200" spc="91"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integrity</a:t>
            </a:r>
            <a:r>
              <a:rPr sz="1200" spc="96" dirty="0">
                <a:solidFill>
                  <a:srgbClr val="666666"/>
                </a:solidFill>
                <a:latin typeface="Inter" panose="02000503000000020004" pitchFamily="2" charset="0"/>
                <a:ea typeface="Inter" panose="02000503000000020004" pitchFamily="2" charset="0"/>
                <a:cs typeface="Tahoma"/>
              </a:rPr>
              <a:t> </a:t>
            </a:r>
            <a:r>
              <a:rPr sz="1200" spc="-23" dirty="0">
                <a:solidFill>
                  <a:srgbClr val="666666"/>
                </a:solidFill>
                <a:latin typeface="Inter" panose="02000503000000020004" pitchFamily="2" charset="0"/>
                <a:ea typeface="Inter" panose="02000503000000020004" pitchFamily="2" charset="0"/>
                <a:cs typeface="Tahoma"/>
              </a:rPr>
              <a:t>and </a:t>
            </a:r>
            <a:r>
              <a:rPr sz="1200" dirty="0">
                <a:solidFill>
                  <a:srgbClr val="666666"/>
                </a:solidFill>
                <a:latin typeface="Inter" panose="02000503000000020004" pitchFamily="2" charset="0"/>
                <a:ea typeface="Inter" panose="02000503000000020004" pitchFamily="2" charset="0"/>
                <a:cs typeface="Tahoma"/>
              </a:rPr>
              <a:t>communicative</a:t>
            </a:r>
            <a:r>
              <a:rPr sz="1200" spc="109"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power</a:t>
            </a:r>
            <a:r>
              <a:rPr sz="1200" spc="109"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of</a:t>
            </a:r>
            <a:r>
              <a:rPr sz="1200" spc="109"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the</a:t>
            </a:r>
            <a:r>
              <a:rPr sz="1200" spc="109"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BRI</a:t>
            </a:r>
            <a:r>
              <a:rPr sz="1200" spc="109"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logo.</a:t>
            </a:r>
            <a:r>
              <a:rPr sz="1200" spc="109" dirty="0">
                <a:solidFill>
                  <a:srgbClr val="666666"/>
                </a:solidFill>
                <a:latin typeface="Inter" panose="02000503000000020004" pitchFamily="2" charset="0"/>
                <a:ea typeface="Inter" panose="02000503000000020004" pitchFamily="2" charset="0"/>
                <a:cs typeface="Tahoma"/>
              </a:rPr>
              <a:t> </a:t>
            </a:r>
            <a:r>
              <a:rPr sz="1200" spc="45" dirty="0">
                <a:solidFill>
                  <a:srgbClr val="666666"/>
                </a:solidFill>
                <a:latin typeface="Inter" panose="02000503000000020004" pitchFamily="2" charset="0"/>
                <a:ea typeface="Inter" panose="02000503000000020004" pitchFamily="2" charset="0"/>
                <a:cs typeface="Tahoma"/>
              </a:rPr>
              <a:t>When</a:t>
            </a:r>
            <a:r>
              <a:rPr sz="1200" spc="109"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using</a:t>
            </a:r>
            <a:r>
              <a:rPr sz="1200" spc="4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the</a:t>
            </a:r>
            <a:r>
              <a:rPr sz="1200" spc="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logo,</a:t>
            </a:r>
            <a:r>
              <a:rPr sz="1200" spc="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please</a:t>
            </a:r>
            <a:r>
              <a:rPr sz="1200" spc="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respect</a:t>
            </a:r>
            <a:r>
              <a:rPr sz="1200" spc="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the</a:t>
            </a:r>
            <a:r>
              <a:rPr sz="1200" spc="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guidance</a:t>
            </a:r>
            <a:r>
              <a:rPr sz="1200" spc="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within</a:t>
            </a:r>
            <a:r>
              <a:rPr sz="1200" spc="59"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this</a:t>
            </a:r>
            <a:r>
              <a:rPr sz="1200" spc="55"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style </a:t>
            </a:r>
            <a:r>
              <a:rPr sz="1200" spc="18" dirty="0">
                <a:solidFill>
                  <a:srgbClr val="666666"/>
                </a:solidFill>
                <a:latin typeface="Inter" panose="02000503000000020004" pitchFamily="2" charset="0"/>
                <a:ea typeface="Inter" panose="02000503000000020004" pitchFamily="2" charset="0"/>
                <a:cs typeface="Tahoma"/>
              </a:rPr>
              <a:t>guide.</a:t>
            </a:r>
            <a:r>
              <a:rPr sz="1200" spc="23"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Here</a:t>
            </a:r>
            <a:r>
              <a:rPr sz="1200" spc="23"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are</a:t>
            </a:r>
            <a:r>
              <a:rPr sz="1200" spc="23"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some</a:t>
            </a:r>
            <a:r>
              <a:rPr sz="1200" spc="23"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common</a:t>
            </a:r>
            <a:r>
              <a:rPr sz="1200" spc="23"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applications</a:t>
            </a:r>
            <a:r>
              <a:rPr sz="1200" spc="23" dirty="0">
                <a:solidFill>
                  <a:srgbClr val="666666"/>
                </a:solidFill>
                <a:latin typeface="Inter" panose="02000503000000020004" pitchFamily="2" charset="0"/>
                <a:ea typeface="Inter" panose="02000503000000020004" pitchFamily="2" charset="0"/>
                <a:cs typeface="Tahoma"/>
              </a:rPr>
              <a:t> </a:t>
            </a:r>
            <a:r>
              <a:rPr sz="1200" spc="18" dirty="0">
                <a:solidFill>
                  <a:srgbClr val="666666"/>
                </a:solidFill>
                <a:latin typeface="Inter" panose="02000503000000020004" pitchFamily="2" charset="0"/>
                <a:ea typeface="Inter" panose="02000503000000020004" pitchFamily="2" charset="0"/>
                <a:cs typeface="Tahoma"/>
              </a:rPr>
              <a:t>to</a:t>
            </a:r>
            <a:r>
              <a:rPr sz="1200" spc="23" dirty="0">
                <a:solidFill>
                  <a:srgbClr val="666666"/>
                </a:solidFill>
                <a:latin typeface="Inter" panose="02000503000000020004" pitchFamily="2" charset="0"/>
                <a:ea typeface="Inter" panose="02000503000000020004" pitchFamily="2" charset="0"/>
                <a:cs typeface="Tahoma"/>
              </a:rPr>
              <a:t> </a:t>
            </a:r>
            <a:r>
              <a:rPr sz="1200" spc="-9" dirty="0">
                <a:solidFill>
                  <a:srgbClr val="666666"/>
                </a:solidFill>
                <a:latin typeface="Inter" panose="02000503000000020004" pitchFamily="2" charset="0"/>
                <a:ea typeface="Inter" panose="02000503000000020004" pitchFamily="2" charset="0"/>
                <a:cs typeface="Tahoma"/>
              </a:rPr>
              <a:t>avoid.</a:t>
            </a:r>
            <a:endParaRPr sz="1200" dirty="0">
              <a:latin typeface="Inter" panose="02000503000000020004" pitchFamily="2" charset="0"/>
              <a:ea typeface="Inter" panose="02000503000000020004" pitchFamily="2" charset="0"/>
              <a:cs typeface="Tahoma"/>
            </a:endParaRPr>
          </a:p>
        </p:txBody>
      </p:sp>
      <p:sp>
        <p:nvSpPr>
          <p:cNvPr id="53" name="TextBox 52">
            <a:extLst>
              <a:ext uri="{FF2B5EF4-FFF2-40B4-BE49-F238E27FC236}">
                <a16:creationId xmlns:a16="http://schemas.microsoft.com/office/drawing/2014/main" id="{719EF5C1-57E3-F338-60A4-DE354768ED8A}"/>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15</a:t>
            </a:fld>
            <a:endParaRPr lang="en-US" b="1"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682829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7B8C5-37E8-A361-D773-601410F05E31}"/>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5BBA9C31-F4E6-8838-79AF-0B6A4A651B05}"/>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5D6D1A6D-5466-44BE-AF5B-64369592E220}"/>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2" name="object 2">
            <a:extLst>
              <a:ext uri="{FF2B5EF4-FFF2-40B4-BE49-F238E27FC236}">
                <a16:creationId xmlns:a16="http://schemas.microsoft.com/office/drawing/2014/main" id="{1EF33477-4D0F-8CC5-828C-9DABD11F0671}"/>
              </a:ext>
            </a:extLst>
          </p:cNvPr>
          <p:cNvSpPr txBox="1"/>
          <p:nvPr/>
        </p:nvSpPr>
        <p:spPr>
          <a:xfrm>
            <a:off x="5556203" y="647700"/>
            <a:ext cx="5081945" cy="1126590"/>
          </a:xfrm>
          <a:prstGeom prst="rect">
            <a:avLst/>
          </a:prstGeom>
        </p:spPr>
        <p:txBody>
          <a:bodyPr vert="horz" wrap="square" lIns="0" tIns="89535" rIns="0" bIns="0" rtlCol="0">
            <a:spAutoFit/>
          </a:bodyPr>
          <a:lstStyle/>
          <a:p>
            <a:pPr marL="12700">
              <a:lnSpc>
                <a:spcPct val="100000"/>
              </a:lnSpc>
              <a:spcBef>
                <a:spcPts val="705"/>
              </a:spcBef>
            </a:pPr>
            <a:r>
              <a:rPr sz="3950" b="1" spc="195" dirty="0">
                <a:solidFill>
                  <a:srgbClr val="0856C3"/>
                </a:solidFill>
                <a:latin typeface="Inter" panose="02000503000000020004" pitchFamily="2" charset="0"/>
                <a:ea typeface="Inter" panose="02000503000000020004" pitchFamily="2" charset="0"/>
                <a:cs typeface="Tahoma"/>
              </a:rPr>
              <a:t>Typeface</a:t>
            </a:r>
            <a:r>
              <a:rPr sz="3950" b="1" spc="-90" dirty="0">
                <a:solidFill>
                  <a:srgbClr val="0856C3"/>
                </a:solidFill>
                <a:latin typeface="Inter" panose="02000503000000020004" pitchFamily="2" charset="0"/>
                <a:ea typeface="Inter" panose="02000503000000020004" pitchFamily="2" charset="0"/>
                <a:cs typeface="Tahoma"/>
              </a:rPr>
              <a:t> </a:t>
            </a:r>
            <a:r>
              <a:rPr sz="3950" b="1" spc="145" dirty="0">
                <a:solidFill>
                  <a:srgbClr val="0856C3"/>
                </a:solidFill>
                <a:latin typeface="Inter" panose="02000503000000020004" pitchFamily="2" charset="0"/>
                <a:ea typeface="Inter" panose="02000503000000020004" pitchFamily="2" charset="0"/>
                <a:cs typeface="Tahoma"/>
              </a:rPr>
              <a:t>Brand</a:t>
            </a:r>
            <a:endParaRPr sz="3950" b="1" dirty="0">
              <a:latin typeface="Inter" panose="02000503000000020004" pitchFamily="2" charset="0"/>
              <a:ea typeface="Inter" panose="02000503000000020004" pitchFamily="2" charset="0"/>
              <a:cs typeface="Tahoma"/>
            </a:endParaRPr>
          </a:p>
          <a:p>
            <a:pPr marL="12700">
              <a:lnSpc>
                <a:spcPct val="100000"/>
              </a:lnSpc>
              <a:spcBef>
                <a:spcPts val="400"/>
              </a:spcBef>
            </a:pPr>
            <a:r>
              <a:rPr sz="2450" spc="110" dirty="0">
                <a:solidFill>
                  <a:srgbClr val="0856C3"/>
                </a:solidFill>
                <a:latin typeface="Inter" panose="02000503000000020004" pitchFamily="2" charset="0"/>
                <a:ea typeface="Inter" panose="02000503000000020004" pitchFamily="2" charset="0"/>
                <a:cs typeface="Tahoma"/>
              </a:rPr>
              <a:t>Brand</a:t>
            </a:r>
            <a:r>
              <a:rPr sz="2450" spc="-75" dirty="0">
                <a:solidFill>
                  <a:srgbClr val="0856C3"/>
                </a:solidFill>
                <a:latin typeface="Inter" panose="02000503000000020004" pitchFamily="2" charset="0"/>
                <a:ea typeface="Inter" panose="02000503000000020004" pitchFamily="2" charset="0"/>
                <a:cs typeface="Tahoma"/>
              </a:rPr>
              <a:t> </a:t>
            </a:r>
            <a:r>
              <a:rPr sz="2450" spc="125" dirty="0">
                <a:solidFill>
                  <a:srgbClr val="0856C3"/>
                </a:solidFill>
                <a:latin typeface="Inter" panose="02000503000000020004" pitchFamily="2" charset="0"/>
                <a:ea typeface="Inter" panose="02000503000000020004" pitchFamily="2" charset="0"/>
                <a:cs typeface="Tahoma"/>
              </a:rPr>
              <a:t>Typeface</a:t>
            </a:r>
            <a:endParaRPr sz="2450" dirty="0">
              <a:latin typeface="Inter" panose="02000503000000020004" pitchFamily="2" charset="0"/>
              <a:ea typeface="Inter" panose="02000503000000020004" pitchFamily="2" charset="0"/>
              <a:cs typeface="Tahoma"/>
            </a:endParaRPr>
          </a:p>
        </p:txBody>
      </p:sp>
      <p:sp>
        <p:nvSpPr>
          <p:cNvPr id="3" name="object 5">
            <a:extLst>
              <a:ext uri="{FF2B5EF4-FFF2-40B4-BE49-F238E27FC236}">
                <a16:creationId xmlns:a16="http://schemas.microsoft.com/office/drawing/2014/main" id="{B01018DC-F4A3-8893-D6BF-58B7CB748C2A}"/>
              </a:ext>
            </a:extLst>
          </p:cNvPr>
          <p:cNvSpPr txBox="1"/>
          <p:nvPr/>
        </p:nvSpPr>
        <p:spPr>
          <a:xfrm>
            <a:off x="5889890" y="5637163"/>
            <a:ext cx="10456516" cy="2192266"/>
          </a:xfrm>
          <a:prstGeom prst="rect">
            <a:avLst/>
          </a:prstGeom>
        </p:spPr>
        <p:txBody>
          <a:bodyPr vert="horz" wrap="square" lIns="0" tIns="14604" rIns="0" bIns="0" rtlCol="0">
            <a:spAutoFit/>
          </a:bodyPr>
          <a:lstStyle/>
          <a:p>
            <a:pPr marL="12700">
              <a:lnSpc>
                <a:spcPct val="100000"/>
              </a:lnSpc>
              <a:spcBef>
                <a:spcPts val="3879"/>
              </a:spcBef>
              <a:tabLst>
                <a:tab pos="2765425" algn="l"/>
                <a:tab pos="5737225" algn="l"/>
              </a:tabLst>
            </a:pPr>
            <a:r>
              <a:rPr sz="4500" spc="140" dirty="0">
                <a:solidFill>
                  <a:srgbClr val="0856C3"/>
                </a:solidFill>
                <a:latin typeface="Inter" panose="02000503000000020004" pitchFamily="2" charset="0"/>
                <a:ea typeface="Inter" panose="02000503000000020004" pitchFamily="2" charset="0"/>
                <a:cs typeface="Tahoma"/>
              </a:rPr>
              <a:t>Regular</a:t>
            </a:r>
            <a:r>
              <a:rPr sz="4500" dirty="0">
                <a:solidFill>
                  <a:srgbClr val="0856C3"/>
                </a:solidFill>
                <a:latin typeface="Inter" panose="02000503000000020004" pitchFamily="2" charset="0"/>
                <a:ea typeface="Inter" panose="02000503000000020004" pitchFamily="2" charset="0"/>
                <a:cs typeface="Tahoma"/>
              </a:rPr>
              <a:t>	</a:t>
            </a:r>
            <a:r>
              <a:rPr sz="4500" spc="-10" dirty="0">
                <a:solidFill>
                  <a:srgbClr val="0856C3"/>
                </a:solidFill>
                <a:latin typeface="Inter" panose="02000503000000020004" pitchFamily="2" charset="0"/>
                <a:ea typeface="Inter" panose="02000503000000020004" pitchFamily="2" charset="0"/>
                <a:cs typeface="Verdana"/>
              </a:rPr>
              <a:t>Medium</a:t>
            </a:r>
            <a:r>
              <a:rPr sz="4500" dirty="0">
                <a:solidFill>
                  <a:srgbClr val="0856C3"/>
                </a:solidFill>
                <a:latin typeface="Inter" panose="02000503000000020004" pitchFamily="2" charset="0"/>
                <a:ea typeface="Inter" panose="02000503000000020004" pitchFamily="2" charset="0"/>
                <a:cs typeface="Verdana"/>
              </a:rPr>
              <a:t>	</a:t>
            </a:r>
            <a:r>
              <a:rPr sz="4500" b="1" spc="-10" dirty="0" err="1">
                <a:solidFill>
                  <a:srgbClr val="0856C3"/>
                </a:solidFill>
                <a:latin typeface="Inter" panose="02000503000000020004" pitchFamily="2" charset="0"/>
                <a:ea typeface="Inter" panose="02000503000000020004" pitchFamily="2" charset="0"/>
                <a:cs typeface="Inter SemiBold"/>
              </a:rPr>
              <a:t>SemiBold</a:t>
            </a:r>
            <a:endParaRPr lang="en-US" sz="4500" b="1" dirty="0">
              <a:latin typeface="Inter" panose="02000503000000020004" pitchFamily="2" charset="0"/>
              <a:ea typeface="Inter" panose="02000503000000020004" pitchFamily="2" charset="0"/>
              <a:cs typeface="Inter SemiBold"/>
            </a:endParaRPr>
          </a:p>
          <a:p>
            <a:pPr marL="12700" algn="ctr">
              <a:lnSpc>
                <a:spcPct val="100000"/>
              </a:lnSpc>
              <a:spcBef>
                <a:spcPts val="3879"/>
              </a:spcBef>
              <a:tabLst>
                <a:tab pos="2765425" algn="l"/>
                <a:tab pos="5737225" algn="l"/>
              </a:tabLst>
            </a:pPr>
            <a:r>
              <a:rPr sz="3200" spc="225" dirty="0">
                <a:solidFill>
                  <a:srgbClr val="0856C3"/>
                </a:solidFill>
                <a:latin typeface="Inter" panose="02000503000000020004" pitchFamily="2" charset="0"/>
                <a:ea typeface="Inter" panose="02000503000000020004" pitchFamily="2" charset="0"/>
                <a:cs typeface="Tahoma"/>
              </a:rPr>
              <a:t>ABCDEFGHIJKLMNOPQRSTUVWXYZ</a:t>
            </a:r>
            <a:br>
              <a:rPr lang="en-US" sz="3200" dirty="0">
                <a:latin typeface="Inter" panose="02000503000000020004" pitchFamily="2" charset="0"/>
                <a:ea typeface="Inter" panose="02000503000000020004" pitchFamily="2" charset="0"/>
                <a:cs typeface="Tahoma"/>
              </a:rPr>
            </a:br>
            <a:r>
              <a:rPr sz="3200" spc="135" dirty="0" err="1">
                <a:solidFill>
                  <a:srgbClr val="0856C3"/>
                </a:solidFill>
                <a:latin typeface="Inter" panose="02000503000000020004" pitchFamily="2" charset="0"/>
                <a:ea typeface="Inter" panose="02000503000000020004" pitchFamily="2" charset="0"/>
                <a:cs typeface="Tahoma"/>
              </a:rPr>
              <a:t>abcdefghijklmnopqrstuvwxyz</a:t>
            </a:r>
            <a:endParaRPr sz="3200" dirty="0">
              <a:latin typeface="Inter" panose="02000503000000020004" pitchFamily="2" charset="0"/>
              <a:ea typeface="Inter" panose="02000503000000020004" pitchFamily="2" charset="0"/>
              <a:cs typeface="Tahoma"/>
            </a:endParaRPr>
          </a:p>
        </p:txBody>
      </p:sp>
      <p:sp>
        <p:nvSpPr>
          <p:cNvPr id="4" name="object 6">
            <a:extLst>
              <a:ext uri="{FF2B5EF4-FFF2-40B4-BE49-F238E27FC236}">
                <a16:creationId xmlns:a16="http://schemas.microsoft.com/office/drawing/2014/main" id="{5AEA4857-67BA-753E-2DF1-3E4533694A1D}"/>
              </a:ext>
            </a:extLst>
          </p:cNvPr>
          <p:cNvSpPr txBox="1"/>
          <p:nvPr/>
        </p:nvSpPr>
        <p:spPr>
          <a:xfrm>
            <a:off x="14889656" y="5637163"/>
            <a:ext cx="1280160" cy="716280"/>
          </a:xfrm>
          <a:prstGeom prst="rect">
            <a:avLst/>
          </a:prstGeom>
        </p:spPr>
        <p:txBody>
          <a:bodyPr vert="horz" wrap="square" lIns="0" tIns="16510" rIns="0" bIns="0" rtlCol="0">
            <a:spAutoFit/>
          </a:bodyPr>
          <a:lstStyle/>
          <a:p>
            <a:pPr marL="12700">
              <a:lnSpc>
                <a:spcPct val="100000"/>
              </a:lnSpc>
              <a:spcBef>
                <a:spcPts val="130"/>
              </a:spcBef>
            </a:pPr>
            <a:r>
              <a:rPr sz="4500" b="1" spc="-40" dirty="0">
                <a:solidFill>
                  <a:srgbClr val="0856C3"/>
                </a:solidFill>
                <a:latin typeface="Inter" panose="02000503000000020004" pitchFamily="2" charset="0"/>
                <a:ea typeface="Inter" panose="02000503000000020004" pitchFamily="2" charset="0"/>
                <a:cs typeface="Tahoma"/>
              </a:rPr>
              <a:t>Bold</a:t>
            </a:r>
            <a:endParaRPr sz="4500" dirty="0">
              <a:latin typeface="Inter" panose="02000503000000020004" pitchFamily="2" charset="0"/>
              <a:ea typeface="Inter" panose="02000503000000020004" pitchFamily="2" charset="0"/>
              <a:cs typeface="Tahoma"/>
            </a:endParaRPr>
          </a:p>
        </p:txBody>
      </p:sp>
      <p:sp>
        <p:nvSpPr>
          <p:cNvPr id="5" name="object 8">
            <a:extLst>
              <a:ext uri="{FF2B5EF4-FFF2-40B4-BE49-F238E27FC236}">
                <a16:creationId xmlns:a16="http://schemas.microsoft.com/office/drawing/2014/main" id="{BCC0DECF-C52A-7634-A6CA-E850CEDD6660}"/>
              </a:ext>
            </a:extLst>
          </p:cNvPr>
          <p:cNvSpPr txBox="1"/>
          <p:nvPr/>
        </p:nvSpPr>
        <p:spPr>
          <a:xfrm>
            <a:off x="1249052" y="1943100"/>
            <a:ext cx="3761826" cy="3656450"/>
          </a:xfrm>
          <a:prstGeom prst="rect">
            <a:avLst/>
          </a:prstGeom>
        </p:spPr>
        <p:txBody>
          <a:bodyPr vert="horz" wrap="square" lIns="0" tIns="12700" rIns="0" bIns="0" rtlCol="0">
            <a:spAutoFit/>
          </a:bodyPr>
          <a:lstStyle/>
          <a:p>
            <a:pPr marL="12700" marR="5080">
              <a:lnSpc>
                <a:spcPct val="131300"/>
              </a:lnSpc>
              <a:spcBef>
                <a:spcPts val="100"/>
              </a:spcBef>
            </a:pPr>
            <a:r>
              <a:rPr sz="1200" dirty="0">
                <a:solidFill>
                  <a:srgbClr val="0856C3"/>
                </a:solidFill>
                <a:latin typeface="Inter" panose="02000503000000020004" pitchFamily="2" charset="0"/>
                <a:ea typeface="Inter" panose="02000503000000020004" pitchFamily="2" charset="0"/>
                <a:cs typeface="Tahoma"/>
              </a:rPr>
              <a:t>Inter</a:t>
            </a:r>
            <a:r>
              <a:rPr sz="1200" spc="13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adalah</a:t>
            </a:r>
            <a:r>
              <a:rPr sz="1200" spc="13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typeface</a:t>
            </a:r>
            <a:r>
              <a:rPr sz="1200" spc="13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utama</a:t>
            </a:r>
            <a:r>
              <a:rPr sz="1200" spc="13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BRI</a:t>
            </a:r>
            <a:r>
              <a:rPr sz="1200" spc="13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yang</a:t>
            </a:r>
            <a:r>
              <a:rPr sz="1200" spc="13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digunakan</a:t>
            </a:r>
            <a:r>
              <a:rPr sz="1200" spc="135" dirty="0">
                <a:solidFill>
                  <a:srgbClr val="0856C3"/>
                </a:solidFill>
                <a:latin typeface="Inter" panose="02000503000000020004" pitchFamily="2" charset="0"/>
                <a:ea typeface="Inter" panose="02000503000000020004" pitchFamily="2" charset="0"/>
                <a:cs typeface="Tahoma"/>
              </a:rPr>
              <a:t> </a:t>
            </a:r>
            <a:r>
              <a:rPr sz="1200" spc="-25" dirty="0">
                <a:solidFill>
                  <a:srgbClr val="0856C3"/>
                </a:solidFill>
                <a:latin typeface="Inter" panose="02000503000000020004" pitchFamily="2" charset="0"/>
                <a:ea typeface="Inter" panose="02000503000000020004" pitchFamily="2" charset="0"/>
                <a:cs typeface="Tahoma"/>
              </a:rPr>
              <a:t>di </a:t>
            </a:r>
            <a:r>
              <a:rPr sz="1200" spc="10" dirty="0">
                <a:solidFill>
                  <a:srgbClr val="0856C3"/>
                </a:solidFill>
                <a:latin typeface="Inter" panose="02000503000000020004" pitchFamily="2" charset="0"/>
                <a:ea typeface="Inter" panose="02000503000000020004" pitchFamily="2" charset="0"/>
                <a:cs typeface="Tahoma"/>
              </a:rPr>
              <a:t>seluruh</a:t>
            </a:r>
            <a:r>
              <a:rPr sz="1200" spc="14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komunikasi</a:t>
            </a:r>
            <a:r>
              <a:rPr sz="1200" spc="15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brand.</a:t>
            </a:r>
            <a:r>
              <a:rPr sz="1200" spc="15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Dengan</a:t>
            </a:r>
            <a:r>
              <a:rPr sz="1200" spc="14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beragam</a:t>
            </a:r>
            <a:r>
              <a:rPr sz="1200" spc="15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bobot</a:t>
            </a:r>
            <a:r>
              <a:rPr sz="1200" spc="50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dan</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gaya,</a:t>
            </a:r>
            <a:r>
              <a:rPr sz="1200" spc="7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Inter</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dapat</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beradaptasi</a:t>
            </a:r>
            <a:r>
              <a:rPr sz="1200" spc="75" dirty="0">
                <a:solidFill>
                  <a:srgbClr val="0856C3"/>
                </a:solidFill>
                <a:latin typeface="Inter" panose="02000503000000020004" pitchFamily="2" charset="0"/>
                <a:ea typeface="Inter" panose="02000503000000020004" pitchFamily="2" charset="0"/>
                <a:cs typeface="Tahoma"/>
              </a:rPr>
              <a:t> </a:t>
            </a:r>
            <a:r>
              <a:rPr sz="1200" spc="50" dirty="0">
                <a:solidFill>
                  <a:srgbClr val="0856C3"/>
                </a:solidFill>
                <a:latin typeface="Inter" panose="02000503000000020004" pitchFamily="2" charset="0"/>
                <a:ea typeface="Inter" panose="02000503000000020004" pitchFamily="2" charset="0"/>
                <a:cs typeface="Tahoma"/>
              </a:rPr>
              <a:t>secara</a:t>
            </a:r>
            <a:r>
              <a:rPr sz="1200" spc="7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konsisten</a:t>
            </a:r>
            <a:r>
              <a:rPr sz="1200" spc="75" dirty="0">
                <a:solidFill>
                  <a:srgbClr val="0856C3"/>
                </a:solidFill>
                <a:latin typeface="Inter" panose="02000503000000020004" pitchFamily="2" charset="0"/>
                <a:ea typeface="Inter" panose="02000503000000020004" pitchFamily="2" charset="0"/>
                <a:cs typeface="Tahoma"/>
              </a:rPr>
              <a:t> </a:t>
            </a:r>
            <a:r>
              <a:rPr sz="1200" spc="-25" dirty="0">
                <a:solidFill>
                  <a:srgbClr val="0856C3"/>
                </a:solidFill>
                <a:latin typeface="Inter" panose="02000503000000020004" pitchFamily="2" charset="0"/>
                <a:ea typeface="Inter" panose="02000503000000020004" pitchFamily="2" charset="0"/>
                <a:cs typeface="Tahoma"/>
              </a:rPr>
              <a:t>di </a:t>
            </a:r>
            <a:r>
              <a:rPr sz="1200" spc="20" dirty="0">
                <a:solidFill>
                  <a:srgbClr val="0856C3"/>
                </a:solidFill>
                <a:latin typeface="Inter" panose="02000503000000020004" pitchFamily="2" charset="0"/>
                <a:ea typeface="Inter" panose="02000503000000020004" pitchFamily="2" charset="0"/>
                <a:cs typeface="Tahoma"/>
              </a:rPr>
              <a:t>seluruh</a:t>
            </a:r>
            <a:r>
              <a:rPr sz="1200" spc="3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ekosistem</a:t>
            </a:r>
            <a:r>
              <a:rPr sz="1200" spc="4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BRI—mulai</a:t>
            </a:r>
            <a:r>
              <a:rPr sz="1200" spc="4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dari</a:t>
            </a:r>
            <a:r>
              <a:rPr sz="1200" spc="4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aplikasi</a:t>
            </a:r>
            <a:r>
              <a:rPr sz="1200" spc="4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digital</a:t>
            </a:r>
            <a:r>
              <a:rPr sz="1200" spc="40" dirty="0">
                <a:solidFill>
                  <a:srgbClr val="0856C3"/>
                </a:solidFill>
                <a:latin typeface="Inter" panose="02000503000000020004" pitchFamily="2" charset="0"/>
                <a:ea typeface="Inter" panose="02000503000000020004" pitchFamily="2" charset="0"/>
                <a:cs typeface="Tahoma"/>
              </a:rPr>
              <a:t> </a:t>
            </a:r>
            <a:r>
              <a:rPr sz="1200" spc="-25" dirty="0">
                <a:solidFill>
                  <a:srgbClr val="0856C3"/>
                </a:solidFill>
                <a:latin typeface="Inter" panose="02000503000000020004" pitchFamily="2" charset="0"/>
                <a:ea typeface="Inter" panose="02000503000000020004" pitchFamily="2" charset="0"/>
                <a:cs typeface="Tahoma"/>
              </a:rPr>
              <a:t>dan </a:t>
            </a:r>
            <a:r>
              <a:rPr sz="1200" spc="10" dirty="0">
                <a:solidFill>
                  <a:srgbClr val="0856C3"/>
                </a:solidFill>
                <a:latin typeface="Inter" panose="02000503000000020004" pitchFamily="2" charset="0"/>
                <a:ea typeface="Inter" panose="02000503000000020004" pitchFamily="2" charset="0"/>
                <a:cs typeface="Tahoma"/>
              </a:rPr>
              <a:t>antarmuka</a:t>
            </a:r>
            <a:r>
              <a:rPr sz="1200" spc="8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transaksi,</a:t>
            </a:r>
            <a:r>
              <a:rPr sz="1200" spc="8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hingga</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materi</a:t>
            </a:r>
            <a:r>
              <a:rPr sz="1200" spc="8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iklan,</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layout </a:t>
            </a:r>
            <a:r>
              <a:rPr sz="1200" dirty="0">
                <a:solidFill>
                  <a:srgbClr val="0856C3"/>
                </a:solidFill>
                <a:latin typeface="Inter" panose="02000503000000020004" pitchFamily="2" charset="0"/>
                <a:ea typeface="Inter" panose="02000503000000020004" pitchFamily="2" charset="0"/>
                <a:cs typeface="Tahoma"/>
              </a:rPr>
              <a:t>editorial,</a:t>
            </a:r>
            <a:r>
              <a:rPr sz="1200" spc="12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dan</a:t>
            </a:r>
            <a:r>
              <a:rPr sz="1200" spc="13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signage.</a:t>
            </a:r>
            <a:endParaRPr lang="en-US" sz="1200" spc="-10" dirty="0">
              <a:solidFill>
                <a:srgbClr val="0856C3"/>
              </a:solidFill>
              <a:latin typeface="Inter" panose="02000503000000020004" pitchFamily="2" charset="0"/>
              <a:ea typeface="Inter" panose="02000503000000020004" pitchFamily="2" charset="0"/>
              <a:cs typeface="Tahoma"/>
            </a:endParaRPr>
          </a:p>
          <a:p>
            <a:pPr marL="12700" marR="5080">
              <a:lnSpc>
                <a:spcPct val="131300"/>
              </a:lnSpc>
              <a:spcBef>
                <a:spcPts val="100"/>
              </a:spcBef>
            </a:pPr>
            <a:endParaRPr lang="en-US" sz="1200" spc="-10" dirty="0">
              <a:solidFill>
                <a:srgbClr val="0856C3"/>
              </a:solidFill>
              <a:latin typeface="Inter" panose="02000503000000020004" pitchFamily="2" charset="0"/>
              <a:ea typeface="Inter" panose="02000503000000020004" pitchFamily="2" charset="0"/>
              <a:cs typeface="Tahoma"/>
            </a:endParaRPr>
          </a:p>
          <a:p>
            <a:pPr marL="12700" marR="5080">
              <a:lnSpc>
                <a:spcPct val="131300"/>
              </a:lnSpc>
              <a:spcBef>
                <a:spcPts val="100"/>
              </a:spcBef>
            </a:pPr>
            <a:r>
              <a:rPr lang="en-US" sz="1200" spc="30" dirty="0" err="1">
                <a:solidFill>
                  <a:srgbClr val="0856C3"/>
                </a:solidFill>
                <a:latin typeface="Inter" panose="02000503000000020004" pitchFamily="2" charset="0"/>
                <a:ea typeface="Inter" panose="02000503000000020004" pitchFamily="2" charset="0"/>
                <a:cs typeface="Tahoma"/>
              </a:rPr>
              <a:t>Konsistensinya</a:t>
            </a:r>
            <a:r>
              <a:rPr lang="en-US" sz="1200" spc="35" dirty="0">
                <a:solidFill>
                  <a:srgbClr val="0856C3"/>
                </a:solidFill>
                <a:latin typeface="Inter" panose="02000503000000020004" pitchFamily="2" charset="0"/>
                <a:ea typeface="Inter" panose="02000503000000020004" pitchFamily="2" charset="0"/>
                <a:cs typeface="Tahoma"/>
              </a:rPr>
              <a:t> </a:t>
            </a:r>
            <a:r>
              <a:rPr lang="en-US" sz="1200" spc="30" dirty="0" err="1">
                <a:solidFill>
                  <a:srgbClr val="0856C3"/>
                </a:solidFill>
                <a:latin typeface="Inter" panose="02000503000000020004" pitchFamily="2" charset="0"/>
                <a:ea typeface="Inter" panose="02000503000000020004" pitchFamily="2" charset="0"/>
                <a:cs typeface="Tahoma"/>
              </a:rPr>
              <a:t>menciptakan</a:t>
            </a:r>
            <a:r>
              <a:rPr lang="en-US" sz="1200" spc="35" dirty="0">
                <a:solidFill>
                  <a:srgbClr val="0856C3"/>
                </a:solidFill>
                <a:latin typeface="Inter" panose="02000503000000020004" pitchFamily="2" charset="0"/>
                <a:ea typeface="Inter" panose="02000503000000020004" pitchFamily="2" charset="0"/>
                <a:cs typeface="Tahoma"/>
              </a:rPr>
              <a:t> </a:t>
            </a:r>
            <a:r>
              <a:rPr lang="en-US" sz="1200" spc="30" dirty="0" err="1">
                <a:solidFill>
                  <a:srgbClr val="0856C3"/>
                </a:solidFill>
                <a:latin typeface="Inter" panose="02000503000000020004" pitchFamily="2" charset="0"/>
                <a:ea typeface="Inter" panose="02000503000000020004" pitchFamily="2" charset="0"/>
                <a:cs typeface="Tahoma"/>
              </a:rPr>
              <a:t>kesatuan</a:t>
            </a:r>
            <a:r>
              <a:rPr lang="en-US" sz="1200" spc="35" dirty="0">
                <a:solidFill>
                  <a:srgbClr val="0856C3"/>
                </a:solidFill>
                <a:latin typeface="Inter" panose="02000503000000020004" pitchFamily="2" charset="0"/>
                <a:ea typeface="Inter" panose="02000503000000020004" pitchFamily="2" charset="0"/>
                <a:cs typeface="Tahoma"/>
              </a:rPr>
              <a:t> </a:t>
            </a:r>
            <a:r>
              <a:rPr lang="en-US" sz="1200" spc="30" dirty="0">
                <a:solidFill>
                  <a:srgbClr val="0856C3"/>
                </a:solidFill>
                <a:latin typeface="Inter" panose="02000503000000020004" pitchFamily="2" charset="0"/>
                <a:ea typeface="Inter" panose="02000503000000020004" pitchFamily="2" charset="0"/>
                <a:cs typeface="Tahoma"/>
              </a:rPr>
              <a:t>visual</a:t>
            </a:r>
            <a:r>
              <a:rPr lang="en-US" sz="1200" spc="35" dirty="0">
                <a:solidFill>
                  <a:srgbClr val="0856C3"/>
                </a:solidFill>
                <a:latin typeface="Inter" panose="02000503000000020004" pitchFamily="2" charset="0"/>
                <a:ea typeface="Inter" panose="02000503000000020004" pitchFamily="2" charset="0"/>
                <a:cs typeface="Tahoma"/>
              </a:rPr>
              <a:t> </a:t>
            </a:r>
            <a:r>
              <a:rPr lang="en-US" sz="1200" spc="-20" dirty="0">
                <a:solidFill>
                  <a:srgbClr val="0856C3"/>
                </a:solidFill>
                <a:latin typeface="Inter" panose="02000503000000020004" pitchFamily="2" charset="0"/>
                <a:ea typeface="Inter" panose="02000503000000020004" pitchFamily="2" charset="0"/>
                <a:cs typeface="Tahoma"/>
              </a:rPr>
              <a:t>pada </a:t>
            </a:r>
            <a:r>
              <a:rPr lang="en-US" sz="1200" spc="10" dirty="0" err="1">
                <a:solidFill>
                  <a:srgbClr val="0856C3"/>
                </a:solidFill>
                <a:latin typeface="Inter" panose="02000503000000020004" pitchFamily="2" charset="0"/>
                <a:ea typeface="Inter" panose="02000503000000020004" pitchFamily="2" charset="0"/>
                <a:cs typeface="Tahoma"/>
              </a:rPr>
              <a:t>seluruh</a:t>
            </a:r>
            <a:r>
              <a:rPr lang="en-US" sz="1200" spc="145"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komunikasi</a:t>
            </a:r>
            <a:r>
              <a:rPr lang="en-US" sz="1200" spc="145"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korporat</a:t>
            </a:r>
            <a:r>
              <a:rPr lang="en-US" sz="1200" spc="145"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maupun</a:t>
            </a:r>
            <a:r>
              <a:rPr lang="en-US" sz="1200" spc="145" dirty="0">
                <a:solidFill>
                  <a:srgbClr val="0856C3"/>
                </a:solidFill>
                <a:latin typeface="Inter" panose="02000503000000020004" pitchFamily="2" charset="0"/>
                <a:ea typeface="Inter" panose="02000503000000020004" pitchFamily="2" charset="0"/>
                <a:cs typeface="Tahoma"/>
              </a:rPr>
              <a:t> </a:t>
            </a:r>
            <a:r>
              <a:rPr lang="en-US" sz="1200" spc="-20" dirty="0">
                <a:solidFill>
                  <a:srgbClr val="0856C3"/>
                </a:solidFill>
                <a:latin typeface="Inter" panose="02000503000000020004" pitchFamily="2" charset="0"/>
                <a:ea typeface="Inter" panose="02000503000000020004" pitchFamily="2" charset="0"/>
                <a:cs typeface="Tahoma"/>
              </a:rPr>
              <a:t>yang</a:t>
            </a:r>
            <a:r>
              <a:rPr lang="en-US" sz="1200" spc="500"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berhadapan</a:t>
            </a:r>
            <a:r>
              <a:rPr lang="en-US" sz="1200" spc="195"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langsung</a:t>
            </a:r>
            <a:r>
              <a:rPr lang="en-US" sz="1200" spc="200"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dengan</a:t>
            </a:r>
            <a:r>
              <a:rPr lang="en-US" sz="1200" spc="200"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nasabah</a:t>
            </a:r>
            <a:r>
              <a:rPr lang="en-US" sz="1200" dirty="0">
                <a:solidFill>
                  <a:srgbClr val="0856C3"/>
                </a:solidFill>
                <a:latin typeface="Inter" panose="02000503000000020004" pitchFamily="2" charset="0"/>
                <a:ea typeface="Inter" panose="02000503000000020004" pitchFamily="2" charset="0"/>
                <a:cs typeface="Tahoma"/>
              </a:rPr>
              <a:t>.</a:t>
            </a:r>
            <a:r>
              <a:rPr lang="en-US" sz="1200" spc="200" dirty="0">
                <a:solidFill>
                  <a:srgbClr val="0856C3"/>
                </a:solidFill>
                <a:latin typeface="Inter" panose="02000503000000020004" pitchFamily="2" charset="0"/>
                <a:ea typeface="Inter" panose="02000503000000020004" pitchFamily="2" charset="0"/>
                <a:cs typeface="Tahoma"/>
              </a:rPr>
              <a:t> </a:t>
            </a:r>
            <a:r>
              <a:rPr lang="en-US" sz="1200" dirty="0">
                <a:solidFill>
                  <a:srgbClr val="0856C3"/>
                </a:solidFill>
                <a:latin typeface="Inter" panose="02000503000000020004" pitchFamily="2" charset="0"/>
                <a:ea typeface="Inter" panose="02000503000000020004" pitchFamily="2" charset="0"/>
                <a:cs typeface="Tahoma"/>
              </a:rPr>
              <a:t>Inter</a:t>
            </a:r>
            <a:r>
              <a:rPr lang="en-US" sz="1200" spc="200" dirty="0">
                <a:solidFill>
                  <a:srgbClr val="0856C3"/>
                </a:solidFill>
                <a:latin typeface="Inter" panose="02000503000000020004" pitchFamily="2" charset="0"/>
                <a:ea typeface="Inter" panose="02000503000000020004" pitchFamily="2" charset="0"/>
                <a:cs typeface="Tahoma"/>
              </a:rPr>
              <a:t> </a:t>
            </a:r>
            <a:r>
              <a:rPr lang="en-US" sz="1200" spc="-20" dirty="0">
                <a:solidFill>
                  <a:srgbClr val="0856C3"/>
                </a:solidFill>
                <a:latin typeface="Inter" panose="02000503000000020004" pitchFamily="2" charset="0"/>
                <a:ea typeface="Inter" panose="02000503000000020004" pitchFamily="2" charset="0"/>
                <a:cs typeface="Tahoma"/>
              </a:rPr>
              <a:t>juga </a:t>
            </a:r>
            <a:r>
              <a:rPr lang="en-US" sz="1200" spc="20" dirty="0" err="1">
                <a:solidFill>
                  <a:srgbClr val="0856C3"/>
                </a:solidFill>
                <a:latin typeface="Inter" panose="02000503000000020004" pitchFamily="2" charset="0"/>
                <a:ea typeface="Inter" panose="02000503000000020004" pitchFamily="2" charset="0"/>
                <a:cs typeface="Tahoma"/>
              </a:rPr>
              <a:t>terus</a:t>
            </a:r>
            <a:r>
              <a:rPr lang="en-US" sz="1200" spc="60" dirty="0">
                <a:solidFill>
                  <a:srgbClr val="0856C3"/>
                </a:solidFill>
                <a:latin typeface="Inter" panose="02000503000000020004" pitchFamily="2" charset="0"/>
                <a:ea typeface="Inter" panose="02000503000000020004" pitchFamily="2" charset="0"/>
                <a:cs typeface="Tahoma"/>
              </a:rPr>
              <a:t> </a:t>
            </a:r>
            <a:r>
              <a:rPr lang="en-US" sz="1200" spc="20" dirty="0" err="1">
                <a:solidFill>
                  <a:srgbClr val="0856C3"/>
                </a:solidFill>
                <a:latin typeface="Inter" panose="02000503000000020004" pitchFamily="2" charset="0"/>
                <a:ea typeface="Inter" panose="02000503000000020004" pitchFamily="2" charset="0"/>
                <a:cs typeface="Tahoma"/>
              </a:rPr>
              <a:t>diperbarui</a:t>
            </a:r>
            <a:r>
              <a:rPr lang="en-US" sz="1200" spc="60" dirty="0">
                <a:solidFill>
                  <a:srgbClr val="0856C3"/>
                </a:solidFill>
                <a:latin typeface="Inter" panose="02000503000000020004" pitchFamily="2" charset="0"/>
                <a:ea typeface="Inter" panose="02000503000000020004" pitchFamily="2" charset="0"/>
                <a:cs typeface="Tahoma"/>
              </a:rPr>
              <a:t> </a:t>
            </a:r>
            <a:r>
              <a:rPr lang="en-US" sz="1200" spc="20" dirty="0">
                <a:solidFill>
                  <a:srgbClr val="0856C3"/>
                </a:solidFill>
                <a:latin typeface="Inter" panose="02000503000000020004" pitchFamily="2" charset="0"/>
                <a:ea typeface="Inter" panose="02000503000000020004" pitchFamily="2" charset="0"/>
                <a:cs typeface="Tahoma"/>
              </a:rPr>
              <a:t>dan</a:t>
            </a:r>
            <a:r>
              <a:rPr lang="en-US" sz="1200" spc="60" dirty="0">
                <a:solidFill>
                  <a:srgbClr val="0856C3"/>
                </a:solidFill>
                <a:latin typeface="Inter" panose="02000503000000020004" pitchFamily="2" charset="0"/>
                <a:ea typeface="Inter" panose="02000503000000020004" pitchFamily="2" charset="0"/>
                <a:cs typeface="Tahoma"/>
              </a:rPr>
              <a:t> </a:t>
            </a:r>
            <a:r>
              <a:rPr lang="en-US" sz="1200" spc="20" dirty="0" err="1">
                <a:solidFill>
                  <a:srgbClr val="0856C3"/>
                </a:solidFill>
                <a:latin typeface="Inter" panose="02000503000000020004" pitchFamily="2" charset="0"/>
                <a:ea typeface="Inter" panose="02000503000000020004" pitchFamily="2" charset="0"/>
                <a:cs typeface="Tahoma"/>
              </a:rPr>
              <a:t>dioptimalkan</a:t>
            </a:r>
            <a:r>
              <a:rPr lang="en-US" sz="1200" spc="60" dirty="0">
                <a:solidFill>
                  <a:srgbClr val="0856C3"/>
                </a:solidFill>
                <a:latin typeface="Inter" panose="02000503000000020004" pitchFamily="2" charset="0"/>
                <a:ea typeface="Inter" panose="02000503000000020004" pitchFamily="2" charset="0"/>
                <a:cs typeface="Tahoma"/>
              </a:rPr>
              <a:t> </a:t>
            </a:r>
            <a:r>
              <a:rPr lang="en-US" sz="1200" spc="20" dirty="0" err="1">
                <a:solidFill>
                  <a:srgbClr val="0856C3"/>
                </a:solidFill>
                <a:latin typeface="Inter" panose="02000503000000020004" pitchFamily="2" charset="0"/>
                <a:ea typeface="Inter" panose="02000503000000020004" pitchFamily="2" charset="0"/>
                <a:cs typeface="Tahoma"/>
              </a:rPr>
              <a:t>untuk</a:t>
            </a:r>
            <a:r>
              <a:rPr lang="en-US" sz="1200" spc="65"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teknologi</a:t>
            </a:r>
            <a:r>
              <a:rPr lang="en-US" sz="1200" spc="-10" dirty="0">
                <a:solidFill>
                  <a:srgbClr val="0856C3"/>
                </a:solidFill>
                <a:latin typeface="Inter" panose="02000503000000020004" pitchFamily="2" charset="0"/>
                <a:ea typeface="Inter" panose="02000503000000020004" pitchFamily="2" charset="0"/>
                <a:cs typeface="Tahoma"/>
              </a:rPr>
              <a:t> </a:t>
            </a:r>
            <a:r>
              <a:rPr lang="en-US" sz="1200" spc="20" dirty="0" err="1">
                <a:solidFill>
                  <a:srgbClr val="0856C3"/>
                </a:solidFill>
                <a:latin typeface="Inter" panose="02000503000000020004" pitchFamily="2" charset="0"/>
                <a:ea typeface="Inter" panose="02000503000000020004" pitchFamily="2" charset="0"/>
                <a:cs typeface="Tahoma"/>
              </a:rPr>
              <a:t>terbaru</a:t>
            </a:r>
            <a:r>
              <a:rPr lang="en-US" sz="1200" spc="20" dirty="0">
                <a:solidFill>
                  <a:srgbClr val="0856C3"/>
                </a:solidFill>
                <a:latin typeface="Inter" panose="02000503000000020004" pitchFamily="2" charset="0"/>
                <a:ea typeface="Inter" panose="02000503000000020004" pitchFamily="2" charset="0"/>
                <a:cs typeface="Tahoma"/>
              </a:rPr>
              <a:t>,</a:t>
            </a:r>
            <a:r>
              <a:rPr lang="en-US" sz="1200" spc="80" dirty="0">
                <a:solidFill>
                  <a:srgbClr val="0856C3"/>
                </a:solidFill>
                <a:latin typeface="Inter" panose="02000503000000020004" pitchFamily="2" charset="0"/>
                <a:ea typeface="Inter" panose="02000503000000020004" pitchFamily="2" charset="0"/>
                <a:cs typeface="Tahoma"/>
              </a:rPr>
              <a:t> </a:t>
            </a:r>
            <a:r>
              <a:rPr lang="en-US" sz="1200" spc="20" dirty="0" err="1">
                <a:solidFill>
                  <a:srgbClr val="0856C3"/>
                </a:solidFill>
                <a:latin typeface="Inter" panose="02000503000000020004" pitchFamily="2" charset="0"/>
                <a:ea typeface="Inter" panose="02000503000000020004" pitchFamily="2" charset="0"/>
                <a:cs typeface="Tahoma"/>
              </a:rPr>
              <a:t>sehingga</a:t>
            </a:r>
            <a:r>
              <a:rPr lang="en-US" sz="1200" spc="80" dirty="0">
                <a:solidFill>
                  <a:srgbClr val="0856C3"/>
                </a:solidFill>
                <a:latin typeface="Inter" panose="02000503000000020004" pitchFamily="2" charset="0"/>
                <a:ea typeface="Inter" panose="02000503000000020004" pitchFamily="2" charset="0"/>
                <a:cs typeface="Tahoma"/>
              </a:rPr>
              <a:t> </a:t>
            </a:r>
            <a:r>
              <a:rPr lang="en-US" sz="1200" spc="20" dirty="0" err="1">
                <a:solidFill>
                  <a:srgbClr val="0856C3"/>
                </a:solidFill>
                <a:latin typeface="Inter" panose="02000503000000020004" pitchFamily="2" charset="0"/>
                <a:ea typeface="Inter" panose="02000503000000020004" pitchFamily="2" charset="0"/>
                <a:cs typeface="Tahoma"/>
              </a:rPr>
              <a:t>mendukung</a:t>
            </a:r>
            <a:r>
              <a:rPr lang="en-US" sz="1200" spc="80" dirty="0">
                <a:solidFill>
                  <a:srgbClr val="0856C3"/>
                </a:solidFill>
                <a:latin typeface="Inter" panose="02000503000000020004" pitchFamily="2" charset="0"/>
                <a:ea typeface="Inter" panose="02000503000000020004" pitchFamily="2" charset="0"/>
                <a:cs typeface="Tahoma"/>
              </a:rPr>
              <a:t> </a:t>
            </a:r>
            <a:r>
              <a:rPr lang="en-US" sz="1200" spc="20" dirty="0" err="1">
                <a:solidFill>
                  <a:srgbClr val="0856C3"/>
                </a:solidFill>
                <a:latin typeface="Inter" panose="02000503000000020004" pitchFamily="2" charset="0"/>
                <a:ea typeface="Inter" panose="02000503000000020004" pitchFamily="2" charset="0"/>
                <a:cs typeface="Tahoma"/>
              </a:rPr>
              <a:t>adaptabilitas</a:t>
            </a:r>
            <a:r>
              <a:rPr lang="en-US" sz="1200" spc="80"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jangka</a:t>
            </a:r>
            <a:r>
              <a:rPr lang="en-US" sz="1200" spc="-10"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panjang</a:t>
            </a:r>
            <a:r>
              <a:rPr lang="en-US" sz="1200" spc="220" dirty="0">
                <a:solidFill>
                  <a:srgbClr val="0856C3"/>
                </a:solidFill>
                <a:latin typeface="Inter" panose="02000503000000020004" pitchFamily="2" charset="0"/>
                <a:ea typeface="Inter" panose="02000503000000020004" pitchFamily="2" charset="0"/>
                <a:cs typeface="Tahoma"/>
              </a:rPr>
              <a:t> </a:t>
            </a:r>
            <a:r>
              <a:rPr lang="en-US" sz="1200" dirty="0">
                <a:solidFill>
                  <a:srgbClr val="0856C3"/>
                </a:solidFill>
                <a:latin typeface="Inter" panose="02000503000000020004" pitchFamily="2" charset="0"/>
                <a:ea typeface="Inter" panose="02000503000000020004" pitchFamily="2" charset="0"/>
                <a:cs typeface="Tahoma"/>
              </a:rPr>
              <a:t>BRI</a:t>
            </a:r>
            <a:r>
              <a:rPr lang="en-US" sz="1200" spc="215"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seiring</a:t>
            </a:r>
            <a:r>
              <a:rPr lang="en-US" sz="1200" spc="220"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perkembangan</a:t>
            </a:r>
            <a:r>
              <a:rPr lang="en-US" sz="1200" spc="220"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perbankan</a:t>
            </a:r>
            <a:r>
              <a:rPr lang="en-US" sz="1200" spc="220" dirty="0">
                <a:solidFill>
                  <a:srgbClr val="0856C3"/>
                </a:solidFill>
                <a:latin typeface="Inter" panose="02000503000000020004" pitchFamily="2" charset="0"/>
                <a:ea typeface="Inter" panose="02000503000000020004" pitchFamily="2" charset="0"/>
                <a:cs typeface="Tahoma"/>
              </a:rPr>
              <a:t> </a:t>
            </a:r>
            <a:r>
              <a:rPr lang="en-US" sz="1200" spc="-10" dirty="0">
                <a:solidFill>
                  <a:srgbClr val="0856C3"/>
                </a:solidFill>
                <a:latin typeface="Inter" panose="02000503000000020004" pitchFamily="2" charset="0"/>
                <a:ea typeface="Inter" panose="02000503000000020004" pitchFamily="2" charset="0"/>
                <a:cs typeface="Tahoma"/>
              </a:rPr>
              <a:t>digital.</a:t>
            </a:r>
            <a:endParaRPr lang="en-US" sz="1200" dirty="0">
              <a:latin typeface="Inter" panose="02000503000000020004" pitchFamily="2" charset="0"/>
              <a:ea typeface="Inter" panose="02000503000000020004" pitchFamily="2" charset="0"/>
              <a:cs typeface="Tahoma"/>
            </a:endParaRPr>
          </a:p>
          <a:p>
            <a:pPr marL="12700" marR="5080">
              <a:lnSpc>
                <a:spcPct val="131300"/>
              </a:lnSpc>
              <a:spcBef>
                <a:spcPts val="100"/>
              </a:spcBef>
            </a:pPr>
            <a:endParaRPr sz="1200" dirty="0">
              <a:latin typeface="Inter" panose="02000503000000020004" pitchFamily="2" charset="0"/>
              <a:ea typeface="Inter" panose="02000503000000020004" pitchFamily="2" charset="0"/>
              <a:cs typeface="Tahoma"/>
            </a:endParaRPr>
          </a:p>
        </p:txBody>
      </p:sp>
      <p:sp>
        <p:nvSpPr>
          <p:cNvPr id="7" name="object 10">
            <a:extLst>
              <a:ext uri="{FF2B5EF4-FFF2-40B4-BE49-F238E27FC236}">
                <a16:creationId xmlns:a16="http://schemas.microsoft.com/office/drawing/2014/main" id="{F9A7567F-7D16-49AA-F9DC-6CED5933470F}"/>
              </a:ext>
            </a:extLst>
          </p:cNvPr>
          <p:cNvSpPr txBox="1"/>
          <p:nvPr/>
        </p:nvSpPr>
        <p:spPr>
          <a:xfrm>
            <a:off x="1250204" y="5443741"/>
            <a:ext cx="3759046" cy="3159776"/>
          </a:xfrm>
          <a:prstGeom prst="rect">
            <a:avLst/>
          </a:prstGeom>
        </p:spPr>
        <p:txBody>
          <a:bodyPr vert="horz" wrap="square" lIns="0" tIns="12700" rIns="0" bIns="0" rtlCol="0">
            <a:spAutoFit/>
          </a:bodyPr>
          <a:lstStyle/>
          <a:p>
            <a:pPr marL="12700" marR="5080">
              <a:lnSpc>
                <a:spcPct val="131300"/>
              </a:lnSpc>
              <a:spcBef>
                <a:spcPts val="100"/>
              </a:spcBef>
            </a:pPr>
            <a:r>
              <a:rPr sz="1200" dirty="0">
                <a:solidFill>
                  <a:srgbClr val="666666"/>
                </a:solidFill>
                <a:latin typeface="Inter" panose="02000503000000020004" pitchFamily="2" charset="0"/>
                <a:ea typeface="Inter" panose="02000503000000020004" pitchFamily="2" charset="0"/>
                <a:cs typeface="Tahoma"/>
              </a:rPr>
              <a:t>Inter</a:t>
            </a:r>
            <a:r>
              <a:rPr sz="1200" spc="5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is</a:t>
            </a:r>
            <a:r>
              <a:rPr sz="1200" spc="5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BRIʼs</a:t>
            </a:r>
            <a:r>
              <a:rPr sz="1200" spc="5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primary</a:t>
            </a:r>
            <a:r>
              <a:rPr sz="1200" spc="5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typeface,</a:t>
            </a:r>
            <a:r>
              <a:rPr sz="1200" spc="5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used</a:t>
            </a:r>
            <a:r>
              <a:rPr sz="1200" spc="50" dirty="0">
                <a:solidFill>
                  <a:srgbClr val="666666"/>
                </a:solidFill>
                <a:latin typeface="Inter" panose="02000503000000020004" pitchFamily="2" charset="0"/>
                <a:ea typeface="Inter" panose="02000503000000020004" pitchFamily="2" charset="0"/>
                <a:cs typeface="Tahoma"/>
              </a:rPr>
              <a:t> across </a:t>
            </a:r>
            <a:r>
              <a:rPr sz="1200" spc="10" dirty="0">
                <a:solidFill>
                  <a:srgbClr val="666666"/>
                </a:solidFill>
                <a:latin typeface="Inter" panose="02000503000000020004" pitchFamily="2" charset="0"/>
                <a:ea typeface="Inter" panose="02000503000000020004" pitchFamily="2" charset="0"/>
                <a:cs typeface="Tahoma"/>
              </a:rPr>
              <a:t>all</a:t>
            </a:r>
            <a:r>
              <a:rPr sz="1200" spc="5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brand </a:t>
            </a:r>
            <a:r>
              <a:rPr sz="1200" spc="30" dirty="0">
                <a:solidFill>
                  <a:srgbClr val="666666"/>
                </a:solidFill>
                <a:latin typeface="Inter" panose="02000503000000020004" pitchFamily="2" charset="0"/>
                <a:ea typeface="Inter" panose="02000503000000020004" pitchFamily="2" charset="0"/>
                <a:cs typeface="Tahoma"/>
              </a:rPr>
              <a:t>communications.</a:t>
            </a:r>
            <a:r>
              <a:rPr sz="1200"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With</a:t>
            </a:r>
            <a:r>
              <a:rPr sz="1200" spc="5"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multiple</a:t>
            </a:r>
            <a:r>
              <a:rPr sz="1200" spc="5"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weights</a:t>
            </a:r>
            <a:r>
              <a:rPr sz="1200" spc="5"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and</a:t>
            </a:r>
            <a:r>
              <a:rPr sz="1200" spc="5"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styles,</a:t>
            </a:r>
            <a:r>
              <a:rPr sz="1200" spc="5" dirty="0">
                <a:solidFill>
                  <a:srgbClr val="666666"/>
                </a:solidFill>
                <a:latin typeface="Inter" panose="02000503000000020004" pitchFamily="2" charset="0"/>
                <a:ea typeface="Inter" panose="02000503000000020004" pitchFamily="2" charset="0"/>
                <a:cs typeface="Tahoma"/>
              </a:rPr>
              <a:t> </a:t>
            </a:r>
            <a:r>
              <a:rPr sz="1200" spc="-25" dirty="0">
                <a:solidFill>
                  <a:srgbClr val="666666"/>
                </a:solidFill>
                <a:latin typeface="Inter" panose="02000503000000020004" pitchFamily="2" charset="0"/>
                <a:ea typeface="Inter" panose="02000503000000020004" pitchFamily="2" charset="0"/>
                <a:cs typeface="Tahoma"/>
              </a:rPr>
              <a:t>it </a:t>
            </a:r>
            <a:r>
              <a:rPr sz="1200" dirty="0">
                <a:solidFill>
                  <a:srgbClr val="666666"/>
                </a:solidFill>
                <a:latin typeface="Inter" panose="02000503000000020004" pitchFamily="2" charset="0"/>
                <a:ea typeface="Inter" panose="02000503000000020004" pitchFamily="2" charset="0"/>
                <a:cs typeface="Tahoma"/>
              </a:rPr>
              <a:t>adapts</a:t>
            </a:r>
            <a:r>
              <a:rPr sz="1200" spc="16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seamlessly</a:t>
            </a:r>
            <a:r>
              <a:rPr sz="1200" spc="165"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across</a:t>
            </a:r>
            <a:r>
              <a:rPr sz="1200" spc="16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BRIʼs</a:t>
            </a:r>
            <a:r>
              <a:rPr sz="1200" spc="165"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ecosystem—</a:t>
            </a:r>
            <a:r>
              <a:rPr sz="1200" spc="-20" dirty="0">
                <a:solidFill>
                  <a:srgbClr val="666666"/>
                </a:solidFill>
                <a:latin typeface="Inter" panose="02000503000000020004" pitchFamily="2" charset="0"/>
                <a:ea typeface="Inter" panose="02000503000000020004" pitchFamily="2" charset="0"/>
                <a:cs typeface="Tahoma"/>
              </a:rPr>
              <a:t>from </a:t>
            </a:r>
            <a:r>
              <a:rPr sz="1200" spc="20" dirty="0">
                <a:solidFill>
                  <a:srgbClr val="666666"/>
                </a:solidFill>
                <a:latin typeface="Inter" panose="02000503000000020004" pitchFamily="2" charset="0"/>
                <a:ea typeface="Inter" panose="02000503000000020004" pitchFamily="2" charset="0"/>
                <a:cs typeface="Tahoma"/>
              </a:rPr>
              <a:t>digital</a:t>
            </a:r>
            <a:r>
              <a:rPr sz="1200" spc="50" dirty="0">
                <a:solidFill>
                  <a:srgbClr val="666666"/>
                </a:solidFill>
                <a:latin typeface="Inter" panose="02000503000000020004" pitchFamily="2" charset="0"/>
                <a:ea typeface="Inter" panose="02000503000000020004" pitchFamily="2" charset="0"/>
                <a:cs typeface="Tahoma"/>
              </a:rPr>
              <a:t> apps </a:t>
            </a:r>
            <a:r>
              <a:rPr sz="1200" spc="20" dirty="0">
                <a:solidFill>
                  <a:srgbClr val="666666"/>
                </a:solidFill>
                <a:latin typeface="Inter" panose="02000503000000020004" pitchFamily="2" charset="0"/>
                <a:ea typeface="Inter" panose="02000503000000020004" pitchFamily="2" charset="0"/>
                <a:cs typeface="Tahoma"/>
              </a:rPr>
              <a:t>and</a:t>
            </a:r>
            <a:r>
              <a:rPr sz="1200" spc="50"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transactional</a:t>
            </a:r>
            <a:r>
              <a:rPr sz="1200" spc="55"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interfaces</a:t>
            </a:r>
            <a:r>
              <a:rPr sz="1200" spc="50" dirty="0">
                <a:solidFill>
                  <a:srgbClr val="666666"/>
                </a:solidFill>
                <a:latin typeface="Inter" panose="02000503000000020004" pitchFamily="2" charset="0"/>
                <a:ea typeface="Inter" panose="02000503000000020004" pitchFamily="2" charset="0"/>
                <a:cs typeface="Tahoma"/>
              </a:rPr>
              <a:t> </a:t>
            </a:r>
            <a:r>
              <a:rPr sz="1200" spc="-25" dirty="0">
                <a:solidFill>
                  <a:srgbClr val="666666"/>
                </a:solidFill>
                <a:latin typeface="Inter" panose="02000503000000020004" pitchFamily="2" charset="0"/>
                <a:ea typeface="Inter" panose="02000503000000020004" pitchFamily="2" charset="0"/>
                <a:cs typeface="Tahoma"/>
              </a:rPr>
              <a:t>to </a:t>
            </a:r>
            <a:r>
              <a:rPr sz="1200" spc="10" dirty="0">
                <a:solidFill>
                  <a:srgbClr val="666666"/>
                </a:solidFill>
                <a:latin typeface="Inter" panose="02000503000000020004" pitchFamily="2" charset="0"/>
                <a:ea typeface="Inter" panose="02000503000000020004" pitchFamily="2" charset="0"/>
                <a:cs typeface="Tahoma"/>
              </a:rPr>
              <a:t>advertising,</a:t>
            </a:r>
            <a:r>
              <a:rPr sz="1200" spc="105"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editorial</a:t>
            </a:r>
            <a:r>
              <a:rPr sz="1200" spc="105"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layouts,</a:t>
            </a:r>
            <a:r>
              <a:rPr sz="1200" spc="105"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and</a:t>
            </a:r>
            <a:r>
              <a:rPr sz="1200" spc="105"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signage.</a:t>
            </a:r>
            <a:endParaRPr lang="en-US" sz="1200" spc="-10" dirty="0">
              <a:solidFill>
                <a:srgbClr val="666666"/>
              </a:solidFill>
              <a:latin typeface="Inter" panose="02000503000000020004" pitchFamily="2" charset="0"/>
              <a:ea typeface="Inter" panose="02000503000000020004" pitchFamily="2" charset="0"/>
              <a:cs typeface="Tahoma"/>
            </a:endParaRPr>
          </a:p>
          <a:p>
            <a:pPr marL="12700" marR="5080">
              <a:lnSpc>
                <a:spcPct val="131300"/>
              </a:lnSpc>
              <a:spcBef>
                <a:spcPts val="100"/>
              </a:spcBef>
            </a:pPr>
            <a:endParaRPr lang="en-US" sz="1200" spc="-10" dirty="0">
              <a:solidFill>
                <a:srgbClr val="666666"/>
              </a:solidFill>
              <a:latin typeface="Inter" panose="02000503000000020004" pitchFamily="2" charset="0"/>
              <a:ea typeface="Inter" panose="02000503000000020004" pitchFamily="2" charset="0"/>
              <a:cs typeface="Tahoma"/>
            </a:endParaRPr>
          </a:p>
          <a:p>
            <a:pPr marL="12700" marR="5080">
              <a:lnSpc>
                <a:spcPct val="131300"/>
              </a:lnSpc>
              <a:spcBef>
                <a:spcPts val="100"/>
              </a:spcBef>
            </a:pPr>
            <a:r>
              <a:rPr lang="en-US" sz="1200" dirty="0">
                <a:solidFill>
                  <a:srgbClr val="666666"/>
                </a:solidFill>
                <a:latin typeface="Inter" panose="02000503000000020004" pitchFamily="2" charset="0"/>
                <a:ea typeface="Inter" panose="02000503000000020004" pitchFamily="2" charset="0"/>
                <a:cs typeface="Tahoma"/>
              </a:rPr>
              <a:t>Its</a:t>
            </a:r>
            <a:r>
              <a:rPr lang="en-US" sz="1200" spc="20" dirty="0">
                <a:solidFill>
                  <a:srgbClr val="666666"/>
                </a:solidFill>
                <a:latin typeface="Inter" panose="02000503000000020004" pitchFamily="2" charset="0"/>
                <a:ea typeface="Inter" panose="02000503000000020004" pitchFamily="2" charset="0"/>
                <a:cs typeface="Tahoma"/>
              </a:rPr>
              <a:t> </a:t>
            </a:r>
            <a:r>
              <a:rPr lang="en-US" sz="1200" spc="45" dirty="0">
                <a:solidFill>
                  <a:srgbClr val="666666"/>
                </a:solidFill>
                <a:latin typeface="Inter" panose="02000503000000020004" pitchFamily="2" charset="0"/>
                <a:ea typeface="Inter" panose="02000503000000020004" pitchFamily="2" charset="0"/>
                <a:cs typeface="Tahoma"/>
              </a:rPr>
              <a:t>consistency</a:t>
            </a:r>
            <a:r>
              <a:rPr lang="en-US" sz="1200" spc="20"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creates</a:t>
            </a:r>
            <a:r>
              <a:rPr lang="en-US" sz="1200" spc="20" dirty="0">
                <a:solidFill>
                  <a:srgbClr val="666666"/>
                </a:solidFill>
                <a:latin typeface="Inter" panose="02000503000000020004" pitchFamily="2" charset="0"/>
                <a:ea typeface="Inter" panose="02000503000000020004" pitchFamily="2" charset="0"/>
                <a:cs typeface="Tahoma"/>
              </a:rPr>
              <a:t> </a:t>
            </a:r>
            <a:r>
              <a:rPr lang="en-US" sz="1200" spc="50" dirty="0">
                <a:solidFill>
                  <a:srgbClr val="666666"/>
                </a:solidFill>
                <a:latin typeface="Inter" panose="02000503000000020004" pitchFamily="2" charset="0"/>
                <a:ea typeface="Inter" panose="02000503000000020004" pitchFamily="2" charset="0"/>
                <a:cs typeface="Tahoma"/>
              </a:rPr>
              <a:t>cohesion</a:t>
            </a:r>
            <a:r>
              <a:rPr lang="en-US" sz="1200" spc="20" dirty="0">
                <a:solidFill>
                  <a:srgbClr val="666666"/>
                </a:solidFill>
                <a:latin typeface="Inter" panose="02000503000000020004" pitchFamily="2" charset="0"/>
                <a:ea typeface="Inter" panose="02000503000000020004" pitchFamily="2" charset="0"/>
                <a:cs typeface="Tahoma"/>
              </a:rPr>
              <a:t> </a:t>
            </a:r>
            <a:r>
              <a:rPr lang="en-US" sz="1200" spc="50" dirty="0">
                <a:solidFill>
                  <a:srgbClr val="666666"/>
                </a:solidFill>
                <a:latin typeface="Inter" panose="02000503000000020004" pitchFamily="2" charset="0"/>
                <a:ea typeface="Inter" panose="02000503000000020004" pitchFamily="2" charset="0"/>
                <a:cs typeface="Tahoma"/>
              </a:rPr>
              <a:t>across</a:t>
            </a:r>
            <a:r>
              <a:rPr lang="en-US" sz="1200" spc="25"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all</a:t>
            </a:r>
            <a:r>
              <a:rPr lang="en-US" sz="1200" spc="20"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corporate </a:t>
            </a:r>
            <a:r>
              <a:rPr lang="en-US" sz="1200" spc="10" dirty="0">
                <a:solidFill>
                  <a:srgbClr val="666666"/>
                </a:solidFill>
                <a:latin typeface="Inter" panose="02000503000000020004" pitchFamily="2" charset="0"/>
                <a:ea typeface="Inter" panose="02000503000000020004" pitchFamily="2" charset="0"/>
                <a:cs typeface="Tahoma"/>
              </a:rPr>
              <a:t>and</a:t>
            </a:r>
            <a:r>
              <a:rPr lang="en-US" sz="1200" spc="260"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consumer-facing</a:t>
            </a:r>
            <a:r>
              <a:rPr lang="en-US" sz="1200" spc="265"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touchpoints.</a:t>
            </a:r>
            <a:r>
              <a:rPr lang="en-US" sz="1200" spc="265"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Continuously </a:t>
            </a:r>
            <a:r>
              <a:rPr lang="en-US" sz="1200" spc="20" dirty="0">
                <a:solidFill>
                  <a:srgbClr val="666666"/>
                </a:solidFill>
                <a:latin typeface="Inter" panose="02000503000000020004" pitchFamily="2" charset="0"/>
                <a:ea typeface="Inter" panose="02000503000000020004" pitchFamily="2" charset="0"/>
                <a:cs typeface="Tahoma"/>
              </a:rPr>
              <a:t>updated</a:t>
            </a:r>
            <a:r>
              <a:rPr lang="en-US" sz="1200" spc="65" dirty="0">
                <a:solidFill>
                  <a:srgbClr val="666666"/>
                </a:solidFill>
                <a:latin typeface="Inter" panose="02000503000000020004" pitchFamily="2" charset="0"/>
                <a:ea typeface="Inter" panose="02000503000000020004" pitchFamily="2" charset="0"/>
                <a:cs typeface="Tahoma"/>
              </a:rPr>
              <a:t> </a:t>
            </a:r>
            <a:r>
              <a:rPr lang="en-US" sz="1200" spc="20" dirty="0">
                <a:solidFill>
                  <a:srgbClr val="666666"/>
                </a:solidFill>
                <a:latin typeface="Inter" panose="02000503000000020004" pitchFamily="2" charset="0"/>
                <a:ea typeface="Inter" panose="02000503000000020004" pitchFamily="2" charset="0"/>
                <a:cs typeface="Tahoma"/>
              </a:rPr>
              <a:t>and</a:t>
            </a:r>
            <a:r>
              <a:rPr lang="en-US" sz="1200" spc="65" dirty="0">
                <a:solidFill>
                  <a:srgbClr val="666666"/>
                </a:solidFill>
                <a:latin typeface="Inter" panose="02000503000000020004" pitchFamily="2" charset="0"/>
                <a:ea typeface="Inter" panose="02000503000000020004" pitchFamily="2" charset="0"/>
                <a:cs typeface="Tahoma"/>
              </a:rPr>
              <a:t> </a:t>
            </a:r>
            <a:r>
              <a:rPr lang="en-US" sz="1200" spc="20" dirty="0" err="1">
                <a:solidFill>
                  <a:srgbClr val="666666"/>
                </a:solidFill>
                <a:latin typeface="Inter" panose="02000503000000020004" pitchFamily="2" charset="0"/>
                <a:ea typeface="Inter" panose="02000503000000020004" pitchFamily="2" charset="0"/>
                <a:cs typeface="Tahoma"/>
              </a:rPr>
              <a:t>optimised</a:t>
            </a:r>
            <a:r>
              <a:rPr lang="en-US" sz="1200" spc="65" dirty="0">
                <a:solidFill>
                  <a:srgbClr val="666666"/>
                </a:solidFill>
                <a:latin typeface="Inter" panose="02000503000000020004" pitchFamily="2" charset="0"/>
                <a:ea typeface="Inter" panose="02000503000000020004" pitchFamily="2" charset="0"/>
                <a:cs typeface="Tahoma"/>
              </a:rPr>
              <a:t> </a:t>
            </a:r>
            <a:r>
              <a:rPr lang="en-US" sz="1200" spc="20" dirty="0">
                <a:solidFill>
                  <a:srgbClr val="666666"/>
                </a:solidFill>
                <a:latin typeface="Inter" panose="02000503000000020004" pitchFamily="2" charset="0"/>
                <a:ea typeface="Inter" panose="02000503000000020004" pitchFamily="2" charset="0"/>
                <a:cs typeface="Tahoma"/>
              </a:rPr>
              <a:t>for</a:t>
            </a:r>
            <a:r>
              <a:rPr lang="en-US" sz="1200" spc="65" dirty="0">
                <a:solidFill>
                  <a:srgbClr val="666666"/>
                </a:solidFill>
                <a:latin typeface="Inter" panose="02000503000000020004" pitchFamily="2" charset="0"/>
                <a:ea typeface="Inter" panose="02000503000000020004" pitchFamily="2" charset="0"/>
                <a:cs typeface="Tahoma"/>
              </a:rPr>
              <a:t> </a:t>
            </a:r>
            <a:r>
              <a:rPr lang="en-US" sz="1200" spc="20" dirty="0">
                <a:solidFill>
                  <a:srgbClr val="666666"/>
                </a:solidFill>
                <a:latin typeface="Inter" panose="02000503000000020004" pitchFamily="2" charset="0"/>
                <a:ea typeface="Inter" panose="02000503000000020004" pitchFamily="2" charset="0"/>
                <a:cs typeface="Tahoma"/>
              </a:rPr>
              <a:t>new</a:t>
            </a:r>
            <a:r>
              <a:rPr lang="en-US" sz="1200" spc="65" dirty="0">
                <a:solidFill>
                  <a:srgbClr val="666666"/>
                </a:solidFill>
                <a:latin typeface="Inter" panose="02000503000000020004" pitchFamily="2" charset="0"/>
                <a:ea typeface="Inter" panose="02000503000000020004" pitchFamily="2" charset="0"/>
                <a:cs typeface="Tahoma"/>
              </a:rPr>
              <a:t> </a:t>
            </a:r>
            <a:r>
              <a:rPr lang="en-US" sz="1200" spc="20" dirty="0">
                <a:solidFill>
                  <a:srgbClr val="666666"/>
                </a:solidFill>
                <a:latin typeface="Inter" panose="02000503000000020004" pitchFamily="2" charset="0"/>
                <a:ea typeface="Inter" panose="02000503000000020004" pitchFamily="2" charset="0"/>
                <a:cs typeface="Tahoma"/>
              </a:rPr>
              <a:t>technologies,</a:t>
            </a:r>
            <a:r>
              <a:rPr lang="en-US" sz="1200" spc="70" dirty="0">
                <a:solidFill>
                  <a:srgbClr val="666666"/>
                </a:solidFill>
                <a:latin typeface="Inter" panose="02000503000000020004" pitchFamily="2" charset="0"/>
                <a:ea typeface="Inter" panose="02000503000000020004" pitchFamily="2" charset="0"/>
                <a:cs typeface="Tahoma"/>
              </a:rPr>
              <a:t> </a:t>
            </a:r>
            <a:r>
              <a:rPr lang="en-US" sz="1200" spc="-20" dirty="0">
                <a:solidFill>
                  <a:srgbClr val="666666"/>
                </a:solidFill>
                <a:latin typeface="Inter" panose="02000503000000020004" pitchFamily="2" charset="0"/>
                <a:ea typeface="Inter" panose="02000503000000020004" pitchFamily="2" charset="0"/>
                <a:cs typeface="Tahoma"/>
              </a:rPr>
              <a:t>Inter </a:t>
            </a:r>
            <a:r>
              <a:rPr lang="en-US" sz="1200" spc="10" dirty="0">
                <a:solidFill>
                  <a:srgbClr val="666666"/>
                </a:solidFill>
                <a:latin typeface="Inter" panose="02000503000000020004" pitchFamily="2" charset="0"/>
                <a:ea typeface="Inter" panose="02000503000000020004" pitchFamily="2" charset="0"/>
                <a:cs typeface="Tahoma"/>
              </a:rPr>
              <a:t>supports</a:t>
            </a:r>
            <a:r>
              <a:rPr lang="en-US" sz="1200" spc="100" dirty="0">
                <a:solidFill>
                  <a:srgbClr val="666666"/>
                </a:solidFill>
                <a:latin typeface="Inter" panose="02000503000000020004" pitchFamily="2" charset="0"/>
                <a:ea typeface="Inter" panose="02000503000000020004" pitchFamily="2" charset="0"/>
                <a:cs typeface="Tahoma"/>
              </a:rPr>
              <a:t> </a:t>
            </a:r>
            <a:r>
              <a:rPr lang="en-US" sz="1200" spc="10" dirty="0" err="1">
                <a:solidFill>
                  <a:srgbClr val="666666"/>
                </a:solidFill>
                <a:latin typeface="Inter" panose="02000503000000020004" pitchFamily="2" charset="0"/>
                <a:ea typeface="Inter" panose="02000503000000020004" pitchFamily="2" charset="0"/>
                <a:cs typeface="Tahoma"/>
              </a:rPr>
              <a:t>BRIʼs</a:t>
            </a:r>
            <a:r>
              <a:rPr lang="en-US" sz="1200" spc="105"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long-term</a:t>
            </a:r>
            <a:r>
              <a:rPr lang="en-US" sz="1200" spc="100"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adaptability</a:t>
            </a:r>
            <a:r>
              <a:rPr lang="en-US" sz="1200" spc="105" dirty="0">
                <a:solidFill>
                  <a:srgbClr val="666666"/>
                </a:solidFill>
                <a:latin typeface="Inter" panose="02000503000000020004" pitchFamily="2" charset="0"/>
                <a:ea typeface="Inter" panose="02000503000000020004" pitchFamily="2" charset="0"/>
                <a:cs typeface="Tahoma"/>
              </a:rPr>
              <a:t> </a:t>
            </a:r>
            <a:r>
              <a:rPr lang="en-US" sz="1200" spc="50" dirty="0">
                <a:solidFill>
                  <a:srgbClr val="666666"/>
                </a:solidFill>
                <a:latin typeface="Inter" panose="02000503000000020004" pitchFamily="2" charset="0"/>
                <a:ea typeface="Inter" panose="02000503000000020004" pitchFamily="2" charset="0"/>
                <a:cs typeface="Tahoma"/>
              </a:rPr>
              <a:t>as</a:t>
            </a:r>
            <a:r>
              <a:rPr lang="en-US" sz="1200" spc="100"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digital</a:t>
            </a:r>
            <a:r>
              <a:rPr lang="en-US" sz="1200" spc="20" dirty="0">
                <a:solidFill>
                  <a:srgbClr val="666666"/>
                </a:solidFill>
                <a:latin typeface="Inter" panose="02000503000000020004" pitchFamily="2" charset="0"/>
                <a:ea typeface="Inter" panose="02000503000000020004" pitchFamily="2" charset="0"/>
                <a:cs typeface="Tahoma"/>
              </a:rPr>
              <a:t> banking</a:t>
            </a:r>
            <a:r>
              <a:rPr lang="en-US" sz="1200" spc="80" dirty="0">
                <a:solidFill>
                  <a:srgbClr val="666666"/>
                </a:solidFill>
                <a:latin typeface="Inter" panose="02000503000000020004" pitchFamily="2" charset="0"/>
                <a:ea typeface="Inter" panose="02000503000000020004" pitchFamily="2" charset="0"/>
                <a:cs typeface="Tahoma"/>
              </a:rPr>
              <a:t> </a:t>
            </a:r>
            <a:r>
              <a:rPr lang="en-US" sz="1200" spc="20" dirty="0">
                <a:solidFill>
                  <a:srgbClr val="666666"/>
                </a:solidFill>
                <a:latin typeface="Inter" panose="02000503000000020004" pitchFamily="2" charset="0"/>
                <a:ea typeface="Inter" panose="02000503000000020004" pitchFamily="2" charset="0"/>
                <a:cs typeface="Tahoma"/>
              </a:rPr>
              <a:t>continues</a:t>
            </a:r>
            <a:r>
              <a:rPr lang="en-US" sz="1200" spc="85" dirty="0">
                <a:solidFill>
                  <a:srgbClr val="666666"/>
                </a:solidFill>
                <a:latin typeface="Inter" panose="02000503000000020004" pitchFamily="2" charset="0"/>
                <a:ea typeface="Inter" panose="02000503000000020004" pitchFamily="2" charset="0"/>
                <a:cs typeface="Tahoma"/>
              </a:rPr>
              <a:t> </a:t>
            </a:r>
            <a:r>
              <a:rPr lang="en-US" sz="1200" spc="20" dirty="0">
                <a:solidFill>
                  <a:srgbClr val="666666"/>
                </a:solidFill>
                <a:latin typeface="Inter" panose="02000503000000020004" pitchFamily="2" charset="0"/>
                <a:ea typeface="Inter" panose="02000503000000020004" pitchFamily="2" charset="0"/>
                <a:cs typeface="Tahoma"/>
              </a:rPr>
              <a:t>to</a:t>
            </a:r>
            <a:r>
              <a:rPr lang="en-US" sz="1200" spc="80" dirty="0">
                <a:solidFill>
                  <a:srgbClr val="666666"/>
                </a:solidFill>
                <a:latin typeface="Inter" panose="02000503000000020004" pitchFamily="2" charset="0"/>
                <a:ea typeface="Inter" panose="02000503000000020004" pitchFamily="2" charset="0"/>
                <a:cs typeface="Tahoma"/>
              </a:rPr>
              <a:t> </a:t>
            </a:r>
            <a:r>
              <a:rPr lang="en-US" sz="1200" spc="-10" dirty="0">
                <a:solidFill>
                  <a:srgbClr val="666666"/>
                </a:solidFill>
                <a:latin typeface="Inter" panose="02000503000000020004" pitchFamily="2" charset="0"/>
                <a:ea typeface="Inter" panose="02000503000000020004" pitchFamily="2" charset="0"/>
                <a:cs typeface="Tahoma"/>
              </a:rPr>
              <a:t>evolve.</a:t>
            </a:r>
            <a:endParaRPr lang="en-US" sz="1200" dirty="0">
              <a:latin typeface="Inter" panose="02000503000000020004" pitchFamily="2" charset="0"/>
              <a:ea typeface="Inter" panose="02000503000000020004" pitchFamily="2" charset="0"/>
              <a:cs typeface="Tahoma"/>
            </a:endParaRPr>
          </a:p>
        </p:txBody>
      </p:sp>
      <p:sp>
        <p:nvSpPr>
          <p:cNvPr id="9" name="TextBox 8">
            <a:extLst>
              <a:ext uri="{FF2B5EF4-FFF2-40B4-BE49-F238E27FC236}">
                <a16:creationId xmlns:a16="http://schemas.microsoft.com/office/drawing/2014/main" id="{E226AA44-3480-B925-F611-431643E1508F}"/>
              </a:ext>
            </a:extLst>
          </p:cNvPr>
          <p:cNvSpPr txBox="1"/>
          <p:nvPr/>
        </p:nvSpPr>
        <p:spPr>
          <a:xfrm>
            <a:off x="5715000" y="1866900"/>
            <a:ext cx="10051142" cy="3770263"/>
          </a:xfrm>
          <a:prstGeom prst="rect">
            <a:avLst/>
          </a:prstGeom>
          <a:noFill/>
        </p:spPr>
        <p:txBody>
          <a:bodyPr wrap="square">
            <a:spAutoFit/>
          </a:bodyPr>
          <a:lstStyle/>
          <a:p>
            <a:pPr marL="1581785" algn="ctr">
              <a:lnSpc>
                <a:spcPct val="100000"/>
              </a:lnSpc>
              <a:spcBef>
                <a:spcPts val="114"/>
              </a:spcBef>
            </a:pPr>
            <a:r>
              <a:rPr lang="en-US" sz="23900" spc="-10" dirty="0">
                <a:solidFill>
                  <a:srgbClr val="0856C3"/>
                </a:solidFill>
                <a:latin typeface="Inter" panose="02000503000000020004" pitchFamily="2" charset="0"/>
                <a:ea typeface="Inter" panose="02000503000000020004" pitchFamily="2" charset="0"/>
                <a:cs typeface="Tahoma"/>
              </a:rPr>
              <a:t>Inter</a:t>
            </a:r>
            <a:endParaRPr lang="en-US" sz="23900" dirty="0">
              <a:latin typeface="Inter" panose="02000503000000020004" pitchFamily="2" charset="0"/>
              <a:ea typeface="Inter" panose="02000503000000020004" pitchFamily="2" charset="0"/>
              <a:cs typeface="Tahoma"/>
            </a:endParaRPr>
          </a:p>
        </p:txBody>
      </p:sp>
      <p:sp>
        <p:nvSpPr>
          <p:cNvPr id="52" name="TextBox 51">
            <a:extLst>
              <a:ext uri="{FF2B5EF4-FFF2-40B4-BE49-F238E27FC236}">
                <a16:creationId xmlns:a16="http://schemas.microsoft.com/office/drawing/2014/main" id="{15CDFA45-FBB3-A290-2EF4-431F15D5D6DD}"/>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16</a:t>
            </a:fld>
            <a:endParaRPr lang="en-US" b="1" dirty="0">
              <a:latin typeface="Inter" panose="02000503000000020004" pitchFamily="2" charset="0"/>
              <a:ea typeface="Inter" panose="02000503000000020004" pitchFamily="2" charset="0"/>
            </a:endParaRPr>
          </a:p>
        </p:txBody>
      </p:sp>
      <p:sp>
        <p:nvSpPr>
          <p:cNvPr id="6" name="Rectangle 1">
            <a:extLst>
              <a:ext uri="{FF2B5EF4-FFF2-40B4-BE49-F238E27FC236}">
                <a16:creationId xmlns:a16="http://schemas.microsoft.com/office/drawing/2014/main" id="{5C8029E0-0976-A80A-F66F-E7D49D02409F}"/>
              </a:ext>
            </a:extLst>
          </p:cNvPr>
          <p:cNvSpPr>
            <a:spLocks noChangeArrowheads="1"/>
          </p:cNvSpPr>
          <p:nvPr/>
        </p:nvSpPr>
        <p:spPr bwMode="auto">
          <a:xfrm>
            <a:off x="1066800" y="8808759"/>
            <a:ext cx="464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err="1">
                <a:ln>
                  <a:noFill/>
                </a:ln>
                <a:solidFill>
                  <a:schemeClr val="tx1"/>
                </a:solidFill>
                <a:effectLst/>
                <a:latin typeface="Inter" panose="02000503000000020004" pitchFamily="2" charset="0"/>
                <a:ea typeface="Inter" panose="02000503000000020004" pitchFamily="2" charset="0"/>
                <a:hlinkClick r:id="rId4"/>
              </a:rPr>
              <a:t>Unduh</a:t>
            </a:r>
            <a:r>
              <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hlinkClick r:id="rId4"/>
              </a:rPr>
              <a:t> Font Inter</a:t>
            </a:r>
            <a:r>
              <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rPr>
              <a:t> </a:t>
            </a:r>
            <a:r>
              <a:rPr kumimoji="0" lang="en-US" altLang="en-US" sz="2400" b="1" i="0" u="sng" strike="noStrike" cap="none" normalizeH="0" baseline="0" dirty="0" err="1">
                <a:ln>
                  <a:noFill/>
                </a:ln>
                <a:solidFill>
                  <a:schemeClr val="tx1"/>
                </a:solidFill>
                <a:effectLst/>
                <a:latin typeface="Inter" panose="02000503000000020004" pitchFamily="2" charset="0"/>
                <a:ea typeface="Inter" panose="02000503000000020004" pitchFamily="2" charset="0"/>
              </a:rPr>
              <a:t>Disini</a:t>
            </a:r>
            <a:endPar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1732792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E1039-948C-6EC9-9723-AC7D05E18260}"/>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B672BC8E-D8CF-1A80-0746-FB459AF0FFF1}"/>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0EA7B81A-9BA2-F180-3195-33FCAA742566}"/>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grpSp>
        <p:nvGrpSpPr>
          <p:cNvPr id="58" name="Group 57">
            <a:extLst>
              <a:ext uri="{FF2B5EF4-FFF2-40B4-BE49-F238E27FC236}">
                <a16:creationId xmlns:a16="http://schemas.microsoft.com/office/drawing/2014/main" id="{2E72D8C2-2F1A-C355-430C-3065F75B977A}"/>
              </a:ext>
            </a:extLst>
          </p:cNvPr>
          <p:cNvGrpSpPr/>
          <p:nvPr/>
        </p:nvGrpSpPr>
        <p:grpSpPr>
          <a:xfrm>
            <a:off x="5562600" y="1866900"/>
            <a:ext cx="11879123" cy="7659319"/>
            <a:chOff x="5692107" y="1866900"/>
            <a:chExt cx="11879123" cy="7659319"/>
          </a:xfrm>
        </p:grpSpPr>
        <p:sp>
          <p:nvSpPr>
            <p:cNvPr id="34" name="object 2">
              <a:extLst>
                <a:ext uri="{FF2B5EF4-FFF2-40B4-BE49-F238E27FC236}">
                  <a16:creationId xmlns:a16="http://schemas.microsoft.com/office/drawing/2014/main" id="{E090429D-3B87-74F2-3E97-58D4DDD15A71}"/>
                </a:ext>
              </a:extLst>
            </p:cNvPr>
            <p:cNvSpPr txBox="1"/>
            <p:nvPr/>
          </p:nvSpPr>
          <p:spPr>
            <a:xfrm>
              <a:off x="5692107" y="2402486"/>
              <a:ext cx="2865120" cy="2599690"/>
            </a:xfrm>
            <a:prstGeom prst="rect">
              <a:avLst/>
            </a:prstGeom>
          </p:spPr>
          <p:txBody>
            <a:bodyPr vert="horz" wrap="square" lIns="0" tIns="95250" rIns="0" bIns="0" rtlCol="0">
              <a:spAutoFit/>
            </a:bodyPr>
            <a:lstStyle/>
            <a:p>
              <a:pPr marL="12700" marR="5080">
                <a:lnSpc>
                  <a:spcPct val="88600"/>
                </a:lnSpc>
                <a:spcBef>
                  <a:spcPts val="750"/>
                </a:spcBef>
              </a:pPr>
              <a:r>
                <a:rPr sz="4500" b="1" spc="-10" dirty="0">
                  <a:solidFill>
                    <a:srgbClr val="0856C3"/>
                  </a:solidFill>
                  <a:latin typeface="Tahoma"/>
                  <a:cs typeface="Tahoma"/>
                </a:rPr>
                <a:t>Headlines </a:t>
              </a:r>
              <a:r>
                <a:rPr sz="4500" b="1" dirty="0">
                  <a:solidFill>
                    <a:srgbClr val="0856C3"/>
                  </a:solidFill>
                  <a:latin typeface="Inter SemiBold"/>
                  <a:cs typeface="Inter SemiBold"/>
                </a:rPr>
                <a:t>&amp;</a:t>
              </a:r>
              <a:r>
                <a:rPr sz="4500" b="1" spc="-10" dirty="0">
                  <a:solidFill>
                    <a:srgbClr val="0856C3"/>
                  </a:solidFill>
                  <a:latin typeface="Inter SemiBold"/>
                  <a:cs typeface="Inter SemiBold"/>
                </a:rPr>
                <a:t> </a:t>
              </a:r>
              <a:r>
                <a:rPr sz="4500" b="1" spc="40" dirty="0">
                  <a:solidFill>
                    <a:srgbClr val="0856C3"/>
                  </a:solidFill>
                  <a:latin typeface="Inter SemiBold"/>
                  <a:cs typeface="Inter SemiBold"/>
                </a:rPr>
                <a:t>short </a:t>
              </a:r>
              <a:r>
                <a:rPr sz="4500" b="1" spc="-10" dirty="0">
                  <a:solidFill>
                    <a:srgbClr val="0856C3"/>
                  </a:solidFill>
                  <a:latin typeface="Inter SemiBold"/>
                  <a:cs typeface="Inter SemiBold"/>
                </a:rPr>
                <a:t>messages</a:t>
              </a:r>
              <a:endParaRPr sz="4500" dirty="0">
                <a:latin typeface="Inter SemiBold"/>
                <a:cs typeface="Inter SemiBold"/>
              </a:endParaRPr>
            </a:p>
            <a:p>
              <a:pPr marL="12700">
                <a:lnSpc>
                  <a:spcPct val="100000"/>
                </a:lnSpc>
                <a:spcBef>
                  <a:spcPts val="3704"/>
                </a:spcBef>
              </a:pPr>
              <a:r>
                <a:rPr sz="1300" dirty="0">
                  <a:solidFill>
                    <a:srgbClr val="0856C3"/>
                  </a:solidFill>
                  <a:latin typeface="Tahoma"/>
                  <a:cs typeface="Tahoma"/>
                </a:rPr>
                <a:t>Inter</a:t>
              </a:r>
              <a:r>
                <a:rPr sz="1300" spc="-65" dirty="0">
                  <a:solidFill>
                    <a:srgbClr val="0856C3"/>
                  </a:solidFill>
                  <a:latin typeface="Tahoma"/>
                  <a:cs typeface="Tahoma"/>
                </a:rPr>
                <a:t> </a:t>
              </a:r>
              <a:r>
                <a:rPr sz="1300" spc="55" dirty="0">
                  <a:solidFill>
                    <a:srgbClr val="0856C3"/>
                  </a:solidFill>
                  <a:latin typeface="Tahoma"/>
                  <a:cs typeface="Tahoma"/>
                </a:rPr>
                <a:t>SemiBold</a:t>
              </a:r>
              <a:endParaRPr sz="1300" dirty="0">
                <a:latin typeface="Tahoma"/>
                <a:cs typeface="Tahoma"/>
              </a:endParaRPr>
            </a:p>
          </p:txBody>
        </p:sp>
        <p:sp>
          <p:nvSpPr>
            <p:cNvPr id="35" name="object 3">
              <a:extLst>
                <a:ext uri="{FF2B5EF4-FFF2-40B4-BE49-F238E27FC236}">
                  <a16:creationId xmlns:a16="http://schemas.microsoft.com/office/drawing/2014/main" id="{C01D7BD1-285A-7D58-214B-F01B127E7DEC}"/>
                </a:ext>
              </a:extLst>
            </p:cNvPr>
            <p:cNvSpPr txBox="1"/>
            <p:nvPr/>
          </p:nvSpPr>
          <p:spPr>
            <a:xfrm>
              <a:off x="9906000" y="1866900"/>
              <a:ext cx="7434184" cy="3151504"/>
            </a:xfrm>
            <a:prstGeom prst="rect">
              <a:avLst/>
            </a:prstGeom>
          </p:spPr>
          <p:txBody>
            <a:bodyPr vert="horz" wrap="square" lIns="0" tIns="85725" rIns="0" bIns="0" rtlCol="0">
              <a:spAutoFit/>
            </a:bodyPr>
            <a:lstStyle/>
            <a:p>
              <a:pPr marL="12700" marR="5080">
                <a:lnSpc>
                  <a:spcPts val="4950"/>
                </a:lnSpc>
                <a:spcBef>
                  <a:spcPts val="675"/>
                </a:spcBef>
              </a:pPr>
              <a:r>
                <a:rPr sz="4500" b="1" spc="65" dirty="0">
                  <a:solidFill>
                    <a:srgbClr val="0856C3"/>
                  </a:solidFill>
                  <a:latin typeface="Inter" panose="02000503000000020004" pitchFamily="2" charset="0"/>
                  <a:ea typeface="Inter" panose="02000503000000020004" pitchFamily="2" charset="0"/>
                  <a:cs typeface="Tahoma"/>
                </a:rPr>
                <a:t>This</a:t>
              </a:r>
              <a:r>
                <a:rPr sz="4500" b="1" spc="-215" dirty="0">
                  <a:solidFill>
                    <a:srgbClr val="0856C3"/>
                  </a:solidFill>
                  <a:latin typeface="Inter" panose="02000503000000020004" pitchFamily="2" charset="0"/>
                  <a:ea typeface="Inter" panose="02000503000000020004" pitchFamily="2" charset="0"/>
                  <a:cs typeface="Tahoma"/>
                </a:rPr>
                <a:t> </a:t>
              </a:r>
              <a:r>
                <a:rPr sz="4500" b="1" spc="-50" dirty="0">
                  <a:solidFill>
                    <a:srgbClr val="0856C3"/>
                  </a:solidFill>
                  <a:latin typeface="Inter" panose="02000503000000020004" pitchFamily="2" charset="0"/>
                  <a:ea typeface="Inter" panose="02000503000000020004" pitchFamily="2" charset="0"/>
                  <a:cs typeface="Tahoma"/>
                </a:rPr>
                <a:t>headline</a:t>
              </a:r>
              <a:r>
                <a:rPr sz="4500" b="1" spc="-204" dirty="0">
                  <a:solidFill>
                    <a:srgbClr val="0856C3"/>
                  </a:solidFill>
                  <a:latin typeface="Inter" panose="02000503000000020004" pitchFamily="2" charset="0"/>
                  <a:ea typeface="Inter" panose="02000503000000020004" pitchFamily="2" charset="0"/>
                  <a:cs typeface="Tahoma"/>
                </a:rPr>
                <a:t> </a:t>
              </a:r>
              <a:r>
                <a:rPr sz="4500" b="1" dirty="0">
                  <a:solidFill>
                    <a:srgbClr val="0856C3"/>
                  </a:solidFill>
                  <a:latin typeface="Inter" panose="02000503000000020004" pitchFamily="2" charset="0"/>
                  <a:ea typeface="Inter" panose="02000503000000020004" pitchFamily="2" charset="0"/>
                  <a:cs typeface="Tahoma"/>
                </a:rPr>
                <a:t>is</a:t>
              </a:r>
              <a:r>
                <a:rPr sz="4500" b="1" spc="-215" dirty="0">
                  <a:solidFill>
                    <a:srgbClr val="0856C3"/>
                  </a:solidFill>
                  <a:latin typeface="Inter" panose="02000503000000020004" pitchFamily="2" charset="0"/>
                  <a:ea typeface="Inter" panose="02000503000000020004" pitchFamily="2" charset="0"/>
                  <a:cs typeface="Tahoma"/>
                </a:rPr>
                <a:t> </a:t>
              </a:r>
              <a:r>
                <a:rPr sz="4500" b="1" dirty="0">
                  <a:solidFill>
                    <a:srgbClr val="0856C3"/>
                  </a:solidFill>
                  <a:latin typeface="Inter" panose="02000503000000020004" pitchFamily="2" charset="0"/>
                  <a:ea typeface="Inter" panose="02000503000000020004" pitchFamily="2" charset="0"/>
                  <a:cs typeface="Tahoma"/>
                </a:rPr>
                <a:t>set</a:t>
              </a:r>
              <a:r>
                <a:rPr sz="4500" b="1" spc="-210" dirty="0">
                  <a:solidFill>
                    <a:srgbClr val="0856C3"/>
                  </a:solidFill>
                  <a:latin typeface="Inter" panose="02000503000000020004" pitchFamily="2" charset="0"/>
                  <a:ea typeface="Inter" panose="02000503000000020004" pitchFamily="2" charset="0"/>
                  <a:cs typeface="Tahoma"/>
                </a:rPr>
                <a:t> </a:t>
              </a:r>
              <a:r>
                <a:rPr sz="4500" b="1" spc="-25" dirty="0">
                  <a:solidFill>
                    <a:srgbClr val="0856C3"/>
                  </a:solidFill>
                  <a:latin typeface="Inter" panose="02000503000000020004" pitchFamily="2" charset="0"/>
                  <a:ea typeface="Inter" panose="02000503000000020004" pitchFamily="2" charset="0"/>
                  <a:cs typeface="Tahoma"/>
                </a:rPr>
                <a:t>in </a:t>
              </a:r>
              <a:r>
                <a:rPr sz="4500" b="1" spc="-254" dirty="0">
                  <a:solidFill>
                    <a:srgbClr val="0856C3"/>
                  </a:solidFill>
                  <a:latin typeface="Inter" panose="02000503000000020004" pitchFamily="2" charset="0"/>
                  <a:ea typeface="Inter" panose="02000503000000020004" pitchFamily="2" charset="0"/>
                  <a:cs typeface="Tahoma"/>
                </a:rPr>
                <a:t>Inter</a:t>
              </a:r>
              <a:r>
                <a:rPr sz="4500" b="1" spc="-250" dirty="0">
                  <a:solidFill>
                    <a:srgbClr val="0856C3"/>
                  </a:solidFill>
                  <a:latin typeface="Inter" panose="02000503000000020004" pitchFamily="2" charset="0"/>
                  <a:ea typeface="Inter" panose="02000503000000020004" pitchFamily="2" charset="0"/>
                  <a:cs typeface="Tahoma"/>
                </a:rPr>
                <a:t> </a:t>
              </a:r>
              <a:r>
                <a:rPr sz="4500" b="1" spc="-55" dirty="0">
                  <a:solidFill>
                    <a:srgbClr val="0856C3"/>
                  </a:solidFill>
                  <a:latin typeface="Inter" panose="02000503000000020004" pitchFamily="2" charset="0"/>
                  <a:ea typeface="Inter" panose="02000503000000020004" pitchFamily="2" charset="0"/>
                  <a:cs typeface="Tahoma"/>
                </a:rPr>
                <a:t>Bold</a:t>
              </a:r>
              <a:r>
                <a:rPr sz="4500" b="1" spc="-250" dirty="0">
                  <a:solidFill>
                    <a:srgbClr val="0856C3"/>
                  </a:solidFill>
                  <a:latin typeface="Inter" panose="02000503000000020004" pitchFamily="2" charset="0"/>
                  <a:ea typeface="Inter" panose="02000503000000020004" pitchFamily="2" charset="0"/>
                  <a:cs typeface="Tahoma"/>
                </a:rPr>
                <a:t> </a:t>
              </a:r>
              <a:r>
                <a:rPr sz="4500" b="1" spc="-45" dirty="0">
                  <a:solidFill>
                    <a:srgbClr val="0856C3"/>
                  </a:solidFill>
                  <a:latin typeface="Inter" panose="02000503000000020004" pitchFamily="2" charset="0"/>
                  <a:ea typeface="Inter" panose="02000503000000020004" pitchFamily="2" charset="0"/>
                  <a:cs typeface="Tahoma"/>
                </a:rPr>
                <a:t>or</a:t>
              </a:r>
              <a:r>
                <a:rPr sz="4500" b="1" spc="-250" dirty="0">
                  <a:solidFill>
                    <a:srgbClr val="0856C3"/>
                  </a:solidFill>
                  <a:latin typeface="Inter" panose="02000503000000020004" pitchFamily="2" charset="0"/>
                  <a:ea typeface="Inter" panose="02000503000000020004" pitchFamily="2" charset="0"/>
                  <a:cs typeface="Tahoma"/>
                </a:rPr>
                <a:t> </a:t>
              </a:r>
              <a:r>
                <a:rPr sz="4500" b="1" spc="50" dirty="0">
                  <a:solidFill>
                    <a:srgbClr val="0856C3"/>
                  </a:solidFill>
                  <a:latin typeface="Inter" panose="02000503000000020004" pitchFamily="2" charset="0"/>
                  <a:ea typeface="Inter" panose="02000503000000020004" pitchFamily="2" charset="0"/>
                  <a:cs typeface="Tahoma"/>
                </a:rPr>
                <a:t>can</a:t>
              </a:r>
              <a:r>
                <a:rPr sz="4500" b="1" spc="-250" dirty="0">
                  <a:solidFill>
                    <a:srgbClr val="0856C3"/>
                  </a:solidFill>
                  <a:latin typeface="Inter" panose="02000503000000020004" pitchFamily="2" charset="0"/>
                  <a:ea typeface="Inter" panose="02000503000000020004" pitchFamily="2" charset="0"/>
                  <a:cs typeface="Tahoma"/>
                </a:rPr>
                <a:t> </a:t>
              </a:r>
              <a:r>
                <a:rPr sz="4500" b="1" dirty="0">
                  <a:solidFill>
                    <a:srgbClr val="0856C3"/>
                  </a:solidFill>
                  <a:latin typeface="Inter" panose="02000503000000020004" pitchFamily="2" charset="0"/>
                  <a:ea typeface="Inter" panose="02000503000000020004" pitchFamily="2" charset="0"/>
                  <a:cs typeface="Tahoma"/>
                </a:rPr>
                <a:t>be</a:t>
              </a:r>
              <a:r>
                <a:rPr sz="4500" b="1" spc="-250" dirty="0">
                  <a:solidFill>
                    <a:srgbClr val="0856C3"/>
                  </a:solidFill>
                  <a:latin typeface="Inter" panose="02000503000000020004" pitchFamily="2" charset="0"/>
                  <a:ea typeface="Inter" panose="02000503000000020004" pitchFamily="2" charset="0"/>
                  <a:cs typeface="Tahoma"/>
                </a:rPr>
                <a:t> </a:t>
              </a:r>
              <a:r>
                <a:rPr sz="4500" b="1" spc="-25" dirty="0">
                  <a:solidFill>
                    <a:srgbClr val="0856C3"/>
                  </a:solidFill>
                  <a:latin typeface="Inter" panose="02000503000000020004" pitchFamily="2" charset="0"/>
                  <a:ea typeface="Inter" panose="02000503000000020004" pitchFamily="2" charset="0"/>
                  <a:cs typeface="Tahoma"/>
                </a:rPr>
                <a:t>in </a:t>
              </a:r>
              <a:br>
                <a:rPr lang="en-US" sz="4500" b="1" spc="-25" dirty="0">
                  <a:solidFill>
                    <a:srgbClr val="0856C3"/>
                  </a:solidFill>
                  <a:latin typeface="Inter" panose="02000503000000020004" pitchFamily="2" charset="0"/>
                  <a:ea typeface="Inter" panose="02000503000000020004" pitchFamily="2" charset="0"/>
                  <a:cs typeface="Tahoma"/>
                </a:rPr>
              </a:br>
              <a:r>
                <a:rPr sz="4500" b="1" dirty="0">
                  <a:solidFill>
                    <a:srgbClr val="0856C3"/>
                  </a:solidFill>
                  <a:latin typeface="Inter SemiBold" panose="02000503000000020004" pitchFamily="2" charset="0"/>
                  <a:ea typeface="Inter SemiBold" panose="02000503000000020004" pitchFamily="2" charset="0"/>
                  <a:cs typeface="Inter SemiBold"/>
                </a:rPr>
                <a:t>Inter</a:t>
              </a:r>
              <a:r>
                <a:rPr sz="4500" b="1" spc="10" dirty="0">
                  <a:solidFill>
                    <a:srgbClr val="0856C3"/>
                  </a:solidFill>
                  <a:latin typeface="Inter SemiBold" panose="02000503000000020004" pitchFamily="2" charset="0"/>
                  <a:ea typeface="Inter SemiBold" panose="02000503000000020004" pitchFamily="2" charset="0"/>
                  <a:cs typeface="Inter SemiBold"/>
                </a:rPr>
                <a:t> </a:t>
              </a:r>
              <a:r>
                <a:rPr sz="4500" b="1" dirty="0">
                  <a:solidFill>
                    <a:srgbClr val="0856C3"/>
                  </a:solidFill>
                  <a:latin typeface="Inter SemiBold" panose="02000503000000020004" pitchFamily="2" charset="0"/>
                  <a:ea typeface="Inter SemiBold" panose="02000503000000020004" pitchFamily="2" charset="0"/>
                  <a:cs typeface="Inter SemiBold"/>
                </a:rPr>
                <a:t>SemiBold,</a:t>
              </a:r>
              <a:r>
                <a:rPr sz="4500" b="1" spc="-100" dirty="0">
                  <a:solidFill>
                    <a:srgbClr val="0856C3"/>
                  </a:solidFill>
                  <a:latin typeface="Inter SemiBold" panose="02000503000000020004" pitchFamily="2" charset="0"/>
                  <a:ea typeface="Inter SemiBold" panose="02000503000000020004" pitchFamily="2" charset="0"/>
                  <a:cs typeface="Inter SemiBold"/>
                </a:rPr>
                <a:t> </a:t>
              </a:r>
              <a:r>
                <a:rPr sz="4500" b="1" spc="70" dirty="0">
                  <a:solidFill>
                    <a:srgbClr val="0856C3"/>
                  </a:solidFill>
                  <a:latin typeface="Inter SemiBold" panose="02000503000000020004" pitchFamily="2" charset="0"/>
                  <a:ea typeface="Inter SemiBold" panose="02000503000000020004" pitchFamily="2" charset="0"/>
                  <a:cs typeface="Inter SemiBold"/>
                </a:rPr>
                <a:t>55pt</a:t>
              </a:r>
              <a:r>
                <a:rPr sz="4500" b="1" spc="10" dirty="0">
                  <a:solidFill>
                    <a:srgbClr val="0856C3"/>
                  </a:solidFill>
                  <a:latin typeface="Inter SemiBold" panose="02000503000000020004" pitchFamily="2" charset="0"/>
                  <a:ea typeface="Inter SemiBold" panose="02000503000000020004" pitchFamily="2" charset="0"/>
                  <a:cs typeface="Inter SemiBold"/>
                </a:rPr>
                <a:t> </a:t>
              </a:r>
              <a:r>
                <a:rPr sz="4500" b="1" spc="-20" dirty="0">
                  <a:solidFill>
                    <a:srgbClr val="0856C3"/>
                  </a:solidFill>
                  <a:latin typeface="Inter SemiBold" panose="02000503000000020004" pitchFamily="2" charset="0"/>
                  <a:ea typeface="Inter SemiBold" panose="02000503000000020004" pitchFamily="2" charset="0"/>
                  <a:cs typeface="Inter SemiBold"/>
                </a:rPr>
                <a:t>size</a:t>
              </a:r>
              <a:endParaRPr sz="4500" dirty="0">
                <a:latin typeface="Inter SemiBold" panose="02000503000000020004" pitchFamily="2" charset="0"/>
                <a:ea typeface="Inter SemiBold" panose="02000503000000020004" pitchFamily="2" charset="0"/>
                <a:cs typeface="Inter SemiBold"/>
              </a:endParaRPr>
            </a:p>
            <a:p>
              <a:pPr marL="12700" marR="86360">
                <a:lnSpc>
                  <a:spcPts val="3130"/>
                </a:lnSpc>
                <a:spcBef>
                  <a:spcPts val="2710"/>
                </a:spcBef>
              </a:pPr>
              <a:r>
                <a:rPr sz="2700" b="1" dirty="0">
                  <a:solidFill>
                    <a:srgbClr val="0856C3"/>
                  </a:solidFill>
                  <a:latin typeface="Inter SemiBold" panose="02000503000000020004" pitchFamily="2" charset="0"/>
                  <a:ea typeface="Inter SemiBold" panose="02000503000000020004" pitchFamily="2" charset="0"/>
                  <a:cs typeface="Inter SemiBold"/>
                </a:rPr>
                <a:t>This</a:t>
              </a:r>
              <a:r>
                <a:rPr sz="2700" b="1" spc="-25" dirty="0">
                  <a:solidFill>
                    <a:srgbClr val="0856C3"/>
                  </a:solidFill>
                  <a:latin typeface="Inter SemiBold" panose="02000503000000020004" pitchFamily="2" charset="0"/>
                  <a:ea typeface="Inter SemiBold" panose="02000503000000020004" pitchFamily="2" charset="0"/>
                  <a:cs typeface="Inter SemiBold"/>
                </a:rPr>
                <a:t> </a:t>
              </a:r>
              <a:r>
                <a:rPr sz="2700" b="1" dirty="0">
                  <a:solidFill>
                    <a:srgbClr val="0856C3"/>
                  </a:solidFill>
                  <a:latin typeface="Inter SemiBold" panose="02000503000000020004" pitchFamily="2" charset="0"/>
                  <a:ea typeface="Inter SemiBold" panose="02000503000000020004" pitchFamily="2" charset="0"/>
                  <a:cs typeface="Inter SemiBold"/>
                </a:rPr>
                <a:t>subheadline</a:t>
              </a:r>
              <a:r>
                <a:rPr sz="2700" b="1" spc="-20" dirty="0">
                  <a:solidFill>
                    <a:srgbClr val="0856C3"/>
                  </a:solidFill>
                  <a:latin typeface="Inter SemiBold" panose="02000503000000020004" pitchFamily="2" charset="0"/>
                  <a:ea typeface="Inter SemiBold" panose="02000503000000020004" pitchFamily="2" charset="0"/>
                  <a:cs typeface="Inter SemiBold"/>
                </a:rPr>
                <a:t> </a:t>
              </a:r>
              <a:r>
                <a:rPr sz="2700" b="1" dirty="0">
                  <a:solidFill>
                    <a:srgbClr val="0856C3"/>
                  </a:solidFill>
                  <a:latin typeface="Inter SemiBold" panose="02000503000000020004" pitchFamily="2" charset="0"/>
                  <a:ea typeface="Inter SemiBold" panose="02000503000000020004" pitchFamily="2" charset="0"/>
                  <a:cs typeface="Inter SemiBold"/>
                </a:rPr>
                <a:t>is</a:t>
              </a:r>
              <a:r>
                <a:rPr sz="2700" b="1" spc="-20" dirty="0">
                  <a:solidFill>
                    <a:srgbClr val="0856C3"/>
                  </a:solidFill>
                  <a:latin typeface="Inter SemiBold" panose="02000503000000020004" pitchFamily="2" charset="0"/>
                  <a:ea typeface="Inter SemiBold" panose="02000503000000020004" pitchFamily="2" charset="0"/>
                  <a:cs typeface="Inter SemiBold"/>
                </a:rPr>
                <a:t> </a:t>
              </a:r>
              <a:r>
                <a:rPr sz="2700" b="1" spc="-110" dirty="0">
                  <a:solidFill>
                    <a:srgbClr val="0856C3"/>
                  </a:solidFill>
                  <a:latin typeface="Inter SemiBold" panose="02000503000000020004" pitchFamily="2" charset="0"/>
                  <a:ea typeface="Inter SemiBold" panose="02000503000000020004" pitchFamily="2" charset="0"/>
                  <a:cs typeface="Inter SemiBold"/>
                </a:rPr>
                <a:t>60%</a:t>
              </a:r>
              <a:r>
                <a:rPr sz="2700" b="1" spc="-20" dirty="0">
                  <a:solidFill>
                    <a:srgbClr val="0856C3"/>
                  </a:solidFill>
                  <a:latin typeface="Inter SemiBold" panose="02000503000000020004" pitchFamily="2" charset="0"/>
                  <a:ea typeface="Inter SemiBold" panose="02000503000000020004" pitchFamily="2" charset="0"/>
                  <a:cs typeface="Inter SemiBold"/>
                </a:rPr>
                <a:t> </a:t>
              </a:r>
              <a:r>
                <a:rPr sz="2700" b="1" dirty="0">
                  <a:solidFill>
                    <a:srgbClr val="0856C3"/>
                  </a:solidFill>
                  <a:latin typeface="Inter SemiBold" panose="02000503000000020004" pitchFamily="2" charset="0"/>
                  <a:ea typeface="Inter SemiBold" panose="02000503000000020004" pitchFamily="2" charset="0"/>
                  <a:cs typeface="Inter SemiBold"/>
                </a:rPr>
                <a:t>of</a:t>
              </a:r>
              <a:r>
                <a:rPr sz="2700" b="1" spc="-25" dirty="0">
                  <a:solidFill>
                    <a:srgbClr val="0856C3"/>
                  </a:solidFill>
                  <a:latin typeface="Inter SemiBold" panose="02000503000000020004" pitchFamily="2" charset="0"/>
                  <a:ea typeface="Inter SemiBold" panose="02000503000000020004" pitchFamily="2" charset="0"/>
                  <a:cs typeface="Inter SemiBold"/>
                </a:rPr>
                <a:t> </a:t>
              </a:r>
              <a:r>
                <a:rPr sz="2700" b="1" dirty="0">
                  <a:solidFill>
                    <a:srgbClr val="0856C3"/>
                  </a:solidFill>
                  <a:latin typeface="Inter SemiBold" panose="02000503000000020004" pitchFamily="2" charset="0"/>
                  <a:ea typeface="Inter SemiBold" panose="02000503000000020004" pitchFamily="2" charset="0"/>
                  <a:cs typeface="Inter SemiBold"/>
                </a:rPr>
                <a:t>headline</a:t>
              </a:r>
              <a:r>
                <a:rPr sz="2700" b="1" spc="-15" dirty="0">
                  <a:solidFill>
                    <a:srgbClr val="0856C3"/>
                  </a:solidFill>
                  <a:latin typeface="Inter SemiBold" panose="02000503000000020004" pitchFamily="2" charset="0"/>
                  <a:ea typeface="Inter SemiBold" panose="02000503000000020004" pitchFamily="2" charset="0"/>
                  <a:cs typeface="Inter SemiBold"/>
                </a:rPr>
                <a:t> </a:t>
              </a:r>
              <a:r>
                <a:rPr sz="2700" b="1" spc="-10" dirty="0">
                  <a:solidFill>
                    <a:srgbClr val="0856C3"/>
                  </a:solidFill>
                  <a:latin typeface="Inter SemiBold" panose="02000503000000020004" pitchFamily="2" charset="0"/>
                  <a:ea typeface="Inter SemiBold" panose="02000503000000020004" pitchFamily="2" charset="0"/>
                  <a:cs typeface="Inter SemiBold"/>
                </a:rPr>
                <a:t>size, </a:t>
              </a:r>
              <a:r>
                <a:rPr sz="2700" b="1" dirty="0">
                  <a:solidFill>
                    <a:srgbClr val="0856C3"/>
                  </a:solidFill>
                  <a:latin typeface="Inter SemiBold" panose="02000503000000020004" pitchFamily="2" charset="0"/>
                  <a:ea typeface="Inter SemiBold" panose="02000503000000020004" pitchFamily="2" charset="0"/>
                  <a:cs typeface="Inter SemiBold"/>
                </a:rPr>
                <a:t>set</a:t>
              </a:r>
              <a:r>
                <a:rPr sz="2700" b="1" spc="30" dirty="0">
                  <a:solidFill>
                    <a:srgbClr val="0856C3"/>
                  </a:solidFill>
                  <a:latin typeface="Inter SemiBold" panose="02000503000000020004" pitchFamily="2" charset="0"/>
                  <a:ea typeface="Inter SemiBold" panose="02000503000000020004" pitchFamily="2" charset="0"/>
                  <a:cs typeface="Inter SemiBold"/>
                </a:rPr>
                <a:t> </a:t>
              </a:r>
              <a:r>
                <a:rPr sz="2700" b="1" dirty="0">
                  <a:solidFill>
                    <a:srgbClr val="0856C3"/>
                  </a:solidFill>
                  <a:latin typeface="Inter SemiBold" panose="02000503000000020004" pitchFamily="2" charset="0"/>
                  <a:ea typeface="Inter SemiBold" panose="02000503000000020004" pitchFamily="2" charset="0"/>
                  <a:cs typeface="Inter SemiBold"/>
                </a:rPr>
                <a:t>in</a:t>
              </a:r>
              <a:r>
                <a:rPr sz="2700" b="1" spc="40" dirty="0">
                  <a:solidFill>
                    <a:srgbClr val="0856C3"/>
                  </a:solidFill>
                  <a:latin typeface="Inter SemiBold" panose="02000503000000020004" pitchFamily="2" charset="0"/>
                  <a:ea typeface="Inter SemiBold" panose="02000503000000020004" pitchFamily="2" charset="0"/>
                  <a:cs typeface="Inter SemiBold"/>
                </a:rPr>
                <a:t> </a:t>
              </a:r>
              <a:r>
                <a:rPr sz="2700" b="1" dirty="0">
                  <a:solidFill>
                    <a:srgbClr val="0856C3"/>
                  </a:solidFill>
                  <a:latin typeface="Inter SemiBold" panose="02000503000000020004" pitchFamily="2" charset="0"/>
                  <a:ea typeface="Inter SemiBold" panose="02000503000000020004" pitchFamily="2" charset="0"/>
                  <a:cs typeface="Inter SemiBold"/>
                </a:rPr>
                <a:t>Inter</a:t>
              </a:r>
              <a:r>
                <a:rPr sz="2700" b="1" spc="35" dirty="0">
                  <a:solidFill>
                    <a:srgbClr val="0856C3"/>
                  </a:solidFill>
                  <a:latin typeface="Inter SemiBold" panose="02000503000000020004" pitchFamily="2" charset="0"/>
                  <a:ea typeface="Inter SemiBold" panose="02000503000000020004" pitchFamily="2" charset="0"/>
                  <a:cs typeface="Inter SemiBold"/>
                </a:rPr>
                <a:t> </a:t>
              </a:r>
              <a:r>
                <a:rPr sz="2700" b="1" spc="-10" dirty="0">
                  <a:solidFill>
                    <a:srgbClr val="0856C3"/>
                  </a:solidFill>
                  <a:latin typeface="Inter SemiBold" panose="02000503000000020004" pitchFamily="2" charset="0"/>
                  <a:ea typeface="Inter SemiBold" panose="02000503000000020004" pitchFamily="2" charset="0"/>
                  <a:cs typeface="Inter SemiBold"/>
                </a:rPr>
                <a:t>SemiBold</a:t>
              </a:r>
              <a:endParaRPr sz="2700" dirty="0">
                <a:latin typeface="Inter SemiBold" panose="02000503000000020004" pitchFamily="2" charset="0"/>
                <a:ea typeface="Inter SemiBold" panose="02000503000000020004" pitchFamily="2" charset="0"/>
                <a:cs typeface="Inter SemiBold"/>
              </a:endParaRPr>
            </a:p>
          </p:txBody>
        </p:sp>
        <p:sp>
          <p:nvSpPr>
            <p:cNvPr id="36" name="object 4">
              <a:extLst>
                <a:ext uri="{FF2B5EF4-FFF2-40B4-BE49-F238E27FC236}">
                  <a16:creationId xmlns:a16="http://schemas.microsoft.com/office/drawing/2014/main" id="{D291E08E-7867-9EFC-A6B5-122892759DE9}"/>
                </a:ext>
              </a:extLst>
            </p:cNvPr>
            <p:cNvSpPr txBox="1"/>
            <p:nvPr/>
          </p:nvSpPr>
          <p:spPr>
            <a:xfrm>
              <a:off x="5692117" y="5267332"/>
              <a:ext cx="3121660" cy="1272143"/>
            </a:xfrm>
            <a:prstGeom prst="rect">
              <a:avLst/>
            </a:prstGeom>
          </p:spPr>
          <p:txBody>
            <a:bodyPr vert="horz" wrap="square" lIns="0" tIns="15240" rIns="0" bIns="0" rtlCol="0">
              <a:spAutoFit/>
            </a:bodyPr>
            <a:lstStyle/>
            <a:p>
              <a:pPr marL="12700">
                <a:lnSpc>
                  <a:spcPts val="3185"/>
                </a:lnSpc>
                <a:spcBef>
                  <a:spcPts val="120"/>
                </a:spcBef>
              </a:pPr>
              <a:r>
                <a:rPr lang="en-US" sz="2700" dirty="0">
                  <a:solidFill>
                    <a:srgbClr val="0957C3"/>
                  </a:solidFill>
                  <a:latin typeface="Inter SemiBold" panose="02000503000000020004" pitchFamily="2" charset="0"/>
                  <a:ea typeface="Inter SemiBold" panose="02000503000000020004" pitchFamily="2" charset="0"/>
                  <a:cs typeface="Verdana"/>
                </a:rPr>
                <a:t>Subheads</a:t>
              </a:r>
            </a:p>
            <a:p>
              <a:pPr marL="12700">
                <a:lnSpc>
                  <a:spcPts val="3185"/>
                </a:lnSpc>
                <a:spcBef>
                  <a:spcPts val="120"/>
                </a:spcBef>
              </a:pPr>
              <a:r>
                <a:rPr lang="en-US" sz="2700" dirty="0">
                  <a:solidFill>
                    <a:srgbClr val="0957C3"/>
                  </a:solidFill>
                  <a:latin typeface="Inter SemiBold" panose="02000503000000020004" pitchFamily="2" charset="0"/>
                  <a:ea typeface="Inter SemiBold" panose="02000503000000020004" pitchFamily="2" charset="0"/>
                  <a:cs typeface="Verdana"/>
                </a:rPr>
                <a:t>Short body copy</a:t>
              </a:r>
            </a:p>
            <a:p>
              <a:pPr marL="12700">
                <a:lnSpc>
                  <a:spcPts val="3185"/>
                </a:lnSpc>
                <a:spcBef>
                  <a:spcPts val="120"/>
                </a:spcBef>
              </a:pPr>
              <a:r>
                <a:rPr lang="en-US" sz="2700" i="1" dirty="0">
                  <a:solidFill>
                    <a:srgbClr val="0957C3"/>
                  </a:solidFill>
                  <a:latin typeface="Inter SemiBold" panose="02000503000000020004" pitchFamily="2" charset="0"/>
                  <a:ea typeface="Inter SemiBold" panose="02000503000000020004" pitchFamily="2" charset="0"/>
                  <a:cs typeface="Verdana"/>
                </a:rPr>
                <a:t>Italic for emphasis</a:t>
              </a:r>
            </a:p>
          </p:txBody>
        </p:sp>
        <p:sp>
          <p:nvSpPr>
            <p:cNvPr id="37" name="object 5">
              <a:extLst>
                <a:ext uri="{FF2B5EF4-FFF2-40B4-BE49-F238E27FC236}">
                  <a16:creationId xmlns:a16="http://schemas.microsoft.com/office/drawing/2014/main" id="{47B90729-B39C-F6F7-2E6B-5F3ADB4277C1}"/>
                </a:ext>
              </a:extLst>
            </p:cNvPr>
            <p:cNvSpPr txBox="1"/>
            <p:nvPr/>
          </p:nvSpPr>
          <p:spPr>
            <a:xfrm>
              <a:off x="5692117" y="7443941"/>
              <a:ext cx="1751330" cy="654050"/>
            </a:xfrm>
            <a:prstGeom prst="rect">
              <a:avLst/>
            </a:prstGeom>
          </p:spPr>
          <p:txBody>
            <a:bodyPr vert="horz" wrap="square" lIns="0" tIns="12065" rIns="0" bIns="0" rtlCol="0">
              <a:spAutoFit/>
            </a:bodyPr>
            <a:lstStyle/>
            <a:p>
              <a:pPr marL="12700" marR="5080">
                <a:lnSpc>
                  <a:spcPct val="114500"/>
                </a:lnSpc>
                <a:spcBef>
                  <a:spcPts val="95"/>
                </a:spcBef>
              </a:pPr>
              <a:r>
                <a:rPr sz="1800" b="1" dirty="0">
                  <a:solidFill>
                    <a:srgbClr val="0856C3"/>
                  </a:solidFill>
                  <a:latin typeface="Inter SemiBold"/>
                  <a:cs typeface="Inter SemiBold"/>
                </a:rPr>
                <a:t>Chapter</a:t>
              </a:r>
              <a:r>
                <a:rPr sz="1800" b="1" spc="50" dirty="0">
                  <a:solidFill>
                    <a:srgbClr val="0856C3"/>
                  </a:solidFill>
                  <a:latin typeface="Inter SemiBold"/>
                  <a:cs typeface="Inter SemiBold"/>
                </a:rPr>
                <a:t> </a:t>
              </a:r>
              <a:r>
                <a:rPr sz="1800" b="1" spc="-10" dirty="0">
                  <a:solidFill>
                    <a:srgbClr val="0856C3"/>
                  </a:solidFill>
                  <a:latin typeface="Inter SemiBold"/>
                  <a:cs typeface="Inter SemiBold"/>
                </a:rPr>
                <a:t>Title </a:t>
              </a:r>
              <a:r>
                <a:rPr sz="1800" b="1" dirty="0">
                  <a:solidFill>
                    <a:srgbClr val="0856C3"/>
                  </a:solidFill>
                  <a:latin typeface="Inter SemiBold"/>
                  <a:cs typeface="Inter SemiBold"/>
                </a:rPr>
                <a:t>Intro</a:t>
              </a:r>
              <a:r>
                <a:rPr sz="1800" b="1" spc="5" dirty="0">
                  <a:solidFill>
                    <a:srgbClr val="0856C3"/>
                  </a:solidFill>
                  <a:latin typeface="Inter SemiBold"/>
                  <a:cs typeface="Inter SemiBold"/>
                </a:rPr>
                <a:t> </a:t>
              </a:r>
              <a:r>
                <a:rPr sz="1800" b="1" spc="-10" dirty="0">
                  <a:solidFill>
                    <a:srgbClr val="0856C3"/>
                  </a:solidFill>
                  <a:latin typeface="Inter SemiBold"/>
                  <a:cs typeface="Inter SemiBold"/>
                </a:rPr>
                <a:t>Paragraph</a:t>
              </a:r>
              <a:endParaRPr sz="1800">
                <a:latin typeface="Inter SemiBold"/>
                <a:cs typeface="Inter SemiBold"/>
              </a:endParaRPr>
            </a:p>
          </p:txBody>
        </p:sp>
        <p:sp>
          <p:nvSpPr>
            <p:cNvPr id="38" name="object 6">
              <a:extLst>
                <a:ext uri="{FF2B5EF4-FFF2-40B4-BE49-F238E27FC236}">
                  <a16:creationId xmlns:a16="http://schemas.microsoft.com/office/drawing/2014/main" id="{8CDFE237-97EA-B0DB-0D35-B4CFBF5C8BCA}"/>
                </a:ext>
              </a:extLst>
            </p:cNvPr>
            <p:cNvSpPr txBox="1"/>
            <p:nvPr/>
          </p:nvSpPr>
          <p:spPr>
            <a:xfrm>
              <a:off x="9906241" y="5690676"/>
              <a:ext cx="3564254" cy="654050"/>
            </a:xfrm>
            <a:prstGeom prst="rect">
              <a:avLst/>
            </a:prstGeom>
          </p:spPr>
          <p:txBody>
            <a:bodyPr vert="horz" wrap="square" lIns="0" tIns="12065" rIns="0" bIns="0" rtlCol="0">
              <a:spAutoFit/>
            </a:bodyPr>
            <a:lstStyle/>
            <a:p>
              <a:pPr marL="12700" marR="5080">
                <a:lnSpc>
                  <a:spcPct val="114500"/>
                </a:lnSpc>
                <a:spcBef>
                  <a:spcPts val="95"/>
                </a:spcBef>
              </a:pPr>
              <a:r>
                <a:rPr sz="1800" b="1" dirty="0">
                  <a:solidFill>
                    <a:srgbClr val="0856C3"/>
                  </a:solidFill>
                  <a:latin typeface="Inter SemiBold"/>
                  <a:cs typeface="Inter SemiBold"/>
                </a:rPr>
                <a:t>Chapter</a:t>
              </a:r>
              <a:r>
                <a:rPr sz="1800" b="1" spc="35" dirty="0">
                  <a:solidFill>
                    <a:srgbClr val="0856C3"/>
                  </a:solidFill>
                  <a:latin typeface="Inter SemiBold"/>
                  <a:cs typeface="Inter SemiBold"/>
                </a:rPr>
                <a:t> </a:t>
              </a:r>
              <a:r>
                <a:rPr sz="1800" b="1" dirty="0">
                  <a:solidFill>
                    <a:srgbClr val="0856C3"/>
                  </a:solidFill>
                  <a:latin typeface="Inter SemiBold"/>
                  <a:cs typeface="Inter SemiBold"/>
                </a:rPr>
                <a:t>Title</a:t>
              </a:r>
              <a:r>
                <a:rPr sz="1800" b="1" spc="35" dirty="0">
                  <a:solidFill>
                    <a:srgbClr val="0856C3"/>
                  </a:solidFill>
                  <a:latin typeface="Inter SemiBold"/>
                  <a:cs typeface="Inter SemiBold"/>
                </a:rPr>
                <a:t> </a:t>
              </a:r>
              <a:r>
                <a:rPr sz="1800" b="1" dirty="0">
                  <a:solidFill>
                    <a:srgbClr val="0856C3"/>
                  </a:solidFill>
                  <a:latin typeface="Inter SemiBold"/>
                  <a:cs typeface="Inter SemiBold"/>
                </a:rPr>
                <a:t>in</a:t>
              </a:r>
              <a:r>
                <a:rPr sz="1800" b="1" spc="40" dirty="0">
                  <a:solidFill>
                    <a:srgbClr val="0856C3"/>
                  </a:solidFill>
                  <a:latin typeface="Inter SemiBold"/>
                  <a:cs typeface="Inter SemiBold"/>
                </a:rPr>
                <a:t> </a:t>
              </a:r>
              <a:r>
                <a:rPr sz="1800" b="1" dirty="0">
                  <a:solidFill>
                    <a:srgbClr val="0856C3"/>
                  </a:solidFill>
                  <a:latin typeface="Inter SemiBold"/>
                  <a:cs typeface="Inter SemiBold"/>
                </a:rPr>
                <a:t>Inter</a:t>
              </a:r>
              <a:r>
                <a:rPr sz="1800" b="1" spc="35" dirty="0">
                  <a:solidFill>
                    <a:srgbClr val="0856C3"/>
                  </a:solidFill>
                  <a:latin typeface="Inter SemiBold"/>
                  <a:cs typeface="Inter SemiBold"/>
                </a:rPr>
                <a:t> </a:t>
              </a:r>
              <a:r>
                <a:rPr sz="1800" b="1" spc="-10" dirty="0">
                  <a:solidFill>
                    <a:srgbClr val="0856C3"/>
                  </a:solidFill>
                  <a:latin typeface="Inter SemiBold"/>
                  <a:cs typeface="Inter SemiBold"/>
                </a:rPr>
                <a:t>SemiBold, </a:t>
              </a:r>
              <a:r>
                <a:rPr sz="1800" b="1" dirty="0">
                  <a:solidFill>
                    <a:srgbClr val="0856C3"/>
                  </a:solidFill>
                  <a:latin typeface="Inter SemiBold"/>
                  <a:cs typeface="Inter SemiBold"/>
                </a:rPr>
                <a:t>The</a:t>
              </a:r>
              <a:r>
                <a:rPr sz="1800" b="1" spc="-10" dirty="0">
                  <a:solidFill>
                    <a:srgbClr val="0856C3"/>
                  </a:solidFill>
                  <a:latin typeface="Inter SemiBold"/>
                  <a:cs typeface="Inter SemiBold"/>
                </a:rPr>
                <a:t> </a:t>
              </a:r>
              <a:r>
                <a:rPr sz="1800" b="1" dirty="0">
                  <a:solidFill>
                    <a:srgbClr val="0856C3"/>
                  </a:solidFill>
                  <a:latin typeface="Inter SemiBold"/>
                  <a:cs typeface="Inter SemiBold"/>
                </a:rPr>
                <a:t>size</a:t>
              </a:r>
              <a:r>
                <a:rPr sz="1800" b="1" spc="-5" dirty="0">
                  <a:solidFill>
                    <a:srgbClr val="0856C3"/>
                  </a:solidFill>
                  <a:latin typeface="Inter SemiBold"/>
                  <a:cs typeface="Inter SemiBold"/>
                </a:rPr>
                <a:t> </a:t>
              </a:r>
              <a:r>
                <a:rPr sz="1800" b="1" dirty="0">
                  <a:solidFill>
                    <a:srgbClr val="0856C3"/>
                  </a:solidFill>
                  <a:latin typeface="Inter SemiBold"/>
                  <a:cs typeface="Inter SemiBold"/>
                </a:rPr>
                <a:t>is</a:t>
              </a:r>
              <a:r>
                <a:rPr sz="1800" b="1" spc="-5" dirty="0">
                  <a:solidFill>
                    <a:srgbClr val="0856C3"/>
                  </a:solidFill>
                  <a:latin typeface="Inter SemiBold"/>
                  <a:cs typeface="Inter SemiBold"/>
                </a:rPr>
                <a:t> </a:t>
              </a:r>
              <a:r>
                <a:rPr sz="1800" b="1" spc="-100" dirty="0">
                  <a:solidFill>
                    <a:srgbClr val="0856C3"/>
                  </a:solidFill>
                  <a:latin typeface="Inter SemiBold"/>
                  <a:cs typeface="Inter SemiBold"/>
                </a:rPr>
                <a:t>40%</a:t>
              </a:r>
              <a:r>
                <a:rPr sz="1800" b="1" spc="-10" dirty="0">
                  <a:solidFill>
                    <a:srgbClr val="0856C3"/>
                  </a:solidFill>
                  <a:latin typeface="Inter SemiBold"/>
                  <a:cs typeface="Inter SemiBold"/>
                </a:rPr>
                <a:t> </a:t>
              </a:r>
              <a:r>
                <a:rPr sz="1800" b="1" dirty="0">
                  <a:solidFill>
                    <a:srgbClr val="0856C3"/>
                  </a:solidFill>
                  <a:latin typeface="Inter SemiBold"/>
                  <a:cs typeface="Inter SemiBold"/>
                </a:rPr>
                <a:t>of</a:t>
              </a:r>
              <a:r>
                <a:rPr sz="1800" b="1" spc="-5" dirty="0">
                  <a:solidFill>
                    <a:srgbClr val="0856C3"/>
                  </a:solidFill>
                  <a:latin typeface="Inter SemiBold"/>
                  <a:cs typeface="Inter SemiBold"/>
                </a:rPr>
                <a:t> </a:t>
              </a:r>
              <a:r>
                <a:rPr sz="1800" b="1" dirty="0">
                  <a:solidFill>
                    <a:srgbClr val="0856C3"/>
                  </a:solidFill>
                  <a:latin typeface="Inter SemiBold"/>
                  <a:cs typeface="Inter SemiBold"/>
                </a:rPr>
                <a:t>headline</a:t>
              </a:r>
              <a:r>
                <a:rPr sz="1800" b="1" spc="-5" dirty="0">
                  <a:solidFill>
                    <a:srgbClr val="0856C3"/>
                  </a:solidFill>
                  <a:latin typeface="Inter SemiBold"/>
                  <a:cs typeface="Inter SemiBold"/>
                </a:rPr>
                <a:t> </a:t>
              </a:r>
              <a:r>
                <a:rPr sz="1800" b="1" spc="-20" dirty="0">
                  <a:solidFill>
                    <a:srgbClr val="0856C3"/>
                  </a:solidFill>
                  <a:latin typeface="Inter SemiBold"/>
                  <a:cs typeface="Inter SemiBold"/>
                </a:rPr>
                <a:t>size</a:t>
              </a:r>
              <a:endParaRPr sz="1800" dirty="0">
                <a:latin typeface="Inter SemiBold"/>
                <a:cs typeface="Inter SemiBold"/>
              </a:endParaRPr>
            </a:p>
          </p:txBody>
        </p:sp>
        <p:sp>
          <p:nvSpPr>
            <p:cNvPr id="39" name="object 7">
              <a:extLst>
                <a:ext uri="{FF2B5EF4-FFF2-40B4-BE49-F238E27FC236}">
                  <a16:creationId xmlns:a16="http://schemas.microsoft.com/office/drawing/2014/main" id="{7B989ABD-B6E8-4F15-A84E-1444282B6871}"/>
                </a:ext>
              </a:extLst>
            </p:cNvPr>
            <p:cNvSpPr txBox="1"/>
            <p:nvPr/>
          </p:nvSpPr>
          <p:spPr>
            <a:xfrm>
              <a:off x="5692117" y="9022664"/>
              <a:ext cx="1202690" cy="503555"/>
            </a:xfrm>
            <a:prstGeom prst="rect">
              <a:avLst/>
            </a:prstGeom>
          </p:spPr>
          <p:txBody>
            <a:bodyPr vert="horz" wrap="square" lIns="0" tIns="60325" rIns="0" bIns="0" rtlCol="0">
              <a:spAutoFit/>
            </a:bodyPr>
            <a:lstStyle/>
            <a:p>
              <a:pPr marL="12700">
                <a:lnSpc>
                  <a:spcPct val="100000"/>
                </a:lnSpc>
                <a:spcBef>
                  <a:spcPts val="475"/>
                </a:spcBef>
              </a:pPr>
              <a:r>
                <a:rPr sz="1250" spc="-25" dirty="0">
                  <a:solidFill>
                    <a:srgbClr val="0856C3"/>
                  </a:solidFill>
                  <a:latin typeface="Inter" panose="02000503000000020004" pitchFamily="2" charset="0"/>
                  <a:ea typeface="Inter" panose="02000503000000020004" pitchFamily="2" charset="0"/>
                  <a:cs typeface="Verdana"/>
                </a:rPr>
                <a:t>Paragraph</a:t>
              </a:r>
              <a:r>
                <a:rPr sz="1250" spc="-55" dirty="0">
                  <a:solidFill>
                    <a:srgbClr val="0856C3"/>
                  </a:solidFill>
                  <a:latin typeface="Inter" panose="02000503000000020004" pitchFamily="2" charset="0"/>
                  <a:ea typeface="Inter" panose="02000503000000020004" pitchFamily="2" charset="0"/>
                  <a:cs typeface="Verdana"/>
                </a:rPr>
                <a:t> </a:t>
              </a:r>
              <a:r>
                <a:rPr sz="1250" spc="-10" dirty="0">
                  <a:solidFill>
                    <a:srgbClr val="0856C3"/>
                  </a:solidFill>
                  <a:latin typeface="Inter" panose="02000503000000020004" pitchFamily="2" charset="0"/>
                  <a:ea typeface="Inter" panose="02000503000000020004" pitchFamily="2" charset="0"/>
                  <a:cs typeface="Verdana"/>
                </a:rPr>
                <a:t>Title</a:t>
              </a:r>
              <a:endParaRPr sz="1250" dirty="0">
                <a:latin typeface="Inter" panose="02000503000000020004" pitchFamily="2" charset="0"/>
                <a:ea typeface="Inter" panose="02000503000000020004" pitchFamily="2" charset="0"/>
                <a:cs typeface="Verdana"/>
              </a:endParaRPr>
            </a:p>
            <a:p>
              <a:pPr marL="12700">
                <a:lnSpc>
                  <a:spcPct val="100000"/>
                </a:lnSpc>
                <a:spcBef>
                  <a:spcPts val="380"/>
                </a:spcBef>
              </a:pPr>
              <a:r>
                <a:rPr sz="1250" spc="80" dirty="0">
                  <a:solidFill>
                    <a:srgbClr val="0856C3"/>
                  </a:solidFill>
                  <a:latin typeface="Inter" panose="02000503000000020004" pitchFamily="2" charset="0"/>
                  <a:ea typeface="Inter" panose="02000503000000020004" pitchFamily="2" charset="0"/>
                  <a:cs typeface="Tahoma"/>
                </a:rPr>
                <a:t>Body</a:t>
              </a:r>
              <a:r>
                <a:rPr sz="1250" spc="-25" dirty="0">
                  <a:solidFill>
                    <a:srgbClr val="0856C3"/>
                  </a:solidFill>
                  <a:latin typeface="Inter" panose="02000503000000020004" pitchFamily="2" charset="0"/>
                  <a:ea typeface="Inter" panose="02000503000000020004" pitchFamily="2" charset="0"/>
                  <a:cs typeface="Tahoma"/>
                </a:rPr>
                <a:t> </a:t>
              </a:r>
              <a:r>
                <a:rPr sz="1250" spc="75" dirty="0">
                  <a:solidFill>
                    <a:srgbClr val="0856C3"/>
                  </a:solidFill>
                  <a:latin typeface="Inter" panose="02000503000000020004" pitchFamily="2" charset="0"/>
                  <a:ea typeface="Inter" panose="02000503000000020004" pitchFamily="2" charset="0"/>
                  <a:cs typeface="Tahoma"/>
                </a:rPr>
                <a:t>Copy</a:t>
              </a:r>
              <a:endParaRPr sz="1250" dirty="0">
                <a:latin typeface="Inter" panose="02000503000000020004" pitchFamily="2" charset="0"/>
                <a:ea typeface="Inter" panose="02000503000000020004" pitchFamily="2" charset="0"/>
                <a:cs typeface="Tahoma"/>
              </a:endParaRPr>
            </a:p>
          </p:txBody>
        </p:sp>
        <p:sp>
          <p:nvSpPr>
            <p:cNvPr id="40" name="object 8">
              <a:extLst>
                <a:ext uri="{FF2B5EF4-FFF2-40B4-BE49-F238E27FC236}">
                  <a16:creationId xmlns:a16="http://schemas.microsoft.com/office/drawing/2014/main" id="{2DB9572E-0484-0FB7-CCB8-AF330BDEFB41}"/>
                </a:ext>
              </a:extLst>
            </p:cNvPr>
            <p:cNvSpPr/>
            <p:nvPr/>
          </p:nvSpPr>
          <p:spPr>
            <a:xfrm>
              <a:off x="5704804" y="2322266"/>
              <a:ext cx="3954779" cy="5715"/>
            </a:xfrm>
            <a:custGeom>
              <a:avLst/>
              <a:gdLst/>
              <a:ahLst/>
              <a:cxnLst/>
              <a:rect l="l" t="t" r="r" b="b"/>
              <a:pathLst>
                <a:path w="3954779" h="5714">
                  <a:moveTo>
                    <a:pt x="3954382" y="0"/>
                  </a:moveTo>
                  <a:lnTo>
                    <a:pt x="0" y="0"/>
                  </a:lnTo>
                  <a:lnTo>
                    <a:pt x="0" y="5235"/>
                  </a:lnTo>
                  <a:lnTo>
                    <a:pt x="3954382" y="5235"/>
                  </a:lnTo>
                  <a:lnTo>
                    <a:pt x="3954382" y="0"/>
                  </a:lnTo>
                  <a:close/>
                </a:path>
              </a:pathLst>
            </a:custGeom>
            <a:solidFill>
              <a:srgbClr val="0856C3"/>
            </a:solidFill>
          </p:spPr>
          <p:txBody>
            <a:bodyPr wrap="square" lIns="0" tIns="0" rIns="0" bIns="0" rtlCol="0"/>
            <a:lstStyle/>
            <a:p>
              <a:endParaRPr/>
            </a:p>
          </p:txBody>
        </p:sp>
        <p:sp>
          <p:nvSpPr>
            <p:cNvPr id="41" name="object 9">
              <a:extLst>
                <a:ext uri="{FF2B5EF4-FFF2-40B4-BE49-F238E27FC236}">
                  <a16:creationId xmlns:a16="http://schemas.microsoft.com/office/drawing/2014/main" id="{87399ABB-7485-721C-FD0A-ABD9196D65E4}"/>
                </a:ext>
              </a:extLst>
            </p:cNvPr>
            <p:cNvSpPr txBox="1"/>
            <p:nvPr/>
          </p:nvSpPr>
          <p:spPr>
            <a:xfrm>
              <a:off x="5692117" y="1956007"/>
              <a:ext cx="2082800" cy="226695"/>
            </a:xfrm>
            <a:prstGeom prst="rect">
              <a:avLst/>
            </a:prstGeom>
          </p:spPr>
          <p:txBody>
            <a:bodyPr vert="horz" wrap="square" lIns="0" tIns="15240" rIns="0" bIns="0" rtlCol="0">
              <a:spAutoFit/>
            </a:bodyPr>
            <a:lstStyle/>
            <a:p>
              <a:pPr marL="12700">
                <a:lnSpc>
                  <a:spcPct val="100000"/>
                </a:lnSpc>
                <a:spcBef>
                  <a:spcPts val="120"/>
                </a:spcBef>
              </a:pPr>
              <a:r>
                <a:rPr sz="1300" dirty="0">
                  <a:solidFill>
                    <a:srgbClr val="0856C3"/>
                  </a:solidFill>
                  <a:latin typeface="Tahoma"/>
                  <a:cs typeface="Tahoma"/>
                </a:rPr>
                <a:t>Inter</a:t>
              </a:r>
              <a:r>
                <a:rPr sz="1300" spc="-60" dirty="0">
                  <a:solidFill>
                    <a:srgbClr val="0856C3"/>
                  </a:solidFill>
                  <a:latin typeface="Tahoma"/>
                  <a:cs typeface="Tahoma"/>
                </a:rPr>
                <a:t> </a:t>
              </a:r>
              <a:r>
                <a:rPr sz="1300" spc="70" dirty="0">
                  <a:solidFill>
                    <a:srgbClr val="0856C3"/>
                  </a:solidFill>
                  <a:latin typeface="Tahoma"/>
                  <a:cs typeface="Tahoma"/>
                </a:rPr>
                <a:t>Bold</a:t>
              </a:r>
              <a:r>
                <a:rPr sz="1300" spc="-60" dirty="0">
                  <a:solidFill>
                    <a:srgbClr val="0856C3"/>
                  </a:solidFill>
                  <a:latin typeface="Tahoma"/>
                  <a:cs typeface="Tahoma"/>
                </a:rPr>
                <a:t> </a:t>
              </a:r>
              <a:r>
                <a:rPr sz="1300" dirty="0">
                  <a:solidFill>
                    <a:srgbClr val="0856C3"/>
                  </a:solidFill>
                  <a:latin typeface="Tahoma"/>
                  <a:cs typeface="Tahoma"/>
                </a:rPr>
                <a:t>/</a:t>
              </a:r>
              <a:r>
                <a:rPr sz="1300" spc="-55" dirty="0">
                  <a:solidFill>
                    <a:srgbClr val="0856C3"/>
                  </a:solidFill>
                  <a:latin typeface="Tahoma"/>
                  <a:cs typeface="Tahoma"/>
                </a:rPr>
                <a:t> </a:t>
              </a:r>
              <a:r>
                <a:rPr sz="1300" dirty="0">
                  <a:solidFill>
                    <a:srgbClr val="0856C3"/>
                  </a:solidFill>
                  <a:latin typeface="Tahoma"/>
                  <a:cs typeface="Tahoma"/>
                </a:rPr>
                <a:t>Inter</a:t>
              </a:r>
              <a:r>
                <a:rPr sz="1300" spc="-60" dirty="0">
                  <a:solidFill>
                    <a:srgbClr val="0856C3"/>
                  </a:solidFill>
                  <a:latin typeface="Tahoma"/>
                  <a:cs typeface="Tahoma"/>
                </a:rPr>
                <a:t> </a:t>
              </a:r>
              <a:r>
                <a:rPr sz="1300" spc="55" dirty="0">
                  <a:solidFill>
                    <a:srgbClr val="0856C3"/>
                  </a:solidFill>
                  <a:latin typeface="Tahoma"/>
                  <a:cs typeface="Tahoma"/>
                </a:rPr>
                <a:t>SemiBold</a:t>
              </a:r>
              <a:endParaRPr sz="1300">
                <a:latin typeface="Tahoma"/>
                <a:cs typeface="Tahoma"/>
              </a:endParaRPr>
            </a:p>
          </p:txBody>
        </p:sp>
        <p:sp>
          <p:nvSpPr>
            <p:cNvPr id="42" name="object 10">
              <a:extLst>
                <a:ext uri="{FF2B5EF4-FFF2-40B4-BE49-F238E27FC236}">
                  <a16:creationId xmlns:a16="http://schemas.microsoft.com/office/drawing/2014/main" id="{3D0DD1AF-E01E-E8AC-EC25-FDFEFAB417FB}"/>
                </a:ext>
              </a:extLst>
            </p:cNvPr>
            <p:cNvSpPr/>
            <p:nvPr/>
          </p:nvSpPr>
          <p:spPr>
            <a:xfrm>
              <a:off x="5704804" y="5141510"/>
              <a:ext cx="3954779" cy="5715"/>
            </a:xfrm>
            <a:custGeom>
              <a:avLst/>
              <a:gdLst/>
              <a:ahLst/>
              <a:cxnLst/>
              <a:rect l="l" t="t" r="r" b="b"/>
              <a:pathLst>
                <a:path w="3954779" h="5714">
                  <a:moveTo>
                    <a:pt x="3954382" y="0"/>
                  </a:moveTo>
                  <a:lnTo>
                    <a:pt x="0" y="0"/>
                  </a:lnTo>
                  <a:lnTo>
                    <a:pt x="0" y="5235"/>
                  </a:lnTo>
                  <a:lnTo>
                    <a:pt x="3954382" y="5235"/>
                  </a:lnTo>
                  <a:lnTo>
                    <a:pt x="3954382" y="0"/>
                  </a:lnTo>
                  <a:close/>
                </a:path>
              </a:pathLst>
            </a:custGeom>
            <a:solidFill>
              <a:srgbClr val="0856C3"/>
            </a:solidFill>
          </p:spPr>
          <p:txBody>
            <a:bodyPr wrap="square" lIns="0" tIns="0" rIns="0" bIns="0" rtlCol="0"/>
            <a:lstStyle/>
            <a:p>
              <a:endParaRPr/>
            </a:p>
          </p:txBody>
        </p:sp>
        <p:sp>
          <p:nvSpPr>
            <p:cNvPr id="43" name="object 11">
              <a:extLst>
                <a:ext uri="{FF2B5EF4-FFF2-40B4-BE49-F238E27FC236}">
                  <a16:creationId xmlns:a16="http://schemas.microsoft.com/office/drawing/2014/main" id="{D8FDACCF-7C82-3006-6312-13A128C4026C}"/>
                </a:ext>
              </a:extLst>
            </p:cNvPr>
            <p:cNvSpPr/>
            <p:nvPr/>
          </p:nvSpPr>
          <p:spPr>
            <a:xfrm>
              <a:off x="5704804" y="7331925"/>
              <a:ext cx="3954779" cy="5715"/>
            </a:xfrm>
            <a:custGeom>
              <a:avLst/>
              <a:gdLst/>
              <a:ahLst/>
              <a:cxnLst/>
              <a:rect l="l" t="t" r="r" b="b"/>
              <a:pathLst>
                <a:path w="3954779" h="5715">
                  <a:moveTo>
                    <a:pt x="3954382" y="0"/>
                  </a:moveTo>
                  <a:lnTo>
                    <a:pt x="0" y="0"/>
                  </a:lnTo>
                  <a:lnTo>
                    <a:pt x="0" y="5235"/>
                  </a:lnTo>
                  <a:lnTo>
                    <a:pt x="3954382" y="5235"/>
                  </a:lnTo>
                  <a:lnTo>
                    <a:pt x="3954382" y="0"/>
                  </a:lnTo>
                  <a:close/>
                </a:path>
              </a:pathLst>
            </a:custGeom>
            <a:solidFill>
              <a:srgbClr val="0856C3"/>
            </a:solidFill>
          </p:spPr>
          <p:txBody>
            <a:bodyPr wrap="square" lIns="0" tIns="0" rIns="0" bIns="0" rtlCol="0"/>
            <a:lstStyle/>
            <a:p>
              <a:endParaRPr/>
            </a:p>
          </p:txBody>
        </p:sp>
        <p:sp>
          <p:nvSpPr>
            <p:cNvPr id="44" name="object 12">
              <a:extLst>
                <a:ext uri="{FF2B5EF4-FFF2-40B4-BE49-F238E27FC236}">
                  <a16:creationId xmlns:a16="http://schemas.microsoft.com/office/drawing/2014/main" id="{ABC216DF-4560-78A8-73BC-2CEE617E70B7}"/>
                </a:ext>
              </a:extLst>
            </p:cNvPr>
            <p:cNvSpPr txBox="1"/>
            <p:nvPr/>
          </p:nvSpPr>
          <p:spPr>
            <a:xfrm>
              <a:off x="5692117" y="6965671"/>
              <a:ext cx="1652935" cy="215444"/>
            </a:xfrm>
            <a:prstGeom prst="rect">
              <a:avLst/>
            </a:prstGeom>
          </p:spPr>
          <p:txBody>
            <a:bodyPr vert="horz" wrap="square" lIns="0" tIns="15240" rIns="0" bIns="0" rtlCol="0">
              <a:spAutoFit/>
            </a:bodyPr>
            <a:lstStyle/>
            <a:p>
              <a:pPr marL="12700">
                <a:lnSpc>
                  <a:spcPct val="100000"/>
                </a:lnSpc>
                <a:spcBef>
                  <a:spcPts val="120"/>
                </a:spcBef>
              </a:pPr>
              <a:r>
                <a:rPr sz="1300" dirty="0">
                  <a:solidFill>
                    <a:srgbClr val="0856C3"/>
                  </a:solidFill>
                  <a:latin typeface="Inter" panose="02000503000000020004" pitchFamily="2" charset="0"/>
                  <a:ea typeface="Inter" panose="02000503000000020004" pitchFamily="2" charset="0"/>
                  <a:cs typeface="Tahoma"/>
                </a:rPr>
                <a:t>Inter</a:t>
              </a:r>
              <a:r>
                <a:rPr sz="1300" spc="-65" dirty="0">
                  <a:solidFill>
                    <a:srgbClr val="0856C3"/>
                  </a:solidFill>
                  <a:latin typeface="Inter" panose="02000503000000020004" pitchFamily="2" charset="0"/>
                  <a:ea typeface="Inter" panose="02000503000000020004" pitchFamily="2" charset="0"/>
                  <a:cs typeface="Tahoma"/>
                </a:rPr>
                <a:t> </a:t>
              </a:r>
              <a:r>
                <a:rPr sz="1300" spc="55" dirty="0">
                  <a:solidFill>
                    <a:srgbClr val="0856C3"/>
                  </a:solidFill>
                  <a:latin typeface="Inter" panose="02000503000000020004" pitchFamily="2" charset="0"/>
                  <a:ea typeface="Inter" panose="02000503000000020004" pitchFamily="2" charset="0"/>
                  <a:cs typeface="Tahoma"/>
                </a:rPr>
                <a:t>SemiBold</a:t>
              </a:r>
              <a:endParaRPr sz="1300" dirty="0">
                <a:latin typeface="Inter" panose="02000503000000020004" pitchFamily="2" charset="0"/>
                <a:ea typeface="Inter" panose="02000503000000020004" pitchFamily="2" charset="0"/>
                <a:cs typeface="Tahoma"/>
              </a:endParaRPr>
            </a:p>
          </p:txBody>
        </p:sp>
        <p:sp>
          <p:nvSpPr>
            <p:cNvPr id="45" name="object 13">
              <a:extLst>
                <a:ext uri="{FF2B5EF4-FFF2-40B4-BE49-F238E27FC236}">
                  <a16:creationId xmlns:a16="http://schemas.microsoft.com/office/drawing/2014/main" id="{9D4F2AFC-A9F0-EA04-DE4C-7B258BC63056}"/>
                </a:ext>
              </a:extLst>
            </p:cNvPr>
            <p:cNvSpPr/>
            <p:nvPr/>
          </p:nvSpPr>
          <p:spPr>
            <a:xfrm>
              <a:off x="5704804" y="8903992"/>
              <a:ext cx="3954779" cy="5715"/>
            </a:xfrm>
            <a:custGeom>
              <a:avLst/>
              <a:gdLst/>
              <a:ahLst/>
              <a:cxnLst/>
              <a:rect l="l" t="t" r="r" b="b"/>
              <a:pathLst>
                <a:path w="3954779" h="5715">
                  <a:moveTo>
                    <a:pt x="3954382" y="0"/>
                  </a:moveTo>
                  <a:lnTo>
                    <a:pt x="0" y="0"/>
                  </a:lnTo>
                  <a:lnTo>
                    <a:pt x="0" y="5235"/>
                  </a:lnTo>
                  <a:lnTo>
                    <a:pt x="3954382" y="5235"/>
                  </a:lnTo>
                  <a:lnTo>
                    <a:pt x="3954382" y="0"/>
                  </a:lnTo>
                  <a:close/>
                </a:path>
              </a:pathLst>
            </a:custGeom>
            <a:solidFill>
              <a:srgbClr val="0856C3"/>
            </a:solidFill>
          </p:spPr>
          <p:txBody>
            <a:bodyPr wrap="square" lIns="0" tIns="0" rIns="0" bIns="0" rtlCol="0"/>
            <a:lstStyle/>
            <a:p>
              <a:endParaRPr/>
            </a:p>
          </p:txBody>
        </p:sp>
        <p:sp>
          <p:nvSpPr>
            <p:cNvPr id="46" name="object 14">
              <a:extLst>
                <a:ext uri="{FF2B5EF4-FFF2-40B4-BE49-F238E27FC236}">
                  <a16:creationId xmlns:a16="http://schemas.microsoft.com/office/drawing/2014/main" id="{83494011-CB18-5FBC-C6CA-D71051007312}"/>
                </a:ext>
              </a:extLst>
            </p:cNvPr>
            <p:cNvSpPr txBox="1"/>
            <p:nvPr/>
          </p:nvSpPr>
          <p:spPr>
            <a:xfrm>
              <a:off x="5692117" y="8537735"/>
              <a:ext cx="2865110" cy="215444"/>
            </a:xfrm>
            <a:prstGeom prst="rect">
              <a:avLst/>
            </a:prstGeom>
          </p:spPr>
          <p:txBody>
            <a:bodyPr vert="horz" wrap="square" lIns="0" tIns="15240" rIns="0" bIns="0" rtlCol="0">
              <a:spAutoFit/>
            </a:bodyPr>
            <a:lstStyle/>
            <a:p>
              <a:pPr marL="12700">
                <a:lnSpc>
                  <a:spcPct val="100000"/>
                </a:lnSpc>
                <a:spcBef>
                  <a:spcPts val="120"/>
                </a:spcBef>
              </a:pPr>
              <a:r>
                <a:rPr sz="1300" dirty="0">
                  <a:solidFill>
                    <a:srgbClr val="0856C3"/>
                  </a:solidFill>
                  <a:latin typeface="Inter" panose="02000503000000020004" pitchFamily="2" charset="0"/>
                  <a:ea typeface="Inter" panose="02000503000000020004" pitchFamily="2" charset="0"/>
                  <a:cs typeface="Tahoma"/>
                </a:rPr>
                <a:t>Inter</a:t>
              </a:r>
              <a:r>
                <a:rPr sz="1300" spc="-55" dirty="0">
                  <a:solidFill>
                    <a:srgbClr val="0856C3"/>
                  </a:solidFill>
                  <a:latin typeface="Inter" panose="02000503000000020004" pitchFamily="2" charset="0"/>
                  <a:ea typeface="Inter" panose="02000503000000020004" pitchFamily="2" charset="0"/>
                  <a:cs typeface="Tahoma"/>
                </a:rPr>
                <a:t> </a:t>
              </a:r>
              <a:r>
                <a:rPr sz="1300" spc="75" dirty="0">
                  <a:solidFill>
                    <a:srgbClr val="0856C3"/>
                  </a:solidFill>
                  <a:latin typeface="Inter" panose="02000503000000020004" pitchFamily="2" charset="0"/>
                  <a:ea typeface="Inter" panose="02000503000000020004" pitchFamily="2" charset="0"/>
                  <a:cs typeface="Tahoma"/>
                </a:rPr>
                <a:t>Medium</a:t>
              </a:r>
              <a:r>
                <a:rPr sz="1300" spc="-55" dirty="0">
                  <a:solidFill>
                    <a:srgbClr val="0856C3"/>
                  </a:solidFill>
                  <a:latin typeface="Inter" panose="02000503000000020004" pitchFamily="2" charset="0"/>
                  <a:ea typeface="Inter" panose="02000503000000020004" pitchFamily="2" charset="0"/>
                  <a:cs typeface="Tahoma"/>
                </a:rPr>
                <a:t> </a:t>
              </a:r>
              <a:r>
                <a:rPr sz="1300" dirty="0">
                  <a:solidFill>
                    <a:srgbClr val="0856C3"/>
                  </a:solidFill>
                  <a:latin typeface="Inter" panose="02000503000000020004" pitchFamily="2" charset="0"/>
                  <a:ea typeface="Inter" panose="02000503000000020004" pitchFamily="2" charset="0"/>
                  <a:cs typeface="Tahoma"/>
                </a:rPr>
                <a:t>/</a:t>
              </a:r>
              <a:r>
                <a:rPr sz="1300" spc="-55" dirty="0">
                  <a:solidFill>
                    <a:srgbClr val="0856C3"/>
                  </a:solidFill>
                  <a:latin typeface="Inter" panose="02000503000000020004" pitchFamily="2" charset="0"/>
                  <a:ea typeface="Inter" panose="02000503000000020004" pitchFamily="2" charset="0"/>
                  <a:cs typeface="Tahoma"/>
                </a:rPr>
                <a:t> </a:t>
              </a:r>
              <a:r>
                <a:rPr sz="1300" dirty="0">
                  <a:solidFill>
                    <a:srgbClr val="0856C3"/>
                  </a:solidFill>
                  <a:latin typeface="Inter" panose="02000503000000020004" pitchFamily="2" charset="0"/>
                  <a:ea typeface="Inter" panose="02000503000000020004" pitchFamily="2" charset="0"/>
                  <a:cs typeface="Tahoma"/>
                </a:rPr>
                <a:t>Inter</a:t>
              </a:r>
              <a:r>
                <a:rPr sz="1300" spc="-55" dirty="0">
                  <a:solidFill>
                    <a:srgbClr val="0856C3"/>
                  </a:solidFill>
                  <a:latin typeface="Inter" panose="02000503000000020004" pitchFamily="2" charset="0"/>
                  <a:ea typeface="Inter" panose="02000503000000020004" pitchFamily="2" charset="0"/>
                  <a:cs typeface="Tahoma"/>
                </a:rPr>
                <a:t> </a:t>
              </a:r>
              <a:r>
                <a:rPr sz="1300" spc="35" dirty="0">
                  <a:solidFill>
                    <a:srgbClr val="0856C3"/>
                  </a:solidFill>
                  <a:latin typeface="Inter" panose="02000503000000020004" pitchFamily="2" charset="0"/>
                  <a:ea typeface="Inter" panose="02000503000000020004" pitchFamily="2" charset="0"/>
                  <a:cs typeface="Tahoma"/>
                </a:rPr>
                <a:t>Regular</a:t>
              </a:r>
              <a:endParaRPr sz="1300" dirty="0">
                <a:latin typeface="Inter" panose="02000503000000020004" pitchFamily="2" charset="0"/>
                <a:ea typeface="Inter" panose="02000503000000020004" pitchFamily="2" charset="0"/>
                <a:cs typeface="Tahoma"/>
              </a:endParaRPr>
            </a:p>
          </p:txBody>
        </p:sp>
        <p:sp>
          <p:nvSpPr>
            <p:cNvPr id="48" name="object 15">
              <a:extLst>
                <a:ext uri="{FF2B5EF4-FFF2-40B4-BE49-F238E27FC236}">
                  <a16:creationId xmlns:a16="http://schemas.microsoft.com/office/drawing/2014/main" id="{02EC29A4-7FCB-48FA-E671-67CCF434BFA5}"/>
                </a:ext>
              </a:extLst>
            </p:cNvPr>
            <p:cNvSpPr txBox="1"/>
            <p:nvPr/>
          </p:nvSpPr>
          <p:spPr>
            <a:xfrm>
              <a:off x="9906142" y="6649367"/>
              <a:ext cx="3656339" cy="1854417"/>
            </a:xfrm>
            <a:prstGeom prst="rect">
              <a:avLst/>
            </a:prstGeom>
          </p:spPr>
          <p:txBody>
            <a:bodyPr vert="horz" wrap="square" lIns="0" tIns="52069" rIns="0" bIns="0" rtlCol="0">
              <a:spAutoFit/>
            </a:bodyPr>
            <a:lstStyle/>
            <a:p>
              <a:pPr marL="12700">
                <a:lnSpc>
                  <a:spcPct val="100000"/>
                </a:lnSpc>
                <a:spcBef>
                  <a:spcPts val="409"/>
                </a:spcBef>
              </a:pPr>
              <a:r>
                <a:rPr sz="1250" spc="-25" dirty="0">
                  <a:solidFill>
                    <a:srgbClr val="0856C3"/>
                  </a:solidFill>
                  <a:latin typeface="Inter Medium" panose="02000503000000020004" pitchFamily="2" charset="0"/>
                  <a:ea typeface="Inter Medium" panose="02000503000000020004" pitchFamily="2" charset="0"/>
                  <a:cs typeface="Verdana"/>
                </a:rPr>
                <a:t>Paragraph</a:t>
              </a:r>
              <a:r>
                <a:rPr sz="1250" spc="-80" dirty="0">
                  <a:solidFill>
                    <a:srgbClr val="0856C3"/>
                  </a:solidFill>
                  <a:latin typeface="Inter Medium" panose="02000503000000020004" pitchFamily="2" charset="0"/>
                  <a:ea typeface="Inter Medium" panose="02000503000000020004" pitchFamily="2" charset="0"/>
                  <a:cs typeface="Verdana"/>
                </a:rPr>
                <a:t> </a:t>
              </a:r>
              <a:r>
                <a:rPr sz="1250" spc="-40" dirty="0">
                  <a:solidFill>
                    <a:srgbClr val="0856C3"/>
                  </a:solidFill>
                  <a:latin typeface="Inter Medium" panose="02000503000000020004" pitchFamily="2" charset="0"/>
                  <a:ea typeface="Inter Medium" panose="02000503000000020004" pitchFamily="2" charset="0"/>
                  <a:cs typeface="Verdana"/>
                </a:rPr>
                <a:t>title</a:t>
              </a:r>
              <a:r>
                <a:rPr sz="1250" spc="-75" dirty="0">
                  <a:solidFill>
                    <a:srgbClr val="0856C3"/>
                  </a:solidFill>
                  <a:latin typeface="Inter Medium" panose="02000503000000020004" pitchFamily="2" charset="0"/>
                  <a:ea typeface="Inter Medium" panose="02000503000000020004" pitchFamily="2" charset="0"/>
                  <a:cs typeface="Verdana"/>
                </a:rPr>
                <a:t> </a:t>
              </a:r>
              <a:r>
                <a:rPr sz="1250" spc="-30" dirty="0">
                  <a:solidFill>
                    <a:srgbClr val="0856C3"/>
                  </a:solidFill>
                  <a:latin typeface="Inter Medium" panose="02000503000000020004" pitchFamily="2" charset="0"/>
                  <a:ea typeface="Inter Medium" panose="02000503000000020004" pitchFamily="2" charset="0"/>
                  <a:cs typeface="Verdana"/>
                </a:rPr>
                <a:t>in</a:t>
              </a:r>
              <a:r>
                <a:rPr sz="1250" spc="-75" dirty="0">
                  <a:solidFill>
                    <a:srgbClr val="0856C3"/>
                  </a:solidFill>
                  <a:latin typeface="Inter Medium" panose="02000503000000020004" pitchFamily="2" charset="0"/>
                  <a:ea typeface="Inter Medium" panose="02000503000000020004" pitchFamily="2" charset="0"/>
                  <a:cs typeface="Verdana"/>
                </a:rPr>
                <a:t> Inter</a:t>
              </a:r>
              <a:r>
                <a:rPr sz="1250" spc="-80" dirty="0">
                  <a:solidFill>
                    <a:srgbClr val="0856C3"/>
                  </a:solidFill>
                  <a:latin typeface="Inter Medium" panose="02000503000000020004" pitchFamily="2" charset="0"/>
                  <a:ea typeface="Inter Medium" panose="02000503000000020004" pitchFamily="2" charset="0"/>
                  <a:cs typeface="Verdana"/>
                </a:rPr>
                <a:t> </a:t>
              </a:r>
              <a:r>
                <a:rPr sz="1250" spc="-10" dirty="0">
                  <a:solidFill>
                    <a:srgbClr val="0856C3"/>
                  </a:solidFill>
                  <a:latin typeface="Inter Medium" panose="02000503000000020004" pitchFamily="2" charset="0"/>
                  <a:ea typeface="Inter Medium" panose="02000503000000020004" pitchFamily="2" charset="0"/>
                  <a:cs typeface="Verdana"/>
                </a:rPr>
                <a:t>Medium</a:t>
              </a:r>
              <a:endParaRPr sz="1250" dirty="0">
                <a:latin typeface="Inter Medium" panose="02000503000000020004" pitchFamily="2" charset="0"/>
                <a:ea typeface="Inter Medium" panose="02000503000000020004" pitchFamily="2" charset="0"/>
                <a:cs typeface="Verdana"/>
              </a:endParaRPr>
            </a:p>
            <a:p>
              <a:pPr marL="12700" marR="5080">
                <a:lnSpc>
                  <a:spcPct val="121000"/>
                </a:lnSpc>
              </a:pPr>
              <a:r>
                <a:rPr sz="1250" spc="80" dirty="0">
                  <a:solidFill>
                    <a:srgbClr val="0856C3"/>
                  </a:solidFill>
                  <a:latin typeface="Inter Medium" panose="02000503000000020004" pitchFamily="2" charset="0"/>
                  <a:ea typeface="Inter Medium" panose="02000503000000020004" pitchFamily="2" charset="0"/>
                  <a:cs typeface="Tahoma"/>
                </a:rPr>
                <a:t>Body</a:t>
              </a:r>
              <a:r>
                <a:rPr sz="1250" spc="-5" dirty="0">
                  <a:solidFill>
                    <a:srgbClr val="0856C3"/>
                  </a:solidFill>
                  <a:latin typeface="Inter Medium" panose="02000503000000020004" pitchFamily="2" charset="0"/>
                  <a:ea typeface="Inter Medium" panose="02000503000000020004" pitchFamily="2" charset="0"/>
                  <a:cs typeface="Tahoma"/>
                </a:rPr>
                <a:t> </a:t>
              </a:r>
              <a:r>
                <a:rPr sz="1250" spc="90" dirty="0">
                  <a:solidFill>
                    <a:srgbClr val="0856C3"/>
                  </a:solidFill>
                  <a:latin typeface="Inter Medium" panose="02000503000000020004" pitchFamily="2" charset="0"/>
                  <a:ea typeface="Inter Medium" panose="02000503000000020004" pitchFamily="2" charset="0"/>
                  <a:cs typeface="Tahoma"/>
                </a:rPr>
                <a:t>copy</a:t>
              </a:r>
              <a:r>
                <a:rPr sz="1250" spc="-5"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is</a:t>
              </a:r>
              <a:r>
                <a:rPr sz="1250" spc="-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Inter</a:t>
              </a:r>
              <a:r>
                <a:rPr sz="1250" spc="-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Regular.</a:t>
              </a:r>
              <a:r>
                <a:rPr sz="1250" spc="-5" dirty="0">
                  <a:solidFill>
                    <a:srgbClr val="0856C3"/>
                  </a:solidFill>
                  <a:latin typeface="Inter Medium" panose="02000503000000020004" pitchFamily="2" charset="0"/>
                  <a:ea typeface="Inter Medium" panose="02000503000000020004" pitchFamily="2" charset="0"/>
                  <a:cs typeface="Tahoma"/>
                </a:rPr>
                <a:t> </a:t>
              </a:r>
              <a:r>
                <a:rPr sz="1250" spc="70" dirty="0">
                  <a:solidFill>
                    <a:srgbClr val="0856C3"/>
                  </a:solidFill>
                  <a:latin typeface="Inter Medium" panose="02000503000000020004" pitchFamily="2" charset="0"/>
                  <a:ea typeface="Inter Medium" panose="02000503000000020004" pitchFamily="2" charset="0"/>
                  <a:cs typeface="Tahoma"/>
                </a:rPr>
                <a:t>The</a:t>
              </a:r>
              <a:r>
                <a:rPr sz="1250" spc="-5" dirty="0">
                  <a:solidFill>
                    <a:srgbClr val="0856C3"/>
                  </a:solidFill>
                  <a:latin typeface="Inter Medium" panose="02000503000000020004" pitchFamily="2" charset="0"/>
                  <a:ea typeface="Inter Medium" panose="02000503000000020004" pitchFamily="2" charset="0"/>
                  <a:cs typeface="Tahoma"/>
                </a:rPr>
                <a:t> </a:t>
              </a:r>
              <a:r>
                <a:rPr sz="1250" spc="75" dirty="0">
                  <a:solidFill>
                    <a:srgbClr val="0856C3"/>
                  </a:solidFill>
                  <a:latin typeface="Inter Medium" panose="02000503000000020004" pitchFamily="2" charset="0"/>
                  <a:ea typeface="Inter Medium" panose="02000503000000020004" pitchFamily="2" charset="0"/>
                  <a:cs typeface="Tahoma"/>
                </a:rPr>
                <a:t>size</a:t>
              </a:r>
              <a:r>
                <a:rPr sz="1250"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is</a:t>
              </a:r>
              <a:r>
                <a:rPr sz="1250" spc="-5" dirty="0">
                  <a:solidFill>
                    <a:srgbClr val="0856C3"/>
                  </a:solidFill>
                  <a:latin typeface="Inter Medium" panose="02000503000000020004" pitchFamily="2" charset="0"/>
                  <a:ea typeface="Inter Medium" panose="02000503000000020004" pitchFamily="2" charset="0"/>
                  <a:cs typeface="Tahoma"/>
                </a:rPr>
                <a:t> </a:t>
              </a:r>
              <a:r>
                <a:rPr sz="1250" spc="35" dirty="0">
                  <a:solidFill>
                    <a:srgbClr val="0856C3"/>
                  </a:solidFill>
                  <a:latin typeface="Inter Medium" panose="02000503000000020004" pitchFamily="2" charset="0"/>
                  <a:ea typeface="Inter Medium" panose="02000503000000020004" pitchFamily="2" charset="0"/>
                  <a:cs typeface="Tahoma"/>
                </a:rPr>
                <a:t>28% </a:t>
              </a:r>
              <a:r>
                <a:rPr sz="1250" spc="70" dirty="0">
                  <a:solidFill>
                    <a:srgbClr val="0856C3"/>
                  </a:solidFill>
                  <a:latin typeface="Inter Medium" panose="02000503000000020004" pitchFamily="2" charset="0"/>
                  <a:ea typeface="Inter Medium" panose="02000503000000020004" pitchFamily="2" charset="0"/>
                  <a:cs typeface="Tahoma"/>
                </a:rPr>
                <a:t>of</a:t>
              </a:r>
              <a:r>
                <a:rPr sz="1250" spc="25"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headline</a:t>
              </a:r>
              <a:r>
                <a:rPr sz="1250" spc="2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size.</a:t>
              </a:r>
              <a:r>
                <a:rPr sz="1250" spc="25" dirty="0">
                  <a:solidFill>
                    <a:srgbClr val="0856C3"/>
                  </a:solidFill>
                  <a:latin typeface="Inter Medium" panose="02000503000000020004" pitchFamily="2" charset="0"/>
                  <a:ea typeface="Inter Medium" panose="02000503000000020004" pitchFamily="2" charset="0"/>
                  <a:cs typeface="Tahoma"/>
                </a:rPr>
                <a:t> </a:t>
              </a:r>
              <a:r>
                <a:rPr sz="1250" spc="80" dirty="0">
                  <a:solidFill>
                    <a:srgbClr val="0856C3"/>
                  </a:solidFill>
                  <a:latin typeface="Inter Medium" panose="02000503000000020004" pitchFamily="2" charset="0"/>
                  <a:ea typeface="Inter Medium" panose="02000503000000020004" pitchFamily="2" charset="0"/>
                  <a:cs typeface="Tahoma"/>
                </a:rPr>
                <a:t>Es</a:t>
              </a:r>
              <a:r>
                <a:rPr sz="1250" spc="25" dirty="0">
                  <a:solidFill>
                    <a:srgbClr val="0856C3"/>
                  </a:solidFill>
                  <a:latin typeface="Inter Medium" panose="02000503000000020004" pitchFamily="2" charset="0"/>
                  <a:ea typeface="Inter Medium" panose="02000503000000020004" pitchFamily="2" charset="0"/>
                  <a:cs typeface="Tahoma"/>
                </a:rPr>
                <a:t> </a:t>
              </a:r>
              <a:r>
                <a:rPr sz="1250" spc="20" dirty="0">
                  <a:solidFill>
                    <a:srgbClr val="0856C3"/>
                  </a:solidFill>
                  <a:latin typeface="Inter Medium" panose="02000503000000020004" pitchFamily="2" charset="0"/>
                  <a:ea typeface="Inter Medium" panose="02000503000000020004" pitchFamily="2" charset="0"/>
                  <a:cs typeface="Tahoma"/>
                </a:rPr>
                <a:t>gibt</a:t>
              </a:r>
              <a:r>
                <a:rPr sz="1250" spc="30"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viele</a:t>
              </a:r>
              <a:r>
                <a:rPr sz="1250" spc="25" dirty="0">
                  <a:solidFill>
                    <a:srgbClr val="0856C3"/>
                  </a:solidFill>
                  <a:latin typeface="Inter Medium" panose="02000503000000020004" pitchFamily="2" charset="0"/>
                  <a:ea typeface="Inter Medium" panose="02000503000000020004" pitchFamily="2" charset="0"/>
                  <a:cs typeface="Tahoma"/>
                </a:rPr>
                <a:t> </a:t>
              </a:r>
              <a:r>
                <a:rPr sz="1250" spc="20" dirty="0">
                  <a:solidFill>
                    <a:srgbClr val="0856C3"/>
                  </a:solidFill>
                  <a:latin typeface="Inter Medium" panose="02000503000000020004" pitchFamily="2" charset="0"/>
                  <a:ea typeface="Inter Medium" panose="02000503000000020004" pitchFamily="2" charset="0"/>
                  <a:cs typeface="Tahoma"/>
                </a:rPr>
                <a:t>Variationen</a:t>
              </a:r>
              <a:r>
                <a:rPr sz="1250" spc="25" dirty="0">
                  <a:solidFill>
                    <a:srgbClr val="0856C3"/>
                  </a:solidFill>
                  <a:latin typeface="Inter Medium" panose="02000503000000020004" pitchFamily="2" charset="0"/>
                  <a:ea typeface="Inter Medium" panose="02000503000000020004" pitchFamily="2" charset="0"/>
                  <a:cs typeface="Tahoma"/>
                </a:rPr>
                <a:t> </a:t>
              </a:r>
              <a:r>
                <a:rPr sz="1250" spc="30" dirty="0">
                  <a:solidFill>
                    <a:srgbClr val="0856C3"/>
                  </a:solidFill>
                  <a:latin typeface="Inter Medium" panose="02000503000000020004" pitchFamily="2" charset="0"/>
                  <a:ea typeface="Inter Medium" panose="02000503000000020004" pitchFamily="2" charset="0"/>
                  <a:cs typeface="Tahoma"/>
                </a:rPr>
                <a:t>der </a:t>
              </a:r>
              <a:r>
                <a:rPr sz="1250" spc="85" dirty="0">
                  <a:solidFill>
                    <a:srgbClr val="0856C3"/>
                  </a:solidFill>
                  <a:latin typeface="Inter Medium" panose="02000503000000020004" pitchFamily="2" charset="0"/>
                  <a:ea typeface="Inter Medium" panose="02000503000000020004" pitchFamily="2" charset="0"/>
                  <a:cs typeface="Tahoma"/>
                </a:rPr>
                <a:t>Passages</a:t>
              </a:r>
              <a:r>
                <a:rPr sz="1250" spc="5" dirty="0">
                  <a:solidFill>
                    <a:srgbClr val="0856C3"/>
                  </a:solidFill>
                  <a:latin typeface="Inter Medium" panose="02000503000000020004" pitchFamily="2" charset="0"/>
                  <a:ea typeface="Inter Medium" panose="02000503000000020004" pitchFamily="2" charset="0"/>
                  <a:cs typeface="Tahoma"/>
                </a:rPr>
                <a:t> </a:t>
              </a:r>
              <a:r>
                <a:rPr sz="1250" spc="85" dirty="0">
                  <a:solidFill>
                    <a:srgbClr val="0856C3"/>
                  </a:solidFill>
                  <a:latin typeface="Inter Medium" panose="02000503000000020004" pitchFamily="2" charset="0"/>
                  <a:ea typeface="Inter Medium" panose="02000503000000020004" pitchFamily="2" charset="0"/>
                  <a:cs typeface="Tahoma"/>
                </a:rPr>
                <a:t>des</a:t>
              </a:r>
              <a:r>
                <a:rPr sz="1250" spc="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Lorem</a:t>
              </a:r>
              <a:r>
                <a:rPr sz="1250" spc="10"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Ipsum,</a:t>
              </a:r>
              <a:r>
                <a:rPr sz="1250" spc="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aber</a:t>
              </a:r>
              <a:r>
                <a:rPr sz="1250" spc="5" dirty="0">
                  <a:solidFill>
                    <a:srgbClr val="0856C3"/>
                  </a:solidFill>
                  <a:latin typeface="Inter Medium" panose="02000503000000020004" pitchFamily="2" charset="0"/>
                  <a:ea typeface="Inter Medium" panose="02000503000000020004" pitchFamily="2" charset="0"/>
                  <a:cs typeface="Tahoma"/>
                </a:rPr>
                <a:t> </a:t>
              </a:r>
              <a:r>
                <a:rPr sz="1250" spc="30" dirty="0">
                  <a:solidFill>
                    <a:srgbClr val="0856C3"/>
                  </a:solidFill>
                  <a:latin typeface="Inter Medium" panose="02000503000000020004" pitchFamily="2" charset="0"/>
                  <a:ea typeface="Inter Medium" panose="02000503000000020004" pitchFamily="2" charset="0"/>
                  <a:cs typeface="Tahoma"/>
                </a:rPr>
                <a:t>der </a:t>
              </a:r>
              <a:r>
                <a:rPr sz="1250" spc="10" dirty="0">
                  <a:solidFill>
                    <a:srgbClr val="0856C3"/>
                  </a:solidFill>
                  <a:latin typeface="Inter Medium" panose="02000503000000020004" pitchFamily="2" charset="0"/>
                  <a:ea typeface="Inter Medium" panose="02000503000000020004" pitchFamily="2" charset="0"/>
                  <a:cs typeface="Tahoma"/>
                </a:rPr>
                <a:t>Hauptteil</a:t>
              </a:r>
              <a:r>
                <a:rPr sz="1250" spc="65"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erlitt</a:t>
              </a:r>
              <a:r>
                <a:rPr sz="1250" spc="70" dirty="0">
                  <a:solidFill>
                    <a:srgbClr val="0856C3"/>
                  </a:solidFill>
                  <a:latin typeface="Inter Medium" panose="02000503000000020004" pitchFamily="2" charset="0"/>
                  <a:ea typeface="Inter Medium" panose="02000503000000020004" pitchFamily="2" charset="0"/>
                  <a:cs typeface="Tahoma"/>
                </a:rPr>
                <a:t> </a:t>
              </a:r>
              <a:r>
                <a:rPr sz="1250" spc="65" dirty="0">
                  <a:solidFill>
                    <a:srgbClr val="0856C3"/>
                  </a:solidFill>
                  <a:latin typeface="Inter Medium" panose="02000503000000020004" pitchFamily="2" charset="0"/>
                  <a:ea typeface="Inter Medium" panose="02000503000000020004" pitchFamily="2" charset="0"/>
                  <a:cs typeface="Tahoma"/>
                </a:rPr>
                <a:t>Änderungen</a:t>
              </a:r>
              <a:r>
                <a:rPr sz="1250" spc="70"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in</a:t>
              </a:r>
              <a:r>
                <a:rPr sz="1250" spc="65"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irgendeiner </a:t>
              </a:r>
              <a:r>
                <a:rPr sz="1250" dirty="0">
                  <a:solidFill>
                    <a:srgbClr val="0856C3"/>
                  </a:solidFill>
                  <a:latin typeface="Inter Medium" panose="02000503000000020004" pitchFamily="2" charset="0"/>
                  <a:ea typeface="Inter Medium" panose="02000503000000020004" pitchFamily="2" charset="0"/>
                  <a:cs typeface="Tahoma"/>
                </a:rPr>
                <a:t>Form,</a:t>
              </a:r>
              <a:r>
                <a:rPr sz="1250" spc="15"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durch</a:t>
              </a:r>
              <a:r>
                <a:rPr sz="1250" spc="20"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Humor</a:t>
              </a:r>
              <a:r>
                <a:rPr sz="1250" spc="15"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oder</a:t>
              </a:r>
              <a:r>
                <a:rPr sz="1250" spc="20"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zufällige</a:t>
              </a:r>
              <a:r>
                <a:rPr sz="1250" spc="15"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Wörter </a:t>
              </a:r>
              <a:r>
                <a:rPr sz="1250" spc="70" dirty="0">
                  <a:solidFill>
                    <a:srgbClr val="0856C3"/>
                  </a:solidFill>
                  <a:latin typeface="Inter Medium" panose="02000503000000020004" pitchFamily="2" charset="0"/>
                  <a:ea typeface="Inter Medium" panose="02000503000000020004" pitchFamily="2" charset="0"/>
                  <a:cs typeface="Tahoma"/>
                </a:rPr>
                <a:t>welche </a:t>
              </a:r>
              <a:r>
                <a:rPr sz="1250" dirty="0">
                  <a:solidFill>
                    <a:srgbClr val="0856C3"/>
                  </a:solidFill>
                  <a:latin typeface="Inter Medium" panose="02000503000000020004" pitchFamily="2" charset="0"/>
                  <a:ea typeface="Inter Medium" panose="02000503000000020004" pitchFamily="2" charset="0"/>
                  <a:cs typeface="Tahoma"/>
                </a:rPr>
                <a:t>nicht einmal </a:t>
              </a:r>
              <a:r>
                <a:rPr sz="1250" spc="70" dirty="0">
                  <a:solidFill>
                    <a:srgbClr val="0856C3"/>
                  </a:solidFill>
                  <a:latin typeface="Inter Medium" panose="02000503000000020004" pitchFamily="2" charset="0"/>
                  <a:ea typeface="Inter Medium" panose="02000503000000020004" pitchFamily="2" charset="0"/>
                  <a:cs typeface="Tahoma"/>
                </a:rPr>
                <a:t>ansatzweise </a:t>
              </a:r>
              <a:r>
                <a:rPr sz="1250" spc="50" dirty="0">
                  <a:solidFill>
                    <a:srgbClr val="0856C3"/>
                  </a:solidFill>
                  <a:latin typeface="Inter Medium" panose="02000503000000020004" pitchFamily="2" charset="0"/>
                  <a:ea typeface="Inter Medium" panose="02000503000000020004" pitchFamily="2" charset="0"/>
                  <a:cs typeface="Tahoma"/>
                </a:rPr>
                <a:t>glaubwür-</a:t>
              </a:r>
              <a:r>
                <a:rPr sz="1250" spc="60" dirty="0">
                  <a:solidFill>
                    <a:srgbClr val="0856C3"/>
                  </a:solidFill>
                  <a:latin typeface="Inter Medium" panose="02000503000000020004" pitchFamily="2" charset="0"/>
                  <a:ea typeface="Inter Medium" panose="02000503000000020004" pitchFamily="2" charset="0"/>
                  <a:cs typeface="Tahoma"/>
                </a:rPr>
                <a:t>dig</a:t>
              </a:r>
              <a:r>
                <a:rPr sz="1250" spc="-2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aussehen.</a:t>
              </a:r>
              <a:r>
                <a:rPr sz="1250" spc="-2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Wenn</a:t>
              </a:r>
              <a:r>
                <a:rPr sz="1250" spc="-25" dirty="0">
                  <a:solidFill>
                    <a:srgbClr val="0856C3"/>
                  </a:solidFill>
                  <a:latin typeface="Inter Medium" panose="02000503000000020004" pitchFamily="2" charset="0"/>
                  <a:ea typeface="Inter Medium" panose="02000503000000020004" pitchFamily="2" charset="0"/>
                  <a:cs typeface="Tahoma"/>
                </a:rPr>
                <a:t> </a:t>
              </a:r>
              <a:r>
                <a:rPr sz="1250" spc="65" dirty="0">
                  <a:solidFill>
                    <a:srgbClr val="0856C3"/>
                  </a:solidFill>
                  <a:latin typeface="Inter Medium" panose="02000503000000020004" pitchFamily="2" charset="0"/>
                  <a:ea typeface="Inter Medium" panose="02000503000000020004" pitchFamily="2" charset="0"/>
                  <a:cs typeface="Tahoma"/>
                </a:rPr>
                <a:t>du</a:t>
              </a:r>
              <a:r>
                <a:rPr sz="1250" spc="-25"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eine</a:t>
              </a:r>
              <a:r>
                <a:rPr sz="1250" spc="-25" dirty="0">
                  <a:solidFill>
                    <a:srgbClr val="0856C3"/>
                  </a:solidFill>
                  <a:latin typeface="Inter Medium" panose="02000503000000020004" pitchFamily="2" charset="0"/>
                  <a:ea typeface="Inter Medium" panose="02000503000000020004" pitchFamily="2" charset="0"/>
                  <a:cs typeface="Tahoma"/>
                </a:rPr>
                <a:t> </a:t>
              </a:r>
              <a:r>
                <a:rPr sz="1250" spc="85" dirty="0">
                  <a:solidFill>
                    <a:srgbClr val="0856C3"/>
                  </a:solidFill>
                  <a:latin typeface="Inter Medium" panose="02000503000000020004" pitchFamily="2" charset="0"/>
                  <a:ea typeface="Inter Medium" panose="02000503000000020004" pitchFamily="2" charset="0"/>
                  <a:cs typeface="Tahoma"/>
                </a:rPr>
                <a:t>Passage</a:t>
              </a:r>
              <a:r>
                <a:rPr sz="1250" spc="-20" dirty="0">
                  <a:solidFill>
                    <a:srgbClr val="0856C3"/>
                  </a:solidFill>
                  <a:latin typeface="Inter Medium" panose="02000503000000020004" pitchFamily="2" charset="0"/>
                  <a:ea typeface="Inter Medium" panose="02000503000000020004" pitchFamily="2" charset="0"/>
                  <a:cs typeface="Tahoma"/>
                </a:rPr>
                <a:t> </a:t>
              </a:r>
              <a:r>
                <a:rPr sz="1250" spc="35" dirty="0">
                  <a:solidFill>
                    <a:srgbClr val="0856C3"/>
                  </a:solidFill>
                  <a:latin typeface="Inter Medium" panose="02000503000000020004" pitchFamily="2" charset="0"/>
                  <a:ea typeface="Inter Medium" panose="02000503000000020004" pitchFamily="2" charset="0"/>
                  <a:cs typeface="Tahoma"/>
                </a:rPr>
                <a:t>des.</a:t>
              </a:r>
              <a:endParaRPr sz="1250" dirty="0">
                <a:latin typeface="Inter Medium" panose="02000503000000020004" pitchFamily="2" charset="0"/>
                <a:ea typeface="Inter Medium" panose="02000503000000020004" pitchFamily="2" charset="0"/>
                <a:cs typeface="Tahoma"/>
              </a:endParaRPr>
            </a:p>
          </p:txBody>
        </p:sp>
        <p:sp>
          <p:nvSpPr>
            <p:cNvPr id="49" name="object 16">
              <a:extLst>
                <a:ext uri="{FF2B5EF4-FFF2-40B4-BE49-F238E27FC236}">
                  <a16:creationId xmlns:a16="http://schemas.microsoft.com/office/drawing/2014/main" id="{5E5B3F71-74CB-E1B1-8DB1-E2143BAC8FFA}"/>
                </a:ext>
              </a:extLst>
            </p:cNvPr>
            <p:cNvSpPr txBox="1"/>
            <p:nvPr/>
          </p:nvSpPr>
          <p:spPr>
            <a:xfrm>
              <a:off x="9906143" y="8723064"/>
              <a:ext cx="3656338" cy="690638"/>
            </a:xfrm>
            <a:prstGeom prst="rect">
              <a:avLst/>
            </a:prstGeom>
          </p:spPr>
          <p:txBody>
            <a:bodyPr vert="horz" wrap="square" lIns="0" tIns="12065" rIns="0" bIns="0" rtlCol="0">
              <a:spAutoFit/>
            </a:bodyPr>
            <a:lstStyle/>
            <a:p>
              <a:pPr marL="12700" marR="5080">
                <a:lnSpc>
                  <a:spcPct val="121000"/>
                </a:lnSpc>
                <a:spcBef>
                  <a:spcPts val="95"/>
                </a:spcBef>
              </a:pPr>
              <a:r>
                <a:rPr sz="1250" spc="55" dirty="0">
                  <a:solidFill>
                    <a:srgbClr val="0856C3"/>
                  </a:solidFill>
                  <a:latin typeface="Inter Medium" panose="02000503000000020004" pitchFamily="2" charset="0"/>
                  <a:ea typeface="Inter Medium" panose="02000503000000020004" pitchFamily="2" charset="0"/>
                  <a:cs typeface="Tahoma"/>
                </a:rPr>
                <a:t>Lorem</a:t>
              </a:r>
              <a:r>
                <a:rPr sz="1250" spc="75"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Ipsum</a:t>
              </a:r>
              <a:r>
                <a:rPr sz="1250" spc="80"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nutzt,</a:t>
              </a:r>
              <a:r>
                <a:rPr sz="1250" spc="80"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solltest</a:t>
              </a:r>
              <a:r>
                <a:rPr sz="1250" spc="80" dirty="0">
                  <a:solidFill>
                    <a:srgbClr val="0856C3"/>
                  </a:solidFill>
                  <a:latin typeface="Inter Medium" panose="02000503000000020004" pitchFamily="2" charset="0"/>
                  <a:ea typeface="Inter Medium" panose="02000503000000020004" pitchFamily="2" charset="0"/>
                  <a:cs typeface="Tahoma"/>
                </a:rPr>
                <a:t> </a:t>
              </a:r>
              <a:r>
                <a:rPr sz="1250" spc="65" dirty="0">
                  <a:solidFill>
                    <a:srgbClr val="0856C3"/>
                  </a:solidFill>
                  <a:latin typeface="Inter Medium" panose="02000503000000020004" pitchFamily="2" charset="0"/>
                  <a:ea typeface="Inter Medium" panose="02000503000000020004" pitchFamily="2" charset="0"/>
                  <a:cs typeface="Tahoma"/>
                </a:rPr>
                <a:t>du</a:t>
              </a:r>
              <a:r>
                <a:rPr sz="1250" spc="80"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aufpassen </a:t>
              </a:r>
              <a:r>
                <a:rPr sz="1250" spc="85" dirty="0">
                  <a:solidFill>
                    <a:srgbClr val="0856C3"/>
                  </a:solidFill>
                  <a:latin typeface="Inter Medium" panose="02000503000000020004" pitchFamily="2" charset="0"/>
                  <a:ea typeface="Inter Medium" panose="02000503000000020004" pitchFamily="2" charset="0"/>
                  <a:cs typeface="Tahoma"/>
                </a:rPr>
                <a:t>dass</a:t>
              </a:r>
              <a:r>
                <a:rPr sz="1250" spc="5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in </a:t>
              </a:r>
              <a:r>
                <a:rPr sz="1250" spc="55" dirty="0">
                  <a:solidFill>
                    <a:srgbClr val="0856C3"/>
                  </a:solidFill>
                  <a:latin typeface="Inter Medium" panose="02000503000000020004" pitchFamily="2" charset="0"/>
                  <a:ea typeface="Inter Medium" panose="02000503000000020004" pitchFamily="2" charset="0"/>
                  <a:cs typeface="Tahoma"/>
                </a:rPr>
                <a:t>der </a:t>
              </a:r>
              <a:r>
                <a:rPr sz="1250" spc="50" dirty="0">
                  <a:solidFill>
                    <a:srgbClr val="0856C3"/>
                  </a:solidFill>
                  <a:latin typeface="Inter Medium" panose="02000503000000020004" pitchFamily="2" charset="0"/>
                  <a:ea typeface="Inter Medium" panose="02000503000000020004" pitchFamily="2" charset="0"/>
                  <a:cs typeface="Tahoma"/>
                </a:rPr>
                <a:t>Mitte </a:t>
              </a:r>
              <a:r>
                <a:rPr sz="1250" spc="85" dirty="0">
                  <a:solidFill>
                    <a:srgbClr val="0856C3"/>
                  </a:solidFill>
                  <a:latin typeface="Inter Medium" panose="02000503000000020004" pitchFamily="2" charset="0"/>
                  <a:ea typeface="Inter Medium" panose="02000503000000020004" pitchFamily="2" charset="0"/>
                  <a:cs typeface="Tahoma"/>
                </a:rPr>
                <a:t>des</a:t>
              </a:r>
              <a:r>
                <a:rPr sz="1250" spc="5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Textes keine </a:t>
              </a:r>
              <a:r>
                <a:rPr sz="1250" spc="50" dirty="0">
                  <a:solidFill>
                    <a:srgbClr val="0856C3"/>
                  </a:solidFill>
                  <a:latin typeface="Inter Medium" panose="02000503000000020004" pitchFamily="2" charset="0"/>
                  <a:ea typeface="Inter Medium" panose="02000503000000020004" pitchFamily="2" charset="0"/>
                  <a:cs typeface="Tahoma"/>
                </a:rPr>
                <a:t>ungewoll-</a:t>
              </a:r>
              <a:r>
                <a:rPr sz="1250" dirty="0">
                  <a:solidFill>
                    <a:srgbClr val="0856C3"/>
                  </a:solidFill>
                  <a:latin typeface="Inter Medium" panose="02000503000000020004" pitchFamily="2" charset="0"/>
                  <a:ea typeface="Inter Medium" panose="02000503000000020004" pitchFamily="2" charset="0"/>
                  <a:cs typeface="Tahoma"/>
                </a:rPr>
                <a:t>ten</a:t>
              </a:r>
              <a:r>
                <a:rPr sz="1250" spc="7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Wörter</a:t>
              </a:r>
              <a:r>
                <a:rPr sz="1250" spc="80"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stehen.</a:t>
              </a:r>
              <a:r>
                <a:rPr sz="1250" spc="80"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Viele</a:t>
              </a:r>
              <a:r>
                <a:rPr sz="1250" spc="7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der</a:t>
              </a:r>
              <a:r>
                <a:rPr sz="1250" spc="80"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Generatoren</a:t>
              </a:r>
              <a:r>
                <a:rPr sz="1250" spc="80" dirty="0">
                  <a:solidFill>
                    <a:srgbClr val="0856C3"/>
                  </a:solidFill>
                  <a:latin typeface="Inter Medium" panose="02000503000000020004" pitchFamily="2" charset="0"/>
                  <a:ea typeface="Inter Medium" panose="02000503000000020004" pitchFamily="2" charset="0"/>
                  <a:cs typeface="Tahoma"/>
                </a:rPr>
                <a:t> </a:t>
              </a:r>
              <a:r>
                <a:rPr sz="1250" spc="-35" dirty="0">
                  <a:solidFill>
                    <a:srgbClr val="0856C3"/>
                  </a:solidFill>
                  <a:latin typeface="Inter Medium" panose="02000503000000020004" pitchFamily="2" charset="0"/>
                  <a:ea typeface="Inter Medium" panose="02000503000000020004" pitchFamily="2" charset="0"/>
                  <a:cs typeface="Tahoma"/>
                </a:rPr>
                <a:t>im</a:t>
              </a:r>
              <a:endParaRPr sz="1250" dirty="0">
                <a:latin typeface="Inter Medium" panose="02000503000000020004" pitchFamily="2" charset="0"/>
                <a:ea typeface="Inter Medium" panose="02000503000000020004" pitchFamily="2" charset="0"/>
                <a:cs typeface="Tahoma"/>
              </a:endParaRPr>
            </a:p>
          </p:txBody>
        </p:sp>
        <p:sp>
          <p:nvSpPr>
            <p:cNvPr id="50" name="object 17">
              <a:extLst>
                <a:ext uri="{FF2B5EF4-FFF2-40B4-BE49-F238E27FC236}">
                  <a16:creationId xmlns:a16="http://schemas.microsoft.com/office/drawing/2014/main" id="{5A960999-3C7F-5537-A47E-EE0D9FFD2F9C}"/>
                </a:ext>
              </a:extLst>
            </p:cNvPr>
            <p:cNvSpPr txBox="1"/>
            <p:nvPr/>
          </p:nvSpPr>
          <p:spPr>
            <a:xfrm>
              <a:off x="13872449" y="6650013"/>
              <a:ext cx="3467735" cy="1408430"/>
            </a:xfrm>
            <a:prstGeom prst="rect">
              <a:avLst/>
            </a:prstGeom>
          </p:spPr>
          <p:txBody>
            <a:bodyPr vert="horz" wrap="square" lIns="0" tIns="12065" rIns="0" bIns="0" rtlCol="0">
              <a:spAutoFit/>
            </a:bodyPr>
            <a:lstStyle/>
            <a:p>
              <a:pPr marL="12700" marR="5080">
                <a:lnSpc>
                  <a:spcPct val="121000"/>
                </a:lnSpc>
                <a:spcBef>
                  <a:spcPts val="95"/>
                </a:spcBef>
              </a:pPr>
              <a:r>
                <a:rPr sz="1250" spc="20" dirty="0">
                  <a:solidFill>
                    <a:srgbClr val="0856C3"/>
                  </a:solidFill>
                  <a:latin typeface="Inter Medium" panose="02000503000000020004" pitchFamily="2" charset="0"/>
                  <a:ea typeface="Inter Medium" panose="02000503000000020004" pitchFamily="2" charset="0"/>
                  <a:cs typeface="Tahoma"/>
                </a:rPr>
                <a:t>Internet</a:t>
              </a:r>
              <a:r>
                <a:rPr sz="1250" spc="2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neigen</a:t>
              </a:r>
              <a:r>
                <a:rPr sz="1250" spc="25"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dazu,</a:t>
              </a:r>
              <a:r>
                <a:rPr sz="1250" spc="25" dirty="0">
                  <a:solidFill>
                    <a:srgbClr val="0856C3"/>
                  </a:solidFill>
                  <a:latin typeface="Inter Medium" panose="02000503000000020004" pitchFamily="2" charset="0"/>
                  <a:ea typeface="Inter Medium" panose="02000503000000020004" pitchFamily="2" charset="0"/>
                  <a:cs typeface="Tahoma"/>
                </a:rPr>
                <a:t> </a:t>
              </a:r>
              <a:r>
                <a:rPr sz="1250" spc="20" dirty="0">
                  <a:solidFill>
                    <a:srgbClr val="0856C3"/>
                  </a:solidFill>
                  <a:latin typeface="Inter Medium" panose="02000503000000020004" pitchFamily="2" charset="0"/>
                  <a:ea typeface="Inter Medium" panose="02000503000000020004" pitchFamily="2" charset="0"/>
                  <a:cs typeface="Tahoma"/>
                </a:rPr>
                <a:t>vorgefertigte</a:t>
              </a:r>
              <a:r>
                <a:rPr sz="1250" spc="30" dirty="0">
                  <a:solidFill>
                    <a:srgbClr val="0856C3"/>
                  </a:solidFill>
                  <a:latin typeface="Inter Medium" panose="02000503000000020004" pitchFamily="2" charset="0"/>
                  <a:ea typeface="Inter Medium" panose="02000503000000020004" pitchFamily="2" charset="0"/>
                  <a:cs typeface="Tahoma"/>
                </a:rPr>
                <a:t> </a:t>
              </a:r>
              <a:r>
                <a:rPr sz="1250" spc="65" dirty="0">
                  <a:solidFill>
                    <a:srgbClr val="0856C3"/>
                  </a:solidFill>
                  <a:latin typeface="Inter Medium" panose="02000503000000020004" pitchFamily="2" charset="0"/>
                  <a:ea typeface="Inter Medium" panose="02000503000000020004" pitchFamily="2" charset="0"/>
                  <a:cs typeface="Tahoma"/>
                </a:rPr>
                <a:t>Stücke</a:t>
              </a:r>
              <a:r>
                <a:rPr sz="1250" spc="25"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zu wiederholen</a:t>
              </a:r>
              <a:r>
                <a:rPr sz="1250" spc="5" dirty="0">
                  <a:solidFill>
                    <a:srgbClr val="0856C3"/>
                  </a:solidFill>
                  <a:latin typeface="Inter Medium" panose="02000503000000020004" pitchFamily="2" charset="0"/>
                  <a:ea typeface="Inter Medium" panose="02000503000000020004" pitchFamily="2" charset="0"/>
                  <a:cs typeface="Tahoma"/>
                </a:rPr>
                <a:t> </a:t>
              </a:r>
              <a:r>
                <a:rPr sz="1250" spc="130" dirty="0">
                  <a:solidFill>
                    <a:srgbClr val="0856C3"/>
                  </a:solidFill>
                  <a:latin typeface="Inter Medium" panose="02000503000000020004" pitchFamily="2" charset="0"/>
                  <a:ea typeface="Inter Medium" panose="02000503000000020004" pitchFamily="2" charset="0"/>
                  <a:cs typeface="Tahoma"/>
                </a:rPr>
                <a:t>-</a:t>
              </a:r>
              <a:r>
                <a:rPr sz="1250" spc="5" dirty="0">
                  <a:solidFill>
                    <a:srgbClr val="0856C3"/>
                  </a:solidFill>
                  <a:latin typeface="Inter Medium" panose="02000503000000020004" pitchFamily="2" charset="0"/>
                  <a:ea typeface="Inter Medium" panose="02000503000000020004" pitchFamily="2" charset="0"/>
                  <a:cs typeface="Tahoma"/>
                </a:rPr>
                <a:t> </a:t>
              </a:r>
              <a:r>
                <a:rPr sz="1250" spc="90" dirty="0">
                  <a:solidFill>
                    <a:srgbClr val="0856C3"/>
                  </a:solidFill>
                  <a:latin typeface="Inter Medium" panose="02000503000000020004" pitchFamily="2" charset="0"/>
                  <a:ea typeface="Inter Medium" panose="02000503000000020004" pitchFamily="2" charset="0"/>
                  <a:cs typeface="Tahoma"/>
                </a:rPr>
                <a:t>was</a:t>
              </a:r>
              <a:r>
                <a:rPr sz="1250" spc="10" dirty="0">
                  <a:solidFill>
                    <a:srgbClr val="0856C3"/>
                  </a:solidFill>
                  <a:latin typeface="Inter Medium" panose="02000503000000020004" pitchFamily="2" charset="0"/>
                  <a:ea typeface="Inter Medium" panose="02000503000000020004" pitchFamily="2" charset="0"/>
                  <a:cs typeface="Tahoma"/>
                </a:rPr>
                <a:t> </a:t>
              </a:r>
              <a:r>
                <a:rPr sz="1250" spc="90" dirty="0">
                  <a:solidFill>
                    <a:srgbClr val="0856C3"/>
                  </a:solidFill>
                  <a:latin typeface="Inter Medium" panose="02000503000000020004" pitchFamily="2" charset="0"/>
                  <a:ea typeface="Inter Medium" panose="02000503000000020004" pitchFamily="2" charset="0"/>
                  <a:cs typeface="Tahoma"/>
                </a:rPr>
                <a:t>es</a:t>
              </a:r>
              <a:r>
                <a:rPr sz="1250" spc="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nötig</a:t>
              </a:r>
              <a:r>
                <a:rPr sz="1250" spc="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machte</a:t>
              </a:r>
              <a:r>
                <a:rPr sz="1250" spc="10" dirty="0">
                  <a:solidFill>
                    <a:srgbClr val="0856C3"/>
                  </a:solidFill>
                  <a:latin typeface="Inter Medium" panose="02000503000000020004" pitchFamily="2" charset="0"/>
                  <a:ea typeface="Inter Medium" panose="02000503000000020004" pitchFamily="2" charset="0"/>
                  <a:cs typeface="Tahoma"/>
                </a:rPr>
                <a:t> </a:t>
              </a:r>
              <a:r>
                <a:rPr sz="1250" spc="40" dirty="0">
                  <a:solidFill>
                    <a:srgbClr val="0856C3"/>
                  </a:solidFill>
                  <a:latin typeface="Inter Medium" panose="02000503000000020004" pitchFamily="2" charset="0"/>
                  <a:ea typeface="Inter Medium" panose="02000503000000020004" pitchFamily="2" charset="0"/>
                  <a:cs typeface="Tahoma"/>
                </a:rPr>
                <a:t>einen </a:t>
              </a:r>
              <a:r>
                <a:rPr sz="1250" spc="50" dirty="0">
                  <a:solidFill>
                    <a:srgbClr val="0856C3"/>
                  </a:solidFill>
                  <a:latin typeface="Inter Medium" panose="02000503000000020004" pitchFamily="2" charset="0"/>
                  <a:ea typeface="Inter Medium" panose="02000503000000020004" pitchFamily="2" charset="0"/>
                  <a:cs typeface="Tahoma"/>
                </a:rPr>
                <a:t>richtigen Generator</a:t>
              </a:r>
              <a:r>
                <a:rPr sz="1250" spc="55" dirty="0">
                  <a:solidFill>
                    <a:srgbClr val="0856C3"/>
                  </a:solidFill>
                  <a:latin typeface="Inter Medium" panose="02000503000000020004" pitchFamily="2" charset="0"/>
                  <a:ea typeface="Inter Medium" panose="02000503000000020004" pitchFamily="2" charset="0"/>
                  <a:cs typeface="Tahoma"/>
                </a:rPr>
                <a:t> </a:t>
              </a:r>
              <a:r>
                <a:rPr sz="1250" spc="95" dirty="0">
                  <a:solidFill>
                    <a:srgbClr val="0856C3"/>
                  </a:solidFill>
                  <a:latin typeface="Inter Medium" panose="02000503000000020004" pitchFamily="2" charset="0"/>
                  <a:ea typeface="Inter Medium" panose="02000503000000020004" pitchFamily="2" charset="0"/>
                  <a:cs typeface="Tahoma"/>
                </a:rPr>
                <a:t>zu</a:t>
              </a:r>
              <a:r>
                <a:rPr sz="1250" spc="50" dirty="0">
                  <a:solidFill>
                    <a:srgbClr val="0856C3"/>
                  </a:solidFill>
                  <a:latin typeface="Inter Medium" panose="02000503000000020004" pitchFamily="2" charset="0"/>
                  <a:ea typeface="Inter Medium" panose="02000503000000020004" pitchFamily="2" charset="0"/>
                  <a:cs typeface="Tahoma"/>
                </a:rPr>
                <a:t> </a:t>
              </a:r>
              <a:r>
                <a:rPr sz="1250" spc="20" dirty="0">
                  <a:solidFill>
                    <a:srgbClr val="0856C3"/>
                  </a:solidFill>
                  <a:latin typeface="Inter Medium" panose="02000503000000020004" pitchFamily="2" charset="0"/>
                  <a:ea typeface="Inter Medium" panose="02000503000000020004" pitchFamily="2" charset="0"/>
                  <a:cs typeface="Tahoma"/>
                </a:rPr>
                <a:t>entwickeln.</a:t>
              </a:r>
              <a:r>
                <a:rPr sz="1250" spc="55" dirty="0">
                  <a:solidFill>
                    <a:srgbClr val="0856C3"/>
                  </a:solidFill>
                  <a:latin typeface="Inter Medium" panose="02000503000000020004" pitchFamily="2" charset="0"/>
                  <a:ea typeface="Inter Medium" panose="02000503000000020004" pitchFamily="2" charset="0"/>
                  <a:cs typeface="Tahoma"/>
                </a:rPr>
                <a:t> </a:t>
              </a:r>
              <a:r>
                <a:rPr sz="1250" spc="25" dirty="0">
                  <a:solidFill>
                    <a:srgbClr val="0856C3"/>
                  </a:solidFill>
                  <a:latin typeface="Inter Medium" panose="02000503000000020004" pitchFamily="2" charset="0"/>
                  <a:ea typeface="Inter Medium" panose="02000503000000020004" pitchFamily="2" charset="0"/>
                  <a:cs typeface="Tahoma"/>
                </a:rPr>
                <a:t>Wir</a:t>
              </a:r>
              <a:r>
                <a:rPr sz="1250" spc="500"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nutzen</a:t>
              </a:r>
              <a:r>
                <a:rPr sz="1250" dirty="0">
                  <a:solidFill>
                    <a:srgbClr val="0856C3"/>
                  </a:solidFill>
                  <a:latin typeface="Inter Medium" panose="02000503000000020004" pitchFamily="2" charset="0"/>
                  <a:ea typeface="Inter Medium" panose="02000503000000020004" pitchFamily="2" charset="0"/>
                  <a:cs typeface="Tahoma"/>
                </a:rPr>
                <a:t> ein</a:t>
              </a:r>
              <a:r>
                <a:rPr sz="1250" spc="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Wörterbuch</a:t>
              </a:r>
              <a:r>
                <a:rPr sz="1250" spc="5" dirty="0">
                  <a:solidFill>
                    <a:srgbClr val="0856C3"/>
                  </a:solidFill>
                  <a:latin typeface="Inter Medium" panose="02000503000000020004" pitchFamily="2" charset="0"/>
                  <a:ea typeface="Inter Medium" panose="02000503000000020004" pitchFamily="2" charset="0"/>
                  <a:cs typeface="Tahoma"/>
                </a:rPr>
                <a:t> </a:t>
              </a:r>
              <a:r>
                <a:rPr sz="1250" spc="70" dirty="0">
                  <a:solidFill>
                    <a:srgbClr val="0856C3"/>
                  </a:solidFill>
                  <a:latin typeface="Inter Medium" panose="02000503000000020004" pitchFamily="2" charset="0"/>
                  <a:ea typeface="Inter Medium" panose="02000503000000020004" pitchFamily="2" charset="0"/>
                  <a:cs typeface="Tahoma"/>
                </a:rPr>
                <a:t>aus</a:t>
              </a:r>
              <a:r>
                <a:rPr sz="1250" spc="5"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über</a:t>
              </a:r>
              <a:r>
                <a:rPr sz="1250" spc="5" dirty="0">
                  <a:solidFill>
                    <a:srgbClr val="0856C3"/>
                  </a:solidFill>
                  <a:latin typeface="Inter Medium" panose="02000503000000020004" pitchFamily="2" charset="0"/>
                  <a:ea typeface="Inter Medium" panose="02000503000000020004" pitchFamily="2" charset="0"/>
                  <a:cs typeface="Tahoma"/>
                </a:rPr>
                <a:t> </a:t>
              </a:r>
              <a:r>
                <a:rPr sz="1250" spc="75" dirty="0">
                  <a:solidFill>
                    <a:srgbClr val="0856C3"/>
                  </a:solidFill>
                  <a:latin typeface="Inter Medium" panose="02000503000000020004" pitchFamily="2" charset="0"/>
                  <a:ea typeface="Inter Medium" panose="02000503000000020004" pitchFamily="2" charset="0"/>
                  <a:cs typeface="Tahoma"/>
                </a:rPr>
                <a:t>200 </a:t>
              </a:r>
              <a:r>
                <a:rPr sz="1250" spc="55" dirty="0">
                  <a:solidFill>
                    <a:srgbClr val="0856C3"/>
                  </a:solidFill>
                  <a:latin typeface="Inter Medium" panose="02000503000000020004" pitchFamily="2" charset="0"/>
                  <a:ea typeface="Inter Medium" panose="02000503000000020004" pitchFamily="2" charset="0"/>
                  <a:cs typeface="Tahoma"/>
                </a:rPr>
                <a:t>Lateinischen</a:t>
              </a:r>
              <a:r>
                <a:rPr sz="1250" spc="85"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Wörter,</a:t>
              </a:r>
              <a:r>
                <a:rPr sz="1250" spc="90"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kombiniert</a:t>
              </a:r>
              <a:r>
                <a:rPr sz="1250" spc="90"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mit</a:t>
              </a:r>
              <a:r>
                <a:rPr sz="1250" spc="90"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einer </a:t>
              </a:r>
              <a:r>
                <a:rPr sz="1250" spc="55" dirty="0">
                  <a:solidFill>
                    <a:srgbClr val="0856C3"/>
                  </a:solidFill>
                  <a:latin typeface="Inter Medium" panose="02000503000000020004" pitchFamily="2" charset="0"/>
                  <a:ea typeface="Inter Medium" panose="02000503000000020004" pitchFamily="2" charset="0"/>
                  <a:cs typeface="Tahoma"/>
                </a:rPr>
                <a:t>Handvoll</a:t>
              </a:r>
              <a:r>
                <a:rPr sz="1250" spc="90" dirty="0">
                  <a:solidFill>
                    <a:srgbClr val="0856C3"/>
                  </a:solidFill>
                  <a:latin typeface="Inter Medium" panose="02000503000000020004" pitchFamily="2" charset="0"/>
                  <a:ea typeface="Inter Medium" panose="02000503000000020004" pitchFamily="2" charset="0"/>
                  <a:cs typeface="Tahoma"/>
                </a:rPr>
                <a:t> </a:t>
              </a:r>
              <a:r>
                <a:rPr sz="1250" spc="20" dirty="0">
                  <a:solidFill>
                    <a:srgbClr val="0856C3"/>
                  </a:solidFill>
                  <a:latin typeface="Inter Medium" panose="02000503000000020004" pitchFamily="2" charset="0"/>
                  <a:ea typeface="Inter Medium" panose="02000503000000020004" pitchFamily="2" charset="0"/>
                  <a:cs typeface="Tahoma"/>
                </a:rPr>
                <a:t>Kunstsätzen,</a:t>
              </a:r>
              <a:r>
                <a:rPr sz="1250" spc="90" dirty="0">
                  <a:solidFill>
                    <a:srgbClr val="0856C3"/>
                  </a:solidFill>
                  <a:latin typeface="Inter Medium" panose="02000503000000020004" pitchFamily="2" charset="0"/>
                  <a:ea typeface="Inter Medium" panose="02000503000000020004" pitchFamily="2" charset="0"/>
                  <a:cs typeface="Tahoma"/>
                </a:rPr>
                <a:t> </a:t>
              </a:r>
              <a:r>
                <a:rPr sz="1250" spc="70" dirty="0">
                  <a:solidFill>
                    <a:srgbClr val="0856C3"/>
                  </a:solidFill>
                  <a:latin typeface="Inter Medium" panose="02000503000000020004" pitchFamily="2" charset="0"/>
                  <a:ea typeface="Inter Medium" panose="02000503000000020004" pitchFamily="2" charset="0"/>
                  <a:cs typeface="Tahoma"/>
                </a:rPr>
                <a:t>welche</a:t>
              </a:r>
              <a:r>
                <a:rPr sz="1250" spc="90"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das</a:t>
              </a:r>
              <a:endParaRPr sz="1250" dirty="0">
                <a:latin typeface="Inter Medium" panose="02000503000000020004" pitchFamily="2" charset="0"/>
                <a:ea typeface="Inter Medium" panose="02000503000000020004" pitchFamily="2" charset="0"/>
                <a:cs typeface="Tahoma"/>
              </a:endParaRPr>
            </a:p>
          </p:txBody>
        </p:sp>
        <p:sp>
          <p:nvSpPr>
            <p:cNvPr id="51" name="object 18">
              <a:extLst>
                <a:ext uri="{FF2B5EF4-FFF2-40B4-BE49-F238E27FC236}">
                  <a16:creationId xmlns:a16="http://schemas.microsoft.com/office/drawing/2014/main" id="{7E825515-E453-49A2-F2D7-ED2554A54E64}"/>
                </a:ext>
              </a:extLst>
            </p:cNvPr>
            <p:cNvSpPr txBox="1"/>
            <p:nvPr/>
          </p:nvSpPr>
          <p:spPr>
            <a:xfrm>
              <a:off x="13872449" y="8262852"/>
              <a:ext cx="3698781" cy="1156150"/>
            </a:xfrm>
            <a:prstGeom prst="rect">
              <a:avLst/>
            </a:prstGeom>
          </p:spPr>
          <p:txBody>
            <a:bodyPr vert="horz" wrap="square" lIns="0" tIns="12065" rIns="0" bIns="0" rtlCol="0">
              <a:spAutoFit/>
            </a:bodyPr>
            <a:lstStyle/>
            <a:p>
              <a:pPr marL="12700" marR="5080">
                <a:lnSpc>
                  <a:spcPct val="121000"/>
                </a:lnSpc>
                <a:spcBef>
                  <a:spcPts val="95"/>
                </a:spcBef>
              </a:pPr>
              <a:r>
                <a:rPr sz="1250" spc="55" dirty="0">
                  <a:solidFill>
                    <a:srgbClr val="0856C3"/>
                  </a:solidFill>
                  <a:latin typeface="Inter Medium" panose="02000503000000020004" pitchFamily="2" charset="0"/>
                  <a:ea typeface="Inter Medium" panose="02000503000000020004" pitchFamily="2" charset="0"/>
                  <a:cs typeface="Tahoma"/>
                </a:rPr>
                <a:t>Lorem</a:t>
              </a:r>
              <a:r>
                <a:rPr sz="1250" spc="4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Ipsum ist </a:t>
              </a:r>
              <a:r>
                <a:rPr sz="1250" spc="55" dirty="0">
                  <a:solidFill>
                    <a:srgbClr val="0856C3"/>
                  </a:solidFill>
                  <a:latin typeface="Inter Medium" panose="02000503000000020004" pitchFamily="2" charset="0"/>
                  <a:ea typeface="Inter Medium" panose="02000503000000020004" pitchFamily="2" charset="0"/>
                  <a:cs typeface="Tahoma"/>
                </a:rPr>
                <a:t>außerdem</a:t>
              </a:r>
              <a:r>
                <a:rPr sz="1250" spc="45"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frei </a:t>
              </a:r>
              <a:r>
                <a:rPr sz="1250" spc="60" dirty="0">
                  <a:solidFill>
                    <a:srgbClr val="0856C3"/>
                  </a:solidFill>
                  <a:latin typeface="Inter Medium" panose="02000503000000020004" pitchFamily="2" charset="0"/>
                  <a:ea typeface="Inter Medium" panose="02000503000000020004" pitchFamily="2" charset="0"/>
                  <a:cs typeface="Tahoma"/>
                </a:rPr>
                <a:t>von</a:t>
              </a:r>
              <a:r>
                <a:rPr sz="1250" spc="4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Wieder-</a:t>
              </a:r>
              <a:r>
                <a:rPr sz="1250" spc="20" dirty="0">
                  <a:solidFill>
                    <a:srgbClr val="0856C3"/>
                  </a:solidFill>
                  <a:latin typeface="Inter Medium" panose="02000503000000020004" pitchFamily="2" charset="0"/>
                  <a:ea typeface="Inter Medium" panose="02000503000000020004" pitchFamily="2" charset="0"/>
                  <a:cs typeface="Tahoma"/>
                </a:rPr>
                <a:t>holungen,</a:t>
              </a:r>
              <a:r>
                <a:rPr sz="1250" spc="8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Humor</a:t>
              </a:r>
              <a:r>
                <a:rPr sz="1250" spc="90"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oder</a:t>
              </a:r>
              <a:r>
                <a:rPr sz="1250" spc="90" dirty="0">
                  <a:solidFill>
                    <a:srgbClr val="0856C3"/>
                  </a:solidFill>
                  <a:latin typeface="Inter Medium" panose="02000503000000020004" pitchFamily="2" charset="0"/>
                  <a:ea typeface="Inter Medium" panose="02000503000000020004" pitchFamily="2" charset="0"/>
                  <a:cs typeface="Tahoma"/>
                </a:rPr>
                <a:t> </a:t>
              </a:r>
              <a:r>
                <a:rPr sz="1250" spc="20" dirty="0">
                  <a:solidFill>
                    <a:srgbClr val="0856C3"/>
                  </a:solidFill>
                  <a:latin typeface="Inter Medium" panose="02000503000000020004" pitchFamily="2" charset="0"/>
                  <a:ea typeface="Inter Medium" panose="02000503000000020004" pitchFamily="2" charset="0"/>
                  <a:cs typeface="Tahoma"/>
                </a:rPr>
                <a:t>unqualitativen</a:t>
              </a:r>
              <a:r>
                <a:rPr sz="1250" spc="85" dirty="0">
                  <a:solidFill>
                    <a:srgbClr val="0856C3"/>
                  </a:solidFill>
                  <a:latin typeface="Inter Medium" panose="02000503000000020004" pitchFamily="2" charset="0"/>
                  <a:ea typeface="Inter Medium" panose="02000503000000020004" pitchFamily="2" charset="0"/>
                  <a:cs typeface="Tahoma"/>
                </a:rPr>
                <a:t> </a:t>
              </a:r>
              <a:r>
                <a:rPr sz="1250" spc="-10" dirty="0">
                  <a:solidFill>
                    <a:srgbClr val="0856C3"/>
                  </a:solidFill>
                  <a:latin typeface="Inter Medium" panose="02000503000000020004" pitchFamily="2" charset="0"/>
                  <a:ea typeface="Inter Medium" panose="02000503000000020004" pitchFamily="2" charset="0"/>
                  <a:cs typeface="Tahoma"/>
                </a:rPr>
                <a:t>Wörter </a:t>
              </a:r>
              <a:r>
                <a:rPr sz="1250" spc="55" dirty="0">
                  <a:solidFill>
                    <a:srgbClr val="0856C3"/>
                  </a:solidFill>
                  <a:latin typeface="Inter Medium" panose="02000503000000020004" pitchFamily="2" charset="0"/>
                  <a:ea typeface="Inter Medium" panose="02000503000000020004" pitchFamily="2" charset="0"/>
                  <a:cs typeface="Tahoma"/>
                </a:rPr>
                <a:t>etcViele</a:t>
              </a:r>
              <a:r>
                <a:rPr sz="1250" spc="10"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der</a:t>
              </a:r>
              <a:r>
                <a:rPr sz="1250" spc="10"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Generatoren</a:t>
              </a:r>
              <a:r>
                <a:rPr sz="1250" spc="10"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im</a:t>
              </a:r>
              <a:r>
                <a:rPr sz="1250" spc="10"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Internet</a:t>
              </a:r>
              <a:r>
                <a:rPr sz="1250" spc="10" dirty="0">
                  <a:solidFill>
                    <a:srgbClr val="0856C3"/>
                  </a:solidFill>
                  <a:latin typeface="Inter Medium" panose="02000503000000020004" pitchFamily="2" charset="0"/>
                  <a:ea typeface="Inter Medium" panose="02000503000000020004" pitchFamily="2" charset="0"/>
                  <a:cs typeface="Tahoma"/>
                </a:rPr>
                <a:t> </a:t>
              </a:r>
              <a:r>
                <a:rPr sz="1250" spc="45" dirty="0">
                  <a:solidFill>
                    <a:srgbClr val="0856C3"/>
                  </a:solidFill>
                  <a:latin typeface="Inter Medium" panose="02000503000000020004" pitchFamily="2" charset="0"/>
                  <a:ea typeface="Inter Medium" panose="02000503000000020004" pitchFamily="2" charset="0"/>
                  <a:cs typeface="Tahoma"/>
                </a:rPr>
                <a:t>neigen </a:t>
              </a:r>
              <a:r>
                <a:rPr sz="1250" spc="60" dirty="0">
                  <a:solidFill>
                    <a:srgbClr val="0856C3"/>
                  </a:solidFill>
                  <a:latin typeface="Inter Medium" panose="02000503000000020004" pitchFamily="2" charset="0"/>
                  <a:ea typeface="Inter Medium" panose="02000503000000020004" pitchFamily="2" charset="0"/>
                  <a:cs typeface="Tahoma"/>
                </a:rPr>
                <a:t>dazu,</a:t>
              </a:r>
              <a:r>
                <a:rPr sz="1250" spc="-30" dirty="0">
                  <a:solidFill>
                    <a:srgbClr val="0856C3"/>
                  </a:solidFill>
                  <a:latin typeface="Inter Medium" panose="02000503000000020004" pitchFamily="2" charset="0"/>
                  <a:ea typeface="Inter Medium" panose="02000503000000020004" pitchFamily="2" charset="0"/>
                  <a:cs typeface="Tahoma"/>
                </a:rPr>
                <a:t> </a:t>
              </a:r>
              <a:r>
                <a:rPr sz="1250" spc="45" dirty="0">
                  <a:solidFill>
                    <a:srgbClr val="0856C3"/>
                  </a:solidFill>
                  <a:latin typeface="Inter Medium" panose="02000503000000020004" pitchFamily="2" charset="0"/>
                  <a:ea typeface="Inter Medium" panose="02000503000000020004" pitchFamily="2" charset="0"/>
                  <a:cs typeface="Tahoma"/>
                </a:rPr>
                <a:t>vorgefertigte</a:t>
              </a:r>
              <a:r>
                <a:rPr sz="1250" spc="-30" dirty="0">
                  <a:solidFill>
                    <a:srgbClr val="0856C3"/>
                  </a:solidFill>
                  <a:latin typeface="Inter Medium" panose="02000503000000020004" pitchFamily="2" charset="0"/>
                  <a:ea typeface="Inter Medium" panose="02000503000000020004" pitchFamily="2" charset="0"/>
                  <a:cs typeface="Tahoma"/>
                </a:rPr>
                <a:t> </a:t>
              </a:r>
              <a:r>
                <a:rPr sz="1250" spc="65" dirty="0">
                  <a:solidFill>
                    <a:srgbClr val="0856C3"/>
                  </a:solidFill>
                  <a:latin typeface="Inter Medium" panose="02000503000000020004" pitchFamily="2" charset="0"/>
                  <a:ea typeface="Inter Medium" panose="02000503000000020004" pitchFamily="2" charset="0"/>
                  <a:cs typeface="Tahoma"/>
                </a:rPr>
                <a:t>Stücke</a:t>
              </a:r>
              <a:r>
                <a:rPr sz="1250" spc="-25" dirty="0">
                  <a:solidFill>
                    <a:srgbClr val="0856C3"/>
                  </a:solidFill>
                  <a:latin typeface="Inter Medium" panose="02000503000000020004" pitchFamily="2" charset="0"/>
                  <a:ea typeface="Inter Medium" panose="02000503000000020004" pitchFamily="2" charset="0"/>
                  <a:cs typeface="Tahoma"/>
                </a:rPr>
                <a:t> </a:t>
              </a:r>
              <a:r>
                <a:rPr sz="1250" spc="95" dirty="0">
                  <a:solidFill>
                    <a:srgbClr val="0856C3"/>
                  </a:solidFill>
                  <a:latin typeface="Inter Medium" panose="02000503000000020004" pitchFamily="2" charset="0"/>
                  <a:ea typeface="Inter Medium" panose="02000503000000020004" pitchFamily="2" charset="0"/>
                  <a:cs typeface="Tahoma"/>
                </a:rPr>
                <a:t>zu</a:t>
              </a:r>
              <a:r>
                <a:rPr sz="1250" spc="-30"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wiederholen</a:t>
              </a:r>
              <a:r>
                <a:rPr sz="1250" spc="-25" dirty="0">
                  <a:solidFill>
                    <a:srgbClr val="0856C3"/>
                  </a:solidFill>
                  <a:latin typeface="Inter Medium" panose="02000503000000020004" pitchFamily="2" charset="0"/>
                  <a:ea typeface="Inter Medium" panose="02000503000000020004" pitchFamily="2" charset="0"/>
                  <a:cs typeface="Tahoma"/>
                </a:rPr>
                <a:t> </a:t>
              </a:r>
              <a:r>
                <a:rPr sz="1250" spc="80" dirty="0">
                  <a:solidFill>
                    <a:srgbClr val="0856C3"/>
                  </a:solidFill>
                  <a:latin typeface="Inter Medium" panose="02000503000000020004" pitchFamily="2" charset="0"/>
                  <a:ea typeface="Inter Medium" panose="02000503000000020004" pitchFamily="2" charset="0"/>
                  <a:cs typeface="Tahoma"/>
                </a:rPr>
                <a:t>- </a:t>
              </a:r>
              <a:r>
                <a:rPr sz="1250" spc="90" dirty="0">
                  <a:solidFill>
                    <a:srgbClr val="0856C3"/>
                  </a:solidFill>
                  <a:latin typeface="Inter Medium" panose="02000503000000020004" pitchFamily="2" charset="0"/>
                  <a:ea typeface="Inter Medium" panose="02000503000000020004" pitchFamily="2" charset="0"/>
                  <a:cs typeface="Tahoma"/>
                </a:rPr>
                <a:t>was</a:t>
              </a:r>
              <a:r>
                <a:rPr sz="1250" spc="10" dirty="0">
                  <a:solidFill>
                    <a:srgbClr val="0856C3"/>
                  </a:solidFill>
                  <a:latin typeface="Inter Medium" panose="02000503000000020004" pitchFamily="2" charset="0"/>
                  <a:ea typeface="Inter Medium" panose="02000503000000020004" pitchFamily="2" charset="0"/>
                  <a:cs typeface="Tahoma"/>
                </a:rPr>
                <a:t> </a:t>
              </a:r>
              <a:r>
                <a:rPr sz="1250" spc="90" dirty="0">
                  <a:solidFill>
                    <a:srgbClr val="0856C3"/>
                  </a:solidFill>
                  <a:latin typeface="Inter Medium" panose="02000503000000020004" pitchFamily="2" charset="0"/>
                  <a:ea typeface="Inter Medium" panose="02000503000000020004" pitchFamily="2" charset="0"/>
                  <a:cs typeface="Tahoma"/>
                </a:rPr>
                <a:t>es</a:t>
              </a:r>
              <a:r>
                <a:rPr sz="1250" spc="10" dirty="0">
                  <a:solidFill>
                    <a:srgbClr val="0856C3"/>
                  </a:solidFill>
                  <a:latin typeface="Inter Medium" panose="02000503000000020004" pitchFamily="2" charset="0"/>
                  <a:ea typeface="Inter Medium" panose="02000503000000020004" pitchFamily="2" charset="0"/>
                  <a:cs typeface="Tahoma"/>
                </a:rPr>
                <a:t> </a:t>
              </a:r>
              <a:r>
                <a:rPr sz="1250" dirty="0">
                  <a:solidFill>
                    <a:srgbClr val="0856C3"/>
                  </a:solidFill>
                  <a:latin typeface="Inter Medium" panose="02000503000000020004" pitchFamily="2" charset="0"/>
                  <a:ea typeface="Inter Medium" panose="02000503000000020004" pitchFamily="2" charset="0"/>
                  <a:cs typeface="Tahoma"/>
                </a:rPr>
                <a:t>nötig</a:t>
              </a:r>
              <a:r>
                <a:rPr sz="1250" spc="15" dirty="0">
                  <a:solidFill>
                    <a:srgbClr val="0856C3"/>
                  </a:solidFill>
                  <a:latin typeface="Inter Medium" panose="02000503000000020004" pitchFamily="2" charset="0"/>
                  <a:ea typeface="Inter Medium" panose="02000503000000020004" pitchFamily="2" charset="0"/>
                  <a:cs typeface="Tahoma"/>
                </a:rPr>
                <a:t> </a:t>
              </a:r>
              <a:r>
                <a:rPr sz="1250" spc="55" dirty="0">
                  <a:solidFill>
                    <a:srgbClr val="0856C3"/>
                  </a:solidFill>
                  <a:latin typeface="Inter Medium" panose="02000503000000020004" pitchFamily="2" charset="0"/>
                  <a:ea typeface="Inter Medium" panose="02000503000000020004" pitchFamily="2" charset="0"/>
                  <a:cs typeface="Tahoma"/>
                </a:rPr>
                <a:t>machte</a:t>
              </a:r>
              <a:r>
                <a:rPr sz="1250" spc="10"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einen</a:t>
              </a:r>
              <a:r>
                <a:rPr sz="1250" spc="10" dirty="0">
                  <a:solidFill>
                    <a:srgbClr val="0856C3"/>
                  </a:solidFill>
                  <a:latin typeface="Inter Medium" panose="02000503000000020004" pitchFamily="2" charset="0"/>
                  <a:ea typeface="Inter Medium" panose="02000503000000020004" pitchFamily="2" charset="0"/>
                  <a:cs typeface="Tahoma"/>
                </a:rPr>
                <a:t> </a:t>
              </a:r>
              <a:r>
                <a:rPr sz="1250" spc="50" dirty="0">
                  <a:solidFill>
                    <a:srgbClr val="0856C3"/>
                  </a:solidFill>
                  <a:latin typeface="Inter Medium" panose="02000503000000020004" pitchFamily="2" charset="0"/>
                  <a:ea typeface="Inter Medium" panose="02000503000000020004" pitchFamily="2" charset="0"/>
                  <a:cs typeface="Tahoma"/>
                </a:rPr>
                <a:t>richtigen</a:t>
              </a:r>
              <a:r>
                <a:rPr sz="1250" spc="15" dirty="0">
                  <a:solidFill>
                    <a:srgbClr val="0856C3"/>
                  </a:solidFill>
                  <a:latin typeface="Inter Medium" panose="02000503000000020004" pitchFamily="2" charset="0"/>
                  <a:ea typeface="Inter Medium" panose="02000503000000020004" pitchFamily="2" charset="0"/>
                  <a:cs typeface="Tahoma"/>
                </a:rPr>
                <a:t> </a:t>
              </a:r>
              <a:r>
                <a:rPr sz="1250" spc="60" dirty="0">
                  <a:solidFill>
                    <a:srgbClr val="0856C3"/>
                  </a:solidFill>
                  <a:latin typeface="Inter Medium" panose="02000503000000020004" pitchFamily="2" charset="0"/>
                  <a:ea typeface="Inter Medium" panose="02000503000000020004" pitchFamily="2" charset="0"/>
                  <a:cs typeface="Tahoma"/>
                </a:rPr>
                <a:t>Genera-</a:t>
              </a:r>
              <a:endParaRPr sz="1250" dirty="0">
                <a:latin typeface="Inter Medium" panose="02000503000000020004" pitchFamily="2" charset="0"/>
                <a:ea typeface="Inter Medium" panose="02000503000000020004" pitchFamily="2" charset="0"/>
                <a:cs typeface="Tahoma"/>
              </a:endParaRPr>
            </a:p>
          </p:txBody>
        </p:sp>
      </p:grpSp>
      <p:sp>
        <p:nvSpPr>
          <p:cNvPr id="52" name="object 19" descr="$PPTXTitle">
            <a:extLst>
              <a:ext uri="{FF2B5EF4-FFF2-40B4-BE49-F238E27FC236}">
                <a16:creationId xmlns:a16="http://schemas.microsoft.com/office/drawing/2014/main" id="{FCE5E293-1E9B-41FF-45C8-0BE91B02DB56}"/>
              </a:ext>
            </a:extLst>
          </p:cNvPr>
          <p:cNvSpPr txBox="1">
            <a:spLocks/>
          </p:cNvSpPr>
          <p:nvPr/>
        </p:nvSpPr>
        <p:spPr>
          <a:xfrm>
            <a:off x="5562600" y="571500"/>
            <a:ext cx="4343400" cy="1195840"/>
          </a:xfrm>
          <a:prstGeom prst="rect">
            <a:avLst/>
          </a:prstGeom>
        </p:spPr>
        <p:txBody>
          <a:bodyPr vert="horz" wrap="square" lIns="0" tIns="89535"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gn="l">
              <a:spcBef>
                <a:spcPts val="705"/>
              </a:spcBef>
            </a:pPr>
            <a:r>
              <a:rPr lang="en-US" b="1" spc="185" dirty="0">
                <a:latin typeface="Inter" panose="02000503000000020004" pitchFamily="2" charset="0"/>
                <a:ea typeface="Inter" panose="02000503000000020004" pitchFamily="2" charset="0"/>
              </a:rPr>
              <a:t>Gaya</a:t>
            </a:r>
            <a:r>
              <a:rPr lang="en-US" b="1" spc="-125" dirty="0">
                <a:latin typeface="Inter" panose="02000503000000020004" pitchFamily="2" charset="0"/>
                <a:ea typeface="Inter" panose="02000503000000020004" pitchFamily="2" charset="0"/>
              </a:rPr>
              <a:t> </a:t>
            </a:r>
            <a:r>
              <a:rPr lang="en-US" b="1" spc="135" dirty="0" err="1">
                <a:latin typeface="Inter" panose="02000503000000020004" pitchFamily="2" charset="0"/>
                <a:ea typeface="Inter" panose="02000503000000020004" pitchFamily="2" charset="0"/>
              </a:rPr>
              <a:t>Tipografi</a:t>
            </a:r>
            <a:endParaRPr lang="en-US" b="1" spc="135" dirty="0">
              <a:latin typeface="Inter" panose="02000503000000020004" pitchFamily="2" charset="0"/>
              <a:ea typeface="Inter" panose="02000503000000020004" pitchFamily="2" charset="0"/>
            </a:endParaRPr>
          </a:p>
          <a:p>
            <a:pPr marL="12700" algn="l">
              <a:spcBef>
                <a:spcPts val="400"/>
              </a:spcBef>
            </a:pPr>
            <a:r>
              <a:rPr lang="en-US" sz="2450" spc="114" dirty="0">
                <a:latin typeface="Inter" panose="02000503000000020004" pitchFamily="2" charset="0"/>
                <a:ea typeface="Inter" panose="02000503000000020004" pitchFamily="2" charset="0"/>
              </a:rPr>
              <a:t>Typography</a:t>
            </a:r>
            <a:r>
              <a:rPr lang="en-US" sz="2450" spc="-70" dirty="0">
                <a:latin typeface="Inter" panose="02000503000000020004" pitchFamily="2" charset="0"/>
                <a:ea typeface="Inter" panose="02000503000000020004" pitchFamily="2" charset="0"/>
              </a:rPr>
              <a:t> </a:t>
            </a:r>
            <a:r>
              <a:rPr lang="en-US" sz="2450" spc="105" dirty="0">
                <a:latin typeface="Inter" panose="02000503000000020004" pitchFamily="2" charset="0"/>
                <a:ea typeface="Inter" panose="02000503000000020004" pitchFamily="2" charset="0"/>
              </a:rPr>
              <a:t>Style</a:t>
            </a:r>
            <a:endParaRPr lang="en-US" sz="2450" dirty="0">
              <a:latin typeface="Inter" panose="02000503000000020004" pitchFamily="2" charset="0"/>
              <a:ea typeface="Inter" panose="02000503000000020004" pitchFamily="2" charset="0"/>
            </a:endParaRPr>
          </a:p>
        </p:txBody>
      </p:sp>
      <p:sp>
        <p:nvSpPr>
          <p:cNvPr id="55" name="object 22">
            <a:extLst>
              <a:ext uri="{FF2B5EF4-FFF2-40B4-BE49-F238E27FC236}">
                <a16:creationId xmlns:a16="http://schemas.microsoft.com/office/drawing/2014/main" id="{53390EFF-C968-8A4D-806B-E3B87CCC0BE4}"/>
              </a:ext>
            </a:extLst>
          </p:cNvPr>
          <p:cNvSpPr txBox="1"/>
          <p:nvPr/>
        </p:nvSpPr>
        <p:spPr>
          <a:xfrm>
            <a:off x="1318901" y="2019300"/>
            <a:ext cx="3954779" cy="2403222"/>
          </a:xfrm>
          <a:prstGeom prst="rect">
            <a:avLst/>
          </a:prstGeom>
        </p:spPr>
        <p:txBody>
          <a:bodyPr vert="horz" wrap="square" lIns="0" tIns="12700" rIns="0" bIns="0" rtlCol="0">
            <a:spAutoFit/>
          </a:bodyPr>
          <a:lstStyle/>
          <a:p>
            <a:pPr marL="12700" marR="5080">
              <a:lnSpc>
                <a:spcPct val="131300"/>
              </a:lnSpc>
              <a:spcBef>
                <a:spcPts val="100"/>
              </a:spcBef>
            </a:pPr>
            <a:r>
              <a:rPr sz="1200" dirty="0">
                <a:solidFill>
                  <a:srgbClr val="0856C3"/>
                </a:solidFill>
                <a:latin typeface="Tahoma"/>
                <a:cs typeface="Tahoma"/>
              </a:rPr>
              <a:t>Gunakan</a:t>
            </a:r>
            <a:r>
              <a:rPr sz="1200" spc="185" dirty="0">
                <a:solidFill>
                  <a:srgbClr val="0856C3"/>
                </a:solidFill>
                <a:latin typeface="Tahoma"/>
                <a:cs typeface="Tahoma"/>
              </a:rPr>
              <a:t> </a:t>
            </a:r>
            <a:r>
              <a:rPr sz="1200" dirty="0">
                <a:solidFill>
                  <a:srgbClr val="0856C3"/>
                </a:solidFill>
                <a:latin typeface="Tahoma"/>
                <a:cs typeface="Tahoma"/>
              </a:rPr>
              <a:t>Inter</a:t>
            </a:r>
            <a:r>
              <a:rPr sz="1200" spc="190" dirty="0">
                <a:solidFill>
                  <a:srgbClr val="0856C3"/>
                </a:solidFill>
                <a:latin typeface="Tahoma"/>
                <a:cs typeface="Tahoma"/>
              </a:rPr>
              <a:t> </a:t>
            </a:r>
            <a:r>
              <a:rPr sz="1200" dirty="0">
                <a:solidFill>
                  <a:srgbClr val="0856C3"/>
                </a:solidFill>
                <a:latin typeface="Tahoma"/>
                <a:cs typeface="Tahoma"/>
              </a:rPr>
              <a:t>sebagai</a:t>
            </a:r>
            <a:r>
              <a:rPr sz="1200" spc="185" dirty="0">
                <a:solidFill>
                  <a:srgbClr val="0856C3"/>
                </a:solidFill>
                <a:latin typeface="Tahoma"/>
                <a:cs typeface="Tahoma"/>
              </a:rPr>
              <a:t> </a:t>
            </a:r>
            <a:r>
              <a:rPr sz="1200" dirty="0">
                <a:solidFill>
                  <a:srgbClr val="0856C3"/>
                </a:solidFill>
                <a:latin typeface="Tahoma"/>
                <a:cs typeface="Tahoma"/>
              </a:rPr>
              <a:t>typeface</a:t>
            </a:r>
            <a:r>
              <a:rPr sz="1200" spc="190" dirty="0">
                <a:solidFill>
                  <a:srgbClr val="0856C3"/>
                </a:solidFill>
                <a:latin typeface="Tahoma"/>
                <a:cs typeface="Tahoma"/>
              </a:rPr>
              <a:t> </a:t>
            </a:r>
            <a:r>
              <a:rPr sz="1200" dirty="0">
                <a:solidFill>
                  <a:srgbClr val="0856C3"/>
                </a:solidFill>
                <a:latin typeface="Tahoma"/>
                <a:cs typeface="Tahoma"/>
              </a:rPr>
              <a:t>utama</a:t>
            </a:r>
            <a:r>
              <a:rPr sz="1200" spc="185" dirty="0">
                <a:solidFill>
                  <a:srgbClr val="0856C3"/>
                </a:solidFill>
                <a:latin typeface="Tahoma"/>
                <a:cs typeface="Tahoma"/>
              </a:rPr>
              <a:t> </a:t>
            </a:r>
            <a:r>
              <a:rPr sz="1200" dirty="0">
                <a:solidFill>
                  <a:srgbClr val="0856C3"/>
                </a:solidFill>
                <a:latin typeface="Tahoma"/>
                <a:cs typeface="Tahoma"/>
              </a:rPr>
              <a:t>dengan</a:t>
            </a:r>
            <a:r>
              <a:rPr sz="1200" spc="190" dirty="0">
                <a:solidFill>
                  <a:srgbClr val="0856C3"/>
                </a:solidFill>
                <a:latin typeface="Tahoma"/>
                <a:cs typeface="Tahoma"/>
              </a:rPr>
              <a:t> </a:t>
            </a:r>
            <a:r>
              <a:rPr sz="1200" spc="-10" dirty="0">
                <a:solidFill>
                  <a:srgbClr val="0856C3"/>
                </a:solidFill>
                <a:latin typeface="Tahoma"/>
                <a:cs typeface="Tahoma"/>
              </a:rPr>
              <a:t>hierarki </a:t>
            </a:r>
            <a:r>
              <a:rPr sz="1200" dirty="0">
                <a:solidFill>
                  <a:srgbClr val="0856C3"/>
                </a:solidFill>
                <a:latin typeface="Tahoma"/>
                <a:cs typeface="Tahoma"/>
              </a:rPr>
              <a:t>yang</a:t>
            </a:r>
            <a:r>
              <a:rPr sz="1200" spc="165" dirty="0">
                <a:solidFill>
                  <a:srgbClr val="0856C3"/>
                </a:solidFill>
                <a:latin typeface="Tahoma"/>
                <a:cs typeface="Tahoma"/>
              </a:rPr>
              <a:t> </a:t>
            </a:r>
            <a:r>
              <a:rPr sz="1200" dirty="0">
                <a:solidFill>
                  <a:srgbClr val="0856C3"/>
                </a:solidFill>
                <a:latin typeface="Tahoma"/>
                <a:cs typeface="Tahoma"/>
              </a:rPr>
              <a:t>jelas.</a:t>
            </a:r>
            <a:r>
              <a:rPr sz="1200" spc="165" dirty="0">
                <a:solidFill>
                  <a:srgbClr val="0856C3"/>
                </a:solidFill>
                <a:latin typeface="Tahoma"/>
                <a:cs typeface="Tahoma"/>
              </a:rPr>
              <a:t> </a:t>
            </a:r>
            <a:r>
              <a:rPr sz="1200" dirty="0">
                <a:solidFill>
                  <a:srgbClr val="0856C3"/>
                </a:solidFill>
                <a:latin typeface="Tahoma"/>
                <a:cs typeface="Tahoma"/>
              </a:rPr>
              <a:t>Headline</a:t>
            </a:r>
            <a:r>
              <a:rPr sz="1200" spc="170" dirty="0">
                <a:solidFill>
                  <a:srgbClr val="0856C3"/>
                </a:solidFill>
                <a:latin typeface="Tahoma"/>
                <a:cs typeface="Tahoma"/>
              </a:rPr>
              <a:t> </a:t>
            </a:r>
            <a:r>
              <a:rPr sz="1200" dirty="0">
                <a:solidFill>
                  <a:srgbClr val="0856C3"/>
                </a:solidFill>
                <a:latin typeface="Tahoma"/>
                <a:cs typeface="Tahoma"/>
              </a:rPr>
              <a:t>menggunakan</a:t>
            </a:r>
            <a:r>
              <a:rPr sz="1200" spc="165" dirty="0">
                <a:solidFill>
                  <a:srgbClr val="0856C3"/>
                </a:solidFill>
                <a:latin typeface="Tahoma"/>
                <a:cs typeface="Tahoma"/>
              </a:rPr>
              <a:t> </a:t>
            </a:r>
            <a:r>
              <a:rPr sz="1200" dirty="0">
                <a:solidFill>
                  <a:srgbClr val="0856C3"/>
                </a:solidFill>
                <a:latin typeface="Tahoma"/>
                <a:cs typeface="Tahoma"/>
              </a:rPr>
              <a:t>Inter</a:t>
            </a:r>
            <a:r>
              <a:rPr sz="1200" spc="165" dirty="0">
                <a:solidFill>
                  <a:srgbClr val="0856C3"/>
                </a:solidFill>
                <a:latin typeface="Tahoma"/>
                <a:cs typeface="Tahoma"/>
              </a:rPr>
              <a:t> </a:t>
            </a:r>
            <a:r>
              <a:rPr sz="1200" dirty="0">
                <a:solidFill>
                  <a:srgbClr val="0856C3"/>
                </a:solidFill>
                <a:latin typeface="Tahoma"/>
                <a:cs typeface="Tahoma"/>
              </a:rPr>
              <a:t>Bold</a:t>
            </a:r>
            <a:r>
              <a:rPr sz="1200" spc="170" dirty="0">
                <a:solidFill>
                  <a:srgbClr val="0856C3"/>
                </a:solidFill>
                <a:latin typeface="Tahoma"/>
                <a:cs typeface="Tahoma"/>
              </a:rPr>
              <a:t> </a:t>
            </a:r>
            <a:r>
              <a:rPr sz="1200" spc="-20" dirty="0">
                <a:solidFill>
                  <a:srgbClr val="0856C3"/>
                </a:solidFill>
                <a:latin typeface="Tahoma"/>
                <a:cs typeface="Tahoma"/>
              </a:rPr>
              <a:t>atau </a:t>
            </a:r>
            <a:r>
              <a:rPr sz="1200" dirty="0">
                <a:solidFill>
                  <a:srgbClr val="0856C3"/>
                </a:solidFill>
                <a:latin typeface="Tahoma"/>
                <a:cs typeface="Tahoma"/>
              </a:rPr>
              <a:t>SemiBold.</a:t>
            </a:r>
            <a:r>
              <a:rPr sz="1200" spc="265" dirty="0">
                <a:solidFill>
                  <a:srgbClr val="0856C3"/>
                </a:solidFill>
                <a:latin typeface="Tahoma"/>
                <a:cs typeface="Tahoma"/>
              </a:rPr>
              <a:t> </a:t>
            </a:r>
            <a:r>
              <a:rPr sz="1200" dirty="0">
                <a:solidFill>
                  <a:srgbClr val="0856C3"/>
                </a:solidFill>
                <a:latin typeface="Tahoma"/>
                <a:cs typeface="Tahoma"/>
              </a:rPr>
              <a:t>Subheadline</a:t>
            </a:r>
            <a:r>
              <a:rPr sz="1200" spc="270" dirty="0">
                <a:solidFill>
                  <a:srgbClr val="0856C3"/>
                </a:solidFill>
                <a:latin typeface="Tahoma"/>
                <a:cs typeface="Tahoma"/>
              </a:rPr>
              <a:t> </a:t>
            </a:r>
            <a:r>
              <a:rPr sz="1200" dirty="0">
                <a:solidFill>
                  <a:srgbClr val="0856C3"/>
                </a:solidFill>
                <a:latin typeface="Tahoma"/>
                <a:cs typeface="Tahoma"/>
              </a:rPr>
              <a:t>menggunakan</a:t>
            </a:r>
            <a:r>
              <a:rPr sz="1200" spc="270" dirty="0">
                <a:solidFill>
                  <a:srgbClr val="0856C3"/>
                </a:solidFill>
                <a:latin typeface="Tahoma"/>
                <a:cs typeface="Tahoma"/>
              </a:rPr>
              <a:t> </a:t>
            </a:r>
            <a:r>
              <a:rPr sz="1200" dirty="0">
                <a:solidFill>
                  <a:srgbClr val="0856C3"/>
                </a:solidFill>
                <a:latin typeface="Tahoma"/>
                <a:cs typeface="Tahoma"/>
              </a:rPr>
              <a:t>Inter</a:t>
            </a:r>
            <a:r>
              <a:rPr sz="1200" spc="270" dirty="0">
                <a:solidFill>
                  <a:srgbClr val="0856C3"/>
                </a:solidFill>
                <a:latin typeface="Tahoma"/>
                <a:cs typeface="Tahoma"/>
              </a:rPr>
              <a:t> </a:t>
            </a:r>
            <a:r>
              <a:rPr sz="1200" spc="-10" dirty="0">
                <a:solidFill>
                  <a:srgbClr val="0856C3"/>
                </a:solidFill>
                <a:latin typeface="Tahoma"/>
                <a:cs typeface="Tahoma"/>
              </a:rPr>
              <a:t>SemiBold </a:t>
            </a:r>
            <a:r>
              <a:rPr sz="1200" spc="10" dirty="0">
                <a:solidFill>
                  <a:srgbClr val="0856C3"/>
                </a:solidFill>
                <a:latin typeface="Tahoma"/>
                <a:cs typeface="Tahoma"/>
              </a:rPr>
              <a:t>dengan</a:t>
            </a:r>
            <a:r>
              <a:rPr sz="1200" spc="95" dirty="0">
                <a:solidFill>
                  <a:srgbClr val="0856C3"/>
                </a:solidFill>
                <a:latin typeface="Tahoma"/>
                <a:cs typeface="Tahoma"/>
              </a:rPr>
              <a:t> </a:t>
            </a:r>
            <a:r>
              <a:rPr sz="1200" spc="10" dirty="0">
                <a:solidFill>
                  <a:srgbClr val="0856C3"/>
                </a:solidFill>
                <a:latin typeface="Tahoma"/>
                <a:cs typeface="Tahoma"/>
              </a:rPr>
              <a:t>ukuran</a:t>
            </a:r>
            <a:r>
              <a:rPr sz="1200" spc="95" dirty="0">
                <a:solidFill>
                  <a:srgbClr val="0856C3"/>
                </a:solidFill>
                <a:latin typeface="Tahoma"/>
                <a:cs typeface="Tahoma"/>
              </a:rPr>
              <a:t> </a:t>
            </a:r>
            <a:r>
              <a:rPr sz="1200" spc="55" dirty="0">
                <a:solidFill>
                  <a:srgbClr val="0856C3"/>
                </a:solidFill>
                <a:latin typeface="Tahoma"/>
                <a:cs typeface="Tahoma"/>
              </a:rPr>
              <a:t>60%</a:t>
            </a:r>
            <a:r>
              <a:rPr sz="1200" spc="100" dirty="0">
                <a:solidFill>
                  <a:srgbClr val="0856C3"/>
                </a:solidFill>
                <a:latin typeface="Tahoma"/>
                <a:cs typeface="Tahoma"/>
              </a:rPr>
              <a:t> </a:t>
            </a:r>
            <a:r>
              <a:rPr sz="1200" spc="10" dirty="0">
                <a:solidFill>
                  <a:srgbClr val="0856C3"/>
                </a:solidFill>
                <a:latin typeface="Tahoma"/>
                <a:cs typeface="Tahoma"/>
              </a:rPr>
              <a:t>dari</a:t>
            </a:r>
            <a:r>
              <a:rPr sz="1200" spc="95" dirty="0">
                <a:solidFill>
                  <a:srgbClr val="0856C3"/>
                </a:solidFill>
                <a:latin typeface="Tahoma"/>
                <a:cs typeface="Tahoma"/>
              </a:rPr>
              <a:t> </a:t>
            </a:r>
            <a:r>
              <a:rPr sz="1200" spc="10" dirty="0">
                <a:solidFill>
                  <a:srgbClr val="0856C3"/>
                </a:solidFill>
                <a:latin typeface="Tahoma"/>
                <a:cs typeface="Tahoma"/>
              </a:rPr>
              <a:t>headline.</a:t>
            </a:r>
            <a:r>
              <a:rPr sz="1200" spc="100" dirty="0">
                <a:solidFill>
                  <a:srgbClr val="0856C3"/>
                </a:solidFill>
                <a:latin typeface="Tahoma"/>
                <a:cs typeface="Tahoma"/>
              </a:rPr>
              <a:t> </a:t>
            </a:r>
            <a:r>
              <a:rPr sz="1200" spc="10" dirty="0">
                <a:solidFill>
                  <a:srgbClr val="0856C3"/>
                </a:solidFill>
                <a:latin typeface="Tahoma"/>
                <a:cs typeface="Tahoma"/>
              </a:rPr>
              <a:t>Chapter</a:t>
            </a:r>
            <a:r>
              <a:rPr sz="1200" spc="95" dirty="0">
                <a:solidFill>
                  <a:srgbClr val="0856C3"/>
                </a:solidFill>
                <a:latin typeface="Tahoma"/>
                <a:cs typeface="Tahoma"/>
              </a:rPr>
              <a:t> </a:t>
            </a:r>
            <a:r>
              <a:rPr sz="1200" spc="-10" dirty="0">
                <a:solidFill>
                  <a:srgbClr val="0856C3"/>
                </a:solidFill>
                <a:latin typeface="Tahoma"/>
                <a:cs typeface="Tahoma"/>
              </a:rPr>
              <a:t>title </a:t>
            </a:r>
            <a:r>
              <a:rPr sz="1200" dirty="0">
                <a:solidFill>
                  <a:srgbClr val="0856C3"/>
                </a:solidFill>
                <a:latin typeface="Tahoma"/>
                <a:cs typeface="Tahoma"/>
              </a:rPr>
              <a:t>menggunakan</a:t>
            </a:r>
            <a:r>
              <a:rPr sz="1200" spc="170" dirty="0">
                <a:solidFill>
                  <a:srgbClr val="0856C3"/>
                </a:solidFill>
                <a:latin typeface="Tahoma"/>
                <a:cs typeface="Tahoma"/>
              </a:rPr>
              <a:t> </a:t>
            </a:r>
            <a:r>
              <a:rPr sz="1200" dirty="0">
                <a:solidFill>
                  <a:srgbClr val="0856C3"/>
                </a:solidFill>
                <a:latin typeface="Tahoma"/>
                <a:cs typeface="Tahoma"/>
              </a:rPr>
              <a:t>Inter</a:t>
            </a:r>
            <a:r>
              <a:rPr sz="1200" spc="170" dirty="0">
                <a:solidFill>
                  <a:srgbClr val="0856C3"/>
                </a:solidFill>
                <a:latin typeface="Tahoma"/>
                <a:cs typeface="Tahoma"/>
              </a:rPr>
              <a:t> </a:t>
            </a:r>
            <a:r>
              <a:rPr sz="1200" dirty="0">
                <a:solidFill>
                  <a:srgbClr val="0856C3"/>
                </a:solidFill>
                <a:latin typeface="Tahoma"/>
                <a:cs typeface="Tahoma"/>
              </a:rPr>
              <a:t>SemiBold</a:t>
            </a:r>
            <a:r>
              <a:rPr sz="1200" spc="175" dirty="0">
                <a:solidFill>
                  <a:srgbClr val="0856C3"/>
                </a:solidFill>
                <a:latin typeface="Tahoma"/>
                <a:cs typeface="Tahoma"/>
              </a:rPr>
              <a:t> </a:t>
            </a:r>
            <a:r>
              <a:rPr sz="1200" dirty="0">
                <a:solidFill>
                  <a:srgbClr val="0856C3"/>
                </a:solidFill>
                <a:latin typeface="Tahoma"/>
                <a:cs typeface="Tahoma"/>
              </a:rPr>
              <a:t>dengan</a:t>
            </a:r>
            <a:r>
              <a:rPr sz="1200" spc="170" dirty="0">
                <a:solidFill>
                  <a:srgbClr val="0856C3"/>
                </a:solidFill>
                <a:latin typeface="Tahoma"/>
                <a:cs typeface="Tahoma"/>
              </a:rPr>
              <a:t> </a:t>
            </a:r>
            <a:r>
              <a:rPr sz="1200" dirty="0">
                <a:solidFill>
                  <a:srgbClr val="0856C3"/>
                </a:solidFill>
                <a:latin typeface="Tahoma"/>
                <a:cs typeface="Tahoma"/>
              </a:rPr>
              <a:t>ukuran</a:t>
            </a:r>
            <a:r>
              <a:rPr sz="1200" spc="175" dirty="0">
                <a:solidFill>
                  <a:srgbClr val="0856C3"/>
                </a:solidFill>
                <a:latin typeface="Tahoma"/>
                <a:cs typeface="Tahoma"/>
              </a:rPr>
              <a:t> </a:t>
            </a:r>
            <a:r>
              <a:rPr sz="1200" spc="60" dirty="0">
                <a:solidFill>
                  <a:srgbClr val="0856C3"/>
                </a:solidFill>
                <a:latin typeface="Tahoma"/>
                <a:cs typeface="Tahoma"/>
              </a:rPr>
              <a:t>40%</a:t>
            </a:r>
            <a:r>
              <a:rPr sz="1200" spc="170" dirty="0">
                <a:solidFill>
                  <a:srgbClr val="0856C3"/>
                </a:solidFill>
                <a:latin typeface="Tahoma"/>
                <a:cs typeface="Tahoma"/>
              </a:rPr>
              <a:t> </a:t>
            </a:r>
            <a:r>
              <a:rPr sz="1200" spc="-20" dirty="0">
                <a:solidFill>
                  <a:srgbClr val="0856C3"/>
                </a:solidFill>
                <a:latin typeface="Tahoma"/>
                <a:cs typeface="Tahoma"/>
              </a:rPr>
              <a:t>dari </a:t>
            </a:r>
            <a:r>
              <a:rPr sz="1200" dirty="0">
                <a:solidFill>
                  <a:srgbClr val="0856C3"/>
                </a:solidFill>
                <a:latin typeface="Tahoma"/>
                <a:cs typeface="Tahoma"/>
              </a:rPr>
              <a:t>headline.</a:t>
            </a:r>
            <a:r>
              <a:rPr sz="1200" spc="155" dirty="0">
                <a:solidFill>
                  <a:srgbClr val="0856C3"/>
                </a:solidFill>
                <a:latin typeface="Tahoma"/>
                <a:cs typeface="Tahoma"/>
              </a:rPr>
              <a:t> </a:t>
            </a:r>
            <a:r>
              <a:rPr sz="1200" spc="50" dirty="0">
                <a:solidFill>
                  <a:srgbClr val="0856C3"/>
                </a:solidFill>
                <a:latin typeface="Tahoma"/>
                <a:cs typeface="Tahoma"/>
              </a:rPr>
              <a:t>Judul</a:t>
            </a:r>
            <a:r>
              <a:rPr sz="1200" spc="155" dirty="0">
                <a:solidFill>
                  <a:srgbClr val="0856C3"/>
                </a:solidFill>
                <a:latin typeface="Tahoma"/>
                <a:cs typeface="Tahoma"/>
              </a:rPr>
              <a:t> </a:t>
            </a:r>
            <a:r>
              <a:rPr sz="1200" dirty="0">
                <a:solidFill>
                  <a:srgbClr val="0856C3"/>
                </a:solidFill>
                <a:latin typeface="Tahoma"/>
                <a:cs typeface="Tahoma"/>
              </a:rPr>
              <a:t>paragraf</a:t>
            </a:r>
            <a:r>
              <a:rPr sz="1200" spc="155" dirty="0">
                <a:solidFill>
                  <a:srgbClr val="0856C3"/>
                </a:solidFill>
                <a:latin typeface="Tahoma"/>
                <a:cs typeface="Tahoma"/>
              </a:rPr>
              <a:t> </a:t>
            </a:r>
            <a:r>
              <a:rPr sz="1200" dirty="0">
                <a:solidFill>
                  <a:srgbClr val="0856C3"/>
                </a:solidFill>
                <a:latin typeface="Tahoma"/>
                <a:cs typeface="Tahoma"/>
              </a:rPr>
              <a:t>menggunakan</a:t>
            </a:r>
            <a:r>
              <a:rPr sz="1200" spc="155" dirty="0">
                <a:solidFill>
                  <a:srgbClr val="0856C3"/>
                </a:solidFill>
                <a:latin typeface="Tahoma"/>
                <a:cs typeface="Tahoma"/>
              </a:rPr>
              <a:t> </a:t>
            </a:r>
            <a:r>
              <a:rPr sz="1200" dirty="0">
                <a:solidFill>
                  <a:srgbClr val="0856C3"/>
                </a:solidFill>
                <a:latin typeface="Tahoma"/>
                <a:cs typeface="Tahoma"/>
              </a:rPr>
              <a:t>Inter</a:t>
            </a:r>
            <a:r>
              <a:rPr sz="1200" spc="160" dirty="0">
                <a:solidFill>
                  <a:srgbClr val="0856C3"/>
                </a:solidFill>
                <a:latin typeface="Tahoma"/>
                <a:cs typeface="Tahoma"/>
              </a:rPr>
              <a:t> </a:t>
            </a:r>
            <a:r>
              <a:rPr sz="1200" spc="-10" dirty="0">
                <a:solidFill>
                  <a:srgbClr val="0856C3"/>
                </a:solidFill>
                <a:latin typeface="Tahoma"/>
                <a:cs typeface="Tahoma"/>
              </a:rPr>
              <a:t>Medium,</a:t>
            </a:r>
            <a:r>
              <a:rPr sz="1200" spc="500" dirty="0">
                <a:solidFill>
                  <a:srgbClr val="0856C3"/>
                </a:solidFill>
                <a:latin typeface="Tahoma"/>
                <a:cs typeface="Tahoma"/>
              </a:rPr>
              <a:t>  </a:t>
            </a:r>
            <a:r>
              <a:rPr sz="1200" dirty="0">
                <a:solidFill>
                  <a:srgbClr val="0856C3"/>
                </a:solidFill>
                <a:latin typeface="Tahoma"/>
                <a:cs typeface="Tahoma"/>
              </a:rPr>
              <a:t>dan</a:t>
            </a:r>
            <a:r>
              <a:rPr sz="1200" spc="90" dirty="0">
                <a:solidFill>
                  <a:srgbClr val="0856C3"/>
                </a:solidFill>
                <a:latin typeface="Tahoma"/>
                <a:cs typeface="Tahoma"/>
              </a:rPr>
              <a:t> </a:t>
            </a:r>
            <a:r>
              <a:rPr sz="1200" spc="50" dirty="0">
                <a:solidFill>
                  <a:srgbClr val="0856C3"/>
                </a:solidFill>
                <a:latin typeface="Tahoma"/>
                <a:cs typeface="Tahoma"/>
              </a:rPr>
              <a:t>body</a:t>
            </a:r>
            <a:r>
              <a:rPr sz="1200" spc="95" dirty="0">
                <a:solidFill>
                  <a:srgbClr val="0856C3"/>
                </a:solidFill>
                <a:latin typeface="Tahoma"/>
                <a:cs typeface="Tahoma"/>
              </a:rPr>
              <a:t> </a:t>
            </a:r>
            <a:r>
              <a:rPr sz="1200" spc="55" dirty="0">
                <a:solidFill>
                  <a:srgbClr val="0856C3"/>
                </a:solidFill>
                <a:latin typeface="Tahoma"/>
                <a:cs typeface="Tahoma"/>
              </a:rPr>
              <a:t>copy</a:t>
            </a:r>
            <a:r>
              <a:rPr sz="1200" spc="95" dirty="0">
                <a:solidFill>
                  <a:srgbClr val="0856C3"/>
                </a:solidFill>
                <a:latin typeface="Tahoma"/>
                <a:cs typeface="Tahoma"/>
              </a:rPr>
              <a:t> </a:t>
            </a:r>
            <a:r>
              <a:rPr sz="1200" dirty="0">
                <a:solidFill>
                  <a:srgbClr val="0856C3"/>
                </a:solidFill>
                <a:latin typeface="Tahoma"/>
                <a:cs typeface="Tahoma"/>
              </a:rPr>
              <a:t>menggunakan</a:t>
            </a:r>
            <a:r>
              <a:rPr sz="1200" spc="95" dirty="0">
                <a:solidFill>
                  <a:srgbClr val="0856C3"/>
                </a:solidFill>
                <a:latin typeface="Tahoma"/>
                <a:cs typeface="Tahoma"/>
              </a:rPr>
              <a:t> </a:t>
            </a:r>
            <a:r>
              <a:rPr sz="1200" dirty="0">
                <a:solidFill>
                  <a:srgbClr val="0856C3"/>
                </a:solidFill>
                <a:latin typeface="Tahoma"/>
                <a:cs typeface="Tahoma"/>
              </a:rPr>
              <a:t>Inter</a:t>
            </a:r>
            <a:r>
              <a:rPr sz="1200" spc="95" dirty="0">
                <a:solidFill>
                  <a:srgbClr val="0856C3"/>
                </a:solidFill>
                <a:latin typeface="Tahoma"/>
                <a:cs typeface="Tahoma"/>
              </a:rPr>
              <a:t> </a:t>
            </a:r>
            <a:r>
              <a:rPr sz="1200" dirty="0">
                <a:solidFill>
                  <a:srgbClr val="0856C3"/>
                </a:solidFill>
                <a:latin typeface="Tahoma"/>
                <a:cs typeface="Tahoma"/>
              </a:rPr>
              <a:t>Regular</a:t>
            </a:r>
            <a:r>
              <a:rPr sz="1200" spc="90" dirty="0">
                <a:solidFill>
                  <a:srgbClr val="0856C3"/>
                </a:solidFill>
                <a:latin typeface="Tahoma"/>
                <a:cs typeface="Tahoma"/>
              </a:rPr>
              <a:t> </a:t>
            </a:r>
            <a:r>
              <a:rPr sz="1200" spc="-10" dirty="0">
                <a:solidFill>
                  <a:srgbClr val="0856C3"/>
                </a:solidFill>
                <a:latin typeface="Tahoma"/>
                <a:cs typeface="Tahoma"/>
              </a:rPr>
              <a:t>dengan</a:t>
            </a:r>
            <a:r>
              <a:rPr sz="1200" spc="500" dirty="0">
                <a:solidFill>
                  <a:srgbClr val="0856C3"/>
                </a:solidFill>
                <a:latin typeface="Tahoma"/>
                <a:cs typeface="Tahoma"/>
              </a:rPr>
              <a:t> </a:t>
            </a:r>
            <a:r>
              <a:rPr sz="1200" spc="10" dirty="0">
                <a:solidFill>
                  <a:srgbClr val="0856C3"/>
                </a:solidFill>
                <a:latin typeface="Tahoma"/>
                <a:cs typeface="Tahoma"/>
              </a:rPr>
              <a:t>ukuran</a:t>
            </a:r>
            <a:r>
              <a:rPr sz="1200" spc="90" dirty="0">
                <a:solidFill>
                  <a:srgbClr val="0856C3"/>
                </a:solidFill>
                <a:latin typeface="Tahoma"/>
                <a:cs typeface="Tahoma"/>
              </a:rPr>
              <a:t> </a:t>
            </a:r>
            <a:r>
              <a:rPr sz="1200" spc="10" dirty="0">
                <a:solidFill>
                  <a:srgbClr val="0856C3"/>
                </a:solidFill>
                <a:latin typeface="Tahoma"/>
                <a:cs typeface="Tahoma"/>
              </a:rPr>
              <a:t>sekitar</a:t>
            </a:r>
            <a:r>
              <a:rPr sz="1200" spc="95" dirty="0">
                <a:solidFill>
                  <a:srgbClr val="0856C3"/>
                </a:solidFill>
                <a:latin typeface="Tahoma"/>
                <a:cs typeface="Tahoma"/>
              </a:rPr>
              <a:t> </a:t>
            </a:r>
            <a:r>
              <a:rPr sz="1200" spc="10" dirty="0">
                <a:solidFill>
                  <a:srgbClr val="0856C3"/>
                </a:solidFill>
                <a:latin typeface="Tahoma"/>
                <a:cs typeface="Tahoma"/>
              </a:rPr>
              <a:t>28%</a:t>
            </a:r>
            <a:r>
              <a:rPr sz="1200" spc="90" dirty="0">
                <a:solidFill>
                  <a:srgbClr val="0856C3"/>
                </a:solidFill>
                <a:latin typeface="Tahoma"/>
                <a:cs typeface="Tahoma"/>
              </a:rPr>
              <a:t> </a:t>
            </a:r>
            <a:r>
              <a:rPr sz="1200" spc="10" dirty="0">
                <a:solidFill>
                  <a:srgbClr val="0856C3"/>
                </a:solidFill>
                <a:latin typeface="Tahoma"/>
                <a:cs typeface="Tahoma"/>
              </a:rPr>
              <a:t>dari</a:t>
            </a:r>
            <a:r>
              <a:rPr sz="1200" spc="95" dirty="0">
                <a:solidFill>
                  <a:srgbClr val="0856C3"/>
                </a:solidFill>
                <a:latin typeface="Tahoma"/>
                <a:cs typeface="Tahoma"/>
              </a:rPr>
              <a:t> </a:t>
            </a:r>
            <a:r>
              <a:rPr sz="1200" spc="10" dirty="0">
                <a:solidFill>
                  <a:srgbClr val="0856C3"/>
                </a:solidFill>
                <a:latin typeface="Tahoma"/>
                <a:cs typeface="Tahoma"/>
              </a:rPr>
              <a:t>headline.</a:t>
            </a:r>
            <a:r>
              <a:rPr sz="1200" spc="90" dirty="0">
                <a:solidFill>
                  <a:srgbClr val="0856C3"/>
                </a:solidFill>
                <a:latin typeface="Tahoma"/>
                <a:cs typeface="Tahoma"/>
              </a:rPr>
              <a:t> </a:t>
            </a:r>
            <a:r>
              <a:rPr sz="1200" spc="10" dirty="0">
                <a:solidFill>
                  <a:srgbClr val="0856C3"/>
                </a:solidFill>
                <a:latin typeface="Tahoma"/>
                <a:cs typeface="Tahoma"/>
              </a:rPr>
              <a:t>Italic</a:t>
            </a:r>
            <a:r>
              <a:rPr sz="1200" spc="95" dirty="0">
                <a:solidFill>
                  <a:srgbClr val="0856C3"/>
                </a:solidFill>
                <a:latin typeface="Tahoma"/>
                <a:cs typeface="Tahoma"/>
              </a:rPr>
              <a:t> </a:t>
            </a:r>
            <a:r>
              <a:rPr sz="1200" spc="10" dirty="0">
                <a:solidFill>
                  <a:srgbClr val="0856C3"/>
                </a:solidFill>
                <a:latin typeface="Tahoma"/>
                <a:cs typeface="Tahoma"/>
              </a:rPr>
              <a:t>digunakan</a:t>
            </a:r>
            <a:r>
              <a:rPr sz="1200" spc="90" dirty="0">
                <a:solidFill>
                  <a:srgbClr val="0856C3"/>
                </a:solidFill>
                <a:latin typeface="Tahoma"/>
                <a:cs typeface="Tahoma"/>
              </a:rPr>
              <a:t> </a:t>
            </a:r>
            <a:r>
              <a:rPr sz="1200" spc="40" dirty="0">
                <a:solidFill>
                  <a:srgbClr val="0856C3"/>
                </a:solidFill>
                <a:latin typeface="Tahoma"/>
                <a:cs typeface="Tahoma"/>
              </a:rPr>
              <a:t>secara </a:t>
            </a:r>
            <a:r>
              <a:rPr sz="1200" spc="20" dirty="0">
                <a:solidFill>
                  <a:srgbClr val="0856C3"/>
                </a:solidFill>
                <a:latin typeface="Tahoma"/>
                <a:cs typeface="Tahoma"/>
              </a:rPr>
              <a:t>terbatas</a:t>
            </a:r>
            <a:r>
              <a:rPr sz="1200" spc="45" dirty="0">
                <a:solidFill>
                  <a:srgbClr val="0856C3"/>
                </a:solidFill>
                <a:latin typeface="Tahoma"/>
                <a:cs typeface="Tahoma"/>
              </a:rPr>
              <a:t> </a:t>
            </a:r>
            <a:r>
              <a:rPr sz="1200" spc="20" dirty="0">
                <a:solidFill>
                  <a:srgbClr val="0856C3"/>
                </a:solidFill>
                <a:latin typeface="Tahoma"/>
                <a:cs typeface="Tahoma"/>
              </a:rPr>
              <a:t>untuk</a:t>
            </a:r>
            <a:r>
              <a:rPr sz="1200" spc="50" dirty="0">
                <a:solidFill>
                  <a:srgbClr val="0856C3"/>
                </a:solidFill>
                <a:latin typeface="Tahoma"/>
                <a:cs typeface="Tahoma"/>
              </a:rPr>
              <a:t> </a:t>
            </a:r>
            <a:r>
              <a:rPr sz="1200" spc="20" dirty="0">
                <a:solidFill>
                  <a:srgbClr val="0856C3"/>
                </a:solidFill>
                <a:latin typeface="Tahoma"/>
                <a:cs typeface="Tahoma"/>
              </a:rPr>
              <a:t>penekanan.</a:t>
            </a:r>
            <a:r>
              <a:rPr sz="1200" spc="50" dirty="0">
                <a:solidFill>
                  <a:srgbClr val="0856C3"/>
                </a:solidFill>
                <a:latin typeface="Tahoma"/>
                <a:cs typeface="Tahoma"/>
              </a:rPr>
              <a:t> </a:t>
            </a:r>
            <a:r>
              <a:rPr sz="1200" spc="60" dirty="0">
                <a:solidFill>
                  <a:srgbClr val="0856C3"/>
                </a:solidFill>
                <a:latin typeface="Tahoma"/>
                <a:cs typeface="Tahoma"/>
              </a:rPr>
              <a:t>Jaga</a:t>
            </a:r>
            <a:r>
              <a:rPr sz="1200" spc="50" dirty="0">
                <a:solidFill>
                  <a:srgbClr val="0856C3"/>
                </a:solidFill>
                <a:latin typeface="Tahoma"/>
                <a:cs typeface="Tahoma"/>
              </a:rPr>
              <a:t> </a:t>
            </a:r>
            <a:r>
              <a:rPr sz="1200" spc="20" dirty="0">
                <a:solidFill>
                  <a:srgbClr val="0856C3"/>
                </a:solidFill>
                <a:latin typeface="Tahoma"/>
                <a:cs typeface="Tahoma"/>
              </a:rPr>
              <a:t>konsistensi</a:t>
            </a:r>
            <a:r>
              <a:rPr sz="1200" spc="45" dirty="0">
                <a:solidFill>
                  <a:srgbClr val="0856C3"/>
                </a:solidFill>
                <a:latin typeface="Tahoma"/>
                <a:cs typeface="Tahoma"/>
              </a:rPr>
              <a:t> </a:t>
            </a:r>
            <a:r>
              <a:rPr sz="1200" spc="20" dirty="0">
                <a:solidFill>
                  <a:srgbClr val="0856C3"/>
                </a:solidFill>
                <a:latin typeface="Tahoma"/>
                <a:cs typeface="Tahoma"/>
              </a:rPr>
              <a:t>hierarki</a:t>
            </a:r>
            <a:r>
              <a:rPr sz="1200" spc="50" dirty="0">
                <a:solidFill>
                  <a:srgbClr val="0856C3"/>
                </a:solidFill>
                <a:latin typeface="Tahoma"/>
                <a:cs typeface="Tahoma"/>
              </a:rPr>
              <a:t> </a:t>
            </a:r>
            <a:r>
              <a:rPr sz="1200" spc="-25" dirty="0">
                <a:solidFill>
                  <a:srgbClr val="0856C3"/>
                </a:solidFill>
                <a:latin typeface="Tahoma"/>
                <a:cs typeface="Tahoma"/>
              </a:rPr>
              <a:t>dan </a:t>
            </a:r>
            <a:r>
              <a:rPr sz="1200" spc="20" dirty="0">
                <a:solidFill>
                  <a:srgbClr val="0856C3"/>
                </a:solidFill>
                <a:latin typeface="Tahoma"/>
                <a:cs typeface="Tahoma"/>
              </a:rPr>
              <a:t>keterbacaan</a:t>
            </a:r>
            <a:r>
              <a:rPr sz="1200" spc="70" dirty="0">
                <a:solidFill>
                  <a:srgbClr val="0856C3"/>
                </a:solidFill>
                <a:latin typeface="Tahoma"/>
                <a:cs typeface="Tahoma"/>
              </a:rPr>
              <a:t> </a:t>
            </a:r>
            <a:r>
              <a:rPr sz="1200" spc="20" dirty="0">
                <a:solidFill>
                  <a:srgbClr val="0856C3"/>
                </a:solidFill>
                <a:latin typeface="Tahoma"/>
                <a:cs typeface="Tahoma"/>
              </a:rPr>
              <a:t>di</a:t>
            </a:r>
            <a:r>
              <a:rPr sz="1200" spc="75" dirty="0">
                <a:solidFill>
                  <a:srgbClr val="0856C3"/>
                </a:solidFill>
                <a:latin typeface="Tahoma"/>
                <a:cs typeface="Tahoma"/>
              </a:rPr>
              <a:t> </a:t>
            </a:r>
            <a:r>
              <a:rPr sz="1200" spc="20" dirty="0">
                <a:solidFill>
                  <a:srgbClr val="0856C3"/>
                </a:solidFill>
                <a:latin typeface="Tahoma"/>
                <a:cs typeface="Tahoma"/>
              </a:rPr>
              <a:t>seluruh</a:t>
            </a:r>
            <a:r>
              <a:rPr sz="1200" spc="75" dirty="0">
                <a:solidFill>
                  <a:srgbClr val="0856C3"/>
                </a:solidFill>
                <a:latin typeface="Tahoma"/>
                <a:cs typeface="Tahoma"/>
              </a:rPr>
              <a:t> </a:t>
            </a:r>
            <a:r>
              <a:rPr sz="1200" spc="-10" dirty="0">
                <a:solidFill>
                  <a:srgbClr val="0856C3"/>
                </a:solidFill>
                <a:latin typeface="Tahoma"/>
                <a:cs typeface="Tahoma"/>
              </a:rPr>
              <a:t>aplikasi.</a:t>
            </a:r>
            <a:endParaRPr sz="1200" dirty="0">
              <a:latin typeface="Tahoma"/>
              <a:cs typeface="Tahoma"/>
            </a:endParaRPr>
          </a:p>
        </p:txBody>
      </p:sp>
      <p:sp>
        <p:nvSpPr>
          <p:cNvPr id="56" name="object 23">
            <a:extLst>
              <a:ext uri="{FF2B5EF4-FFF2-40B4-BE49-F238E27FC236}">
                <a16:creationId xmlns:a16="http://schemas.microsoft.com/office/drawing/2014/main" id="{1F1A0788-C170-CABE-6A44-887A68961EAE}"/>
              </a:ext>
            </a:extLst>
          </p:cNvPr>
          <p:cNvSpPr txBox="1"/>
          <p:nvPr/>
        </p:nvSpPr>
        <p:spPr>
          <a:xfrm>
            <a:off x="1320053" y="4902036"/>
            <a:ext cx="3953627" cy="2670796"/>
          </a:xfrm>
          <a:prstGeom prst="rect">
            <a:avLst/>
          </a:prstGeom>
        </p:spPr>
        <p:txBody>
          <a:bodyPr vert="horz" wrap="square" lIns="0" tIns="12700" rIns="0" bIns="0" rtlCol="0">
            <a:spAutoFit/>
          </a:bodyPr>
          <a:lstStyle/>
          <a:p>
            <a:pPr marL="12700" marR="5080">
              <a:lnSpc>
                <a:spcPct val="131300"/>
              </a:lnSpc>
              <a:spcBef>
                <a:spcPts val="100"/>
              </a:spcBef>
            </a:pPr>
            <a:r>
              <a:rPr sz="1200" dirty="0">
                <a:solidFill>
                  <a:srgbClr val="666666"/>
                </a:solidFill>
                <a:latin typeface="Tahoma"/>
                <a:cs typeface="Tahoma"/>
              </a:rPr>
              <a:t>Inter</a:t>
            </a:r>
            <a:r>
              <a:rPr sz="1200" spc="50" dirty="0">
                <a:solidFill>
                  <a:srgbClr val="666666"/>
                </a:solidFill>
                <a:latin typeface="Tahoma"/>
                <a:cs typeface="Tahoma"/>
              </a:rPr>
              <a:t> </a:t>
            </a:r>
            <a:r>
              <a:rPr sz="1200" spc="10" dirty="0">
                <a:solidFill>
                  <a:srgbClr val="666666"/>
                </a:solidFill>
                <a:latin typeface="Tahoma"/>
                <a:cs typeface="Tahoma"/>
              </a:rPr>
              <a:t>is</a:t>
            </a:r>
            <a:r>
              <a:rPr sz="1200" spc="50" dirty="0">
                <a:solidFill>
                  <a:srgbClr val="666666"/>
                </a:solidFill>
                <a:latin typeface="Tahoma"/>
                <a:cs typeface="Tahoma"/>
              </a:rPr>
              <a:t> </a:t>
            </a:r>
            <a:r>
              <a:rPr sz="1200" spc="10" dirty="0">
                <a:solidFill>
                  <a:srgbClr val="666666"/>
                </a:solidFill>
                <a:latin typeface="Tahoma"/>
                <a:cs typeface="Tahoma"/>
              </a:rPr>
              <a:t>BRIʼs</a:t>
            </a:r>
            <a:r>
              <a:rPr sz="1200" spc="50" dirty="0">
                <a:solidFill>
                  <a:srgbClr val="666666"/>
                </a:solidFill>
                <a:latin typeface="Tahoma"/>
                <a:cs typeface="Tahoma"/>
              </a:rPr>
              <a:t> </a:t>
            </a:r>
            <a:r>
              <a:rPr sz="1200" spc="10" dirty="0">
                <a:solidFill>
                  <a:srgbClr val="666666"/>
                </a:solidFill>
                <a:latin typeface="Tahoma"/>
                <a:cs typeface="Tahoma"/>
              </a:rPr>
              <a:t>primary</a:t>
            </a:r>
            <a:r>
              <a:rPr sz="1200" spc="50" dirty="0">
                <a:solidFill>
                  <a:srgbClr val="666666"/>
                </a:solidFill>
                <a:latin typeface="Tahoma"/>
                <a:cs typeface="Tahoma"/>
              </a:rPr>
              <a:t> </a:t>
            </a:r>
            <a:r>
              <a:rPr sz="1200" spc="10" dirty="0">
                <a:solidFill>
                  <a:srgbClr val="666666"/>
                </a:solidFill>
                <a:latin typeface="Tahoma"/>
                <a:cs typeface="Tahoma"/>
              </a:rPr>
              <a:t>typeface,</a:t>
            </a:r>
            <a:r>
              <a:rPr sz="1200" spc="50" dirty="0">
                <a:solidFill>
                  <a:srgbClr val="666666"/>
                </a:solidFill>
                <a:latin typeface="Tahoma"/>
                <a:cs typeface="Tahoma"/>
              </a:rPr>
              <a:t> </a:t>
            </a:r>
            <a:r>
              <a:rPr sz="1200" spc="10" dirty="0">
                <a:solidFill>
                  <a:srgbClr val="666666"/>
                </a:solidFill>
                <a:latin typeface="Tahoma"/>
                <a:cs typeface="Tahoma"/>
              </a:rPr>
              <a:t>used</a:t>
            </a:r>
            <a:r>
              <a:rPr sz="1200" spc="50" dirty="0">
                <a:solidFill>
                  <a:srgbClr val="666666"/>
                </a:solidFill>
                <a:latin typeface="Tahoma"/>
                <a:cs typeface="Tahoma"/>
              </a:rPr>
              <a:t> across </a:t>
            </a:r>
            <a:r>
              <a:rPr sz="1200" spc="10" dirty="0">
                <a:solidFill>
                  <a:srgbClr val="666666"/>
                </a:solidFill>
                <a:latin typeface="Tahoma"/>
                <a:cs typeface="Tahoma"/>
              </a:rPr>
              <a:t>all</a:t>
            </a:r>
            <a:r>
              <a:rPr sz="1200" spc="50" dirty="0">
                <a:solidFill>
                  <a:srgbClr val="666666"/>
                </a:solidFill>
                <a:latin typeface="Tahoma"/>
                <a:cs typeface="Tahoma"/>
              </a:rPr>
              <a:t> </a:t>
            </a:r>
            <a:r>
              <a:rPr sz="1200" spc="-10" dirty="0">
                <a:solidFill>
                  <a:srgbClr val="666666"/>
                </a:solidFill>
                <a:latin typeface="Tahoma"/>
                <a:cs typeface="Tahoma"/>
              </a:rPr>
              <a:t>brand </a:t>
            </a:r>
            <a:r>
              <a:rPr sz="1200" spc="30" dirty="0">
                <a:solidFill>
                  <a:srgbClr val="666666"/>
                </a:solidFill>
                <a:latin typeface="Tahoma"/>
                <a:cs typeface="Tahoma"/>
              </a:rPr>
              <a:t>communications.</a:t>
            </a:r>
            <a:r>
              <a:rPr sz="1200" dirty="0">
                <a:solidFill>
                  <a:srgbClr val="666666"/>
                </a:solidFill>
                <a:latin typeface="Tahoma"/>
                <a:cs typeface="Tahoma"/>
              </a:rPr>
              <a:t> </a:t>
            </a:r>
            <a:r>
              <a:rPr sz="1200" spc="30" dirty="0">
                <a:solidFill>
                  <a:srgbClr val="666666"/>
                </a:solidFill>
                <a:latin typeface="Tahoma"/>
                <a:cs typeface="Tahoma"/>
              </a:rPr>
              <a:t>With</a:t>
            </a:r>
            <a:r>
              <a:rPr sz="1200" spc="5" dirty="0">
                <a:solidFill>
                  <a:srgbClr val="666666"/>
                </a:solidFill>
                <a:latin typeface="Tahoma"/>
                <a:cs typeface="Tahoma"/>
              </a:rPr>
              <a:t> </a:t>
            </a:r>
            <a:r>
              <a:rPr sz="1200" spc="30" dirty="0">
                <a:solidFill>
                  <a:srgbClr val="666666"/>
                </a:solidFill>
                <a:latin typeface="Tahoma"/>
                <a:cs typeface="Tahoma"/>
              </a:rPr>
              <a:t>multiple</a:t>
            </a:r>
            <a:r>
              <a:rPr sz="1200" spc="5" dirty="0">
                <a:solidFill>
                  <a:srgbClr val="666666"/>
                </a:solidFill>
                <a:latin typeface="Tahoma"/>
                <a:cs typeface="Tahoma"/>
              </a:rPr>
              <a:t> </a:t>
            </a:r>
            <a:r>
              <a:rPr sz="1200" spc="30" dirty="0">
                <a:solidFill>
                  <a:srgbClr val="666666"/>
                </a:solidFill>
                <a:latin typeface="Tahoma"/>
                <a:cs typeface="Tahoma"/>
              </a:rPr>
              <a:t>weights</a:t>
            </a:r>
            <a:r>
              <a:rPr sz="1200" spc="5" dirty="0">
                <a:solidFill>
                  <a:srgbClr val="666666"/>
                </a:solidFill>
                <a:latin typeface="Tahoma"/>
                <a:cs typeface="Tahoma"/>
              </a:rPr>
              <a:t> </a:t>
            </a:r>
            <a:r>
              <a:rPr sz="1200" spc="30" dirty="0">
                <a:solidFill>
                  <a:srgbClr val="666666"/>
                </a:solidFill>
                <a:latin typeface="Tahoma"/>
                <a:cs typeface="Tahoma"/>
              </a:rPr>
              <a:t>and</a:t>
            </a:r>
            <a:r>
              <a:rPr sz="1200" spc="5" dirty="0">
                <a:solidFill>
                  <a:srgbClr val="666666"/>
                </a:solidFill>
                <a:latin typeface="Tahoma"/>
                <a:cs typeface="Tahoma"/>
              </a:rPr>
              <a:t> </a:t>
            </a:r>
            <a:r>
              <a:rPr sz="1200" spc="30" dirty="0">
                <a:solidFill>
                  <a:srgbClr val="666666"/>
                </a:solidFill>
                <a:latin typeface="Tahoma"/>
                <a:cs typeface="Tahoma"/>
              </a:rPr>
              <a:t>styles,</a:t>
            </a:r>
            <a:r>
              <a:rPr sz="1200" spc="5" dirty="0">
                <a:solidFill>
                  <a:srgbClr val="666666"/>
                </a:solidFill>
                <a:latin typeface="Tahoma"/>
                <a:cs typeface="Tahoma"/>
              </a:rPr>
              <a:t> </a:t>
            </a:r>
            <a:r>
              <a:rPr sz="1200" spc="-25" dirty="0">
                <a:solidFill>
                  <a:srgbClr val="666666"/>
                </a:solidFill>
                <a:latin typeface="Tahoma"/>
                <a:cs typeface="Tahoma"/>
              </a:rPr>
              <a:t>it </a:t>
            </a:r>
            <a:r>
              <a:rPr sz="1200" dirty="0">
                <a:solidFill>
                  <a:srgbClr val="666666"/>
                </a:solidFill>
                <a:latin typeface="Tahoma"/>
                <a:cs typeface="Tahoma"/>
              </a:rPr>
              <a:t>adapts</a:t>
            </a:r>
            <a:r>
              <a:rPr sz="1200" spc="165" dirty="0">
                <a:solidFill>
                  <a:srgbClr val="666666"/>
                </a:solidFill>
                <a:latin typeface="Tahoma"/>
                <a:cs typeface="Tahoma"/>
              </a:rPr>
              <a:t> </a:t>
            </a:r>
            <a:r>
              <a:rPr sz="1200" dirty="0">
                <a:solidFill>
                  <a:srgbClr val="666666"/>
                </a:solidFill>
                <a:latin typeface="Tahoma"/>
                <a:cs typeface="Tahoma"/>
              </a:rPr>
              <a:t>seamlessly</a:t>
            </a:r>
            <a:r>
              <a:rPr sz="1200" spc="165" dirty="0">
                <a:solidFill>
                  <a:srgbClr val="666666"/>
                </a:solidFill>
                <a:latin typeface="Tahoma"/>
                <a:cs typeface="Tahoma"/>
              </a:rPr>
              <a:t> </a:t>
            </a:r>
            <a:r>
              <a:rPr sz="1200" spc="50" dirty="0">
                <a:solidFill>
                  <a:srgbClr val="666666"/>
                </a:solidFill>
                <a:latin typeface="Tahoma"/>
                <a:cs typeface="Tahoma"/>
              </a:rPr>
              <a:t>across</a:t>
            </a:r>
            <a:r>
              <a:rPr sz="1200" spc="165" dirty="0">
                <a:solidFill>
                  <a:srgbClr val="666666"/>
                </a:solidFill>
                <a:latin typeface="Tahoma"/>
                <a:cs typeface="Tahoma"/>
              </a:rPr>
              <a:t> </a:t>
            </a:r>
            <a:r>
              <a:rPr sz="1200" dirty="0">
                <a:solidFill>
                  <a:srgbClr val="666666"/>
                </a:solidFill>
                <a:latin typeface="Tahoma"/>
                <a:cs typeface="Tahoma"/>
              </a:rPr>
              <a:t>BRIʼs</a:t>
            </a:r>
            <a:r>
              <a:rPr sz="1200" spc="165" dirty="0">
                <a:solidFill>
                  <a:srgbClr val="666666"/>
                </a:solidFill>
                <a:latin typeface="Tahoma"/>
                <a:cs typeface="Tahoma"/>
              </a:rPr>
              <a:t> </a:t>
            </a:r>
            <a:r>
              <a:rPr sz="1200" spc="50" dirty="0">
                <a:solidFill>
                  <a:srgbClr val="666666"/>
                </a:solidFill>
                <a:latin typeface="Tahoma"/>
                <a:cs typeface="Tahoma"/>
              </a:rPr>
              <a:t>ecosystem—</a:t>
            </a:r>
            <a:r>
              <a:rPr sz="1200" spc="-20" dirty="0">
                <a:solidFill>
                  <a:srgbClr val="666666"/>
                </a:solidFill>
                <a:latin typeface="Tahoma"/>
                <a:cs typeface="Tahoma"/>
              </a:rPr>
              <a:t>from </a:t>
            </a:r>
            <a:r>
              <a:rPr sz="1200" spc="20" dirty="0">
                <a:solidFill>
                  <a:srgbClr val="666666"/>
                </a:solidFill>
                <a:latin typeface="Tahoma"/>
                <a:cs typeface="Tahoma"/>
              </a:rPr>
              <a:t>digital</a:t>
            </a:r>
            <a:r>
              <a:rPr sz="1200" spc="50" dirty="0">
                <a:solidFill>
                  <a:srgbClr val="666666"/>
                </a:solidFill>
                <a:latin typeface="Tahoma"/>
                <a:cs typeface="Tahoma"/>
              </a:rPr>
              <a:t> apps </a:t>
            </a:r>
            <a:r>
              <a:rPr sz="1200" spc="20" dirty="0">
                <a:solidFill>
                  <a:srgbClr val="666666"/>
                </a:solidFill>
                <a:latin typeface="Tahoma"/>
                <a:cs typeface="Tahoma"/>
              </a:rPr>
              <a:t>and</a:t>
            </a:r>
            <a:r>
              <a:rPr sz="1200" spc="50" dirty="0">
                <a:solidFill>
                  <a:srgbClr val="666666"/>
                </a:solidFill>
                <a:latin typeface="Tahoma"/>
                <a:cs typeface="Tahoma"/>
              </a:rPr>
              <a:t> </a:t>
            </a:r>
            <a:r>
              <a:rPr sz="1200" spc="20" dirty="0">
                <a:solidFill>
                  <a:srgbClr val="666666"/>
                </a:solidFill>
                <a:latin typeface="Tahoma"/>
                <a:cs typeface="Tahoma"/>
              </a:rPr>
              <a:t>transactional</a:t>
            </a:r>
            <a:r>
              <a:rPr sz="1200" spc="55" dirty="0">
                <a:solidFill>
                  <a:srgbClr val="666666"/>
                </a:solidFill>
                <a:latin typeface="Tahoma"/>
                <a:cs typeface="Tahoma"/>
              </a:rPr>
              <a:t> </a:t>
            </a:r>
            <a:r>
              <a:rPr sz="1200" spc="20" dirty="0">
                <a:solidFill>
                  <a:srgbClr val="666666"/>
                </a:solidFill>
                <a:latin typeface="Tahoma"/>
                <a:cs typeface="Tahoma"/>
              </a:rPr>
              <a:t>interfaces</a:t>
            </a:r>
            <a:r>
              <a:rPr sz="1200" spc="50" dirty="0">
                <a:solidFill>
                  <a:srgbClr val="666666"/>
                </a:solidFill>
                <a:latin typeface="Tahoma"/>
                <a:cs typeface="Tahoma"/>
              </a:rPr>
              <a:t> </a:t>
            </a:r>
            <a:r>
              <a:rPr sz="1200" spc="-25" dirty="0">
                <a:solidFill>
                  <a:srgbClr val="666666"/>
                </a:solidFill>
                <a:latin typeface="Tahoma"/>
                <a:cs typeface="Tahoma"/>
              </a:rPr>
              <a:t>to </a:t>
            </a:r>
            <a:r>
              <a:rPr sz="1200" spc="10" dirty="0">
                <a:solidFill>
                  <a:srgbClr val="666666"/>
                </a:solidFill>
                <a:latin typeface="Tahoma"/>
                <a:cs typeface="Tahoma"/>
              </a:rPr>
              <a:t>advertising,</a:t>
            </a:r>
            <a:r>
              <a:rPr sz="1200" spc="105" dirty="0">
                <a:solidFill>
                  <a:srgbClr val="666666"/>
                </a:solidFill>
                <a:latin typeface="Tahoma"/>
                <a:cs typeface="Tahoma"/>
              </a:rPr>
              <a:t> </a:t>
            </a:r>
            <a:r>
              <a:rPr sz="1200" spc="10" dirty="0">
                <a:solidFill>
                  <a:srgbClr val="666666"/>
                </a:solidFill>
                <a:latin typeface="Tahoma"/>
                <a:cs typeface="Tahoma"/>
              </a:rPr>
              <a:t>editorial</a:t>
            </a:r>
            <a:r>
              <a:rPr sz="1200" spc="105" dirty="0">
                <a:solidFill>
                  <a:srgbClr val="666666"/>
                </a:solidFill>
                <a:latin typeface="Tahoma"/>
                <a:cs typeface="Tahoma"/>
              </a:rPr>
              <a:t> </a:t>
            </a:r>
            <a:r>
              <a:rPr sz="1200" spc="10" dirty="0">
                <a:solidFill>
                  <a:srgbClr val="666666"/>
                </a:solidFill>
                <a:latin typeface="Tahoma"/>
                <a:cs typeface="Tahoma"/>
              </a:rPr>
              <a:t>layouts,</a:t>
            </a:r>
            <a:r>
              <a:rPr sz="1200" spc="105" dirty="0">
                <a:solidFill>
                  <a:srgbClr val="666666"/>
                </a:solidFill>
                <a:latin typeface="Tahoma"/>
                <a:cs typeface="Tahoma"/>
              </a:rPr>
              <a:t> </a:t>
            </a:r>
            <a:r>
              <a:rPr sz="1200" spc="10" dirty="0">
                <a:solidFill>
                  <a:srgbClr val="666666"/>
                </a:solidFill>
                <a:latin typeface="Tahoma"/>
                <a:cs typeface="Tahoma"/>
              </a:rPr>
              <a:t>and</a:t>
            </a:r>
            <a:r>
              <a:rPr sz="1200" spc="105" dirty="0">
                <a:solidFill>
                  <a:srgbClr val="666666"/>
                </a:solidFill>
                <a:latin typeface="Tahoma"/>
                <a:cs typeface="Tahoma"/>
              </a:rPr>
              <a:t> </a:t>
            </a:r>
            <a:r>
              <a:rPr sz="1200" spc="-10" dirty="0">
                <a:solidFill>
                  <a:srgbClr val="666666"/>
                </a:solidFill>
                <a:latin typeface="Tahoma"/>
                <a:cs typeface="Tahoma"/>
              </a:rPr>
              <a:t>signage.</a:t>
            </a:r>
            <a:endParaRPr lang="en-US" sz="1200" spc="-10" dirty="0">
              <a:solidFill>
                <a:srgbClr val="666666"/>
              </a:solidFill>
              <a:latin typeface="Tahoma"/>
              <a:cs typeface="Tahoma"/>
            </a:endParaRPr>
          </a:p>
          <a:p>
            <a:pPr marL="12700" marR="5080">
              <a:lnSpc>
                <a:spcPct val="131300"/>
              </a:lnSpc>
              <a:spcBef>
                <a:spcPts val="100"/>
              </a:spcBef>
            </a:pPr>
            <a:endParaRPr lang="en-US" sz="1200" spc="-10" dirty="0">
              <a:solidFill>
                <a:srgbClr val="666666"/>
              </a:solidFill>
              <a:latin typeface="Tahoma"/>
              <a:cs typeface="Tahoma"/>
            </a:endParaRPr>
          </a:p>
          <a:p>
            <a:pPr marL="12700" marR="5080">
              <a:lnSpc>
                <a:spcPct val="131300"/>
              </a:lnSpc>
              <a:spcBef>
                <a:spcPts val="100"/>
              </a:spcBef>
            </a:pPr>
            <a:r>
              <a:rPr lang="en-US" sz="1200" dirty="0">
                <a:solidFill>
                  <a:srgbClr val="666666"/>
                </a:solidFill>
                <a:latin typeface="Tahoma"/>
                <a:cs typeface="Tahoma"/>
              </a:rPr>
              <a:t>Its</a:t>
            </a:r>
            <a:r>
              <a:rPr lang="en-US" sz="1200" spc="20" dirty="0">
                <a:solidFill>
                  <a:srgbClr val="666666"/>
                </a:solidFill>
                <a:latin typeface="Tahoma"/>
                <a:cs typeface="Tahoma"/>
              </a:rPr>
              <a:t> </a:t>
            </a:r>
            <a:r>
              <a:rPr lang="en-US" sz="1200" spc="45" dirty="0">
                <a:solidFill>
                  <a:srgbClr val="666666"/>
                </a:solidFill>
                <a:latin typeface="Tahoma"/>
                <a:cs typeface="Tahoma"/>
              </a:rPr>
              <a:t>consistency</a:t>
            </a:r>
            <a:r>
              <a:rPr lang="en-US" sz="1200" spc="20" dirty="0">
                <a:solidFill>
                  <a:srgbClr val="666666"/>
                </a:solidFill>
                <a:latin typeface="Tahoma"/>
                <a:cs typeface="Tahoma"/>
              </a:rPr>
              <a:t> </a:t>
            </a:r>
            <a:r>
              <a:rPr lang="en-US" sz="1200" spc="10" dirty="0">
                <a:solidFill>
                  <a:srgbClr val="666666"/>
                </a:solidFill>
                <a:latin typeface="Tahoma"/>
                <a:cs typeface="Tahoma"/>
              </a:rPr>
              <a:t>creates</a:t>
            </a:r>
            <a:r>
              <a:rPr lang="en-US" sz="1200" spc="20" dirty="0">
                <a:solidFill>
                  <a:srgbClr val="666666"/>
                </a:solidFill>
                <a:latin typeface="Tahoma"/>
                <a:cs typeface="Tahoma"/>
              </a:rPr>
              <a:t> </a:t>
            </a:r>
            <a:r>
              <a:rPr lang="en-US" sz="1200" spc="50" dirty="0">
                <a:solidFill>
                  <a:srgbClr val="666666"/>
                </a:solidFill>
                <a:latin typeface="Tahoma"/>
                <a:cs typeface="Tahoma"/>
              </a:rPr>
              <a:t>cohesion</a:t>
            </a:r>
            <a:r>
              <a:rPr lang="en-US" sz="1200" spc="20" dirty="0">
                <a:solidFill>
                  <a:srgbClr val="666666"/>
                </a:solidFill>
                <a:latin typeface="Tahoma"/>
                <a:cs typeface="Tahoma"/>
              </a:rPr>
              <a:t> </a:t>
            </a:r>
            <a:r>
              <a:rPr lang="en-US" sz="1200" spc="50" dirty="0">
                <a:solidFill>
                  <a:srgbClr val="666666"/>
                </a:solidFill>
                <a:latin typeface="Tahoma"/>
                <a:cs typeface="Tahoma"/>
              </a:rPr>
              <a:t>across</a:t>
            </a:r>
            <a:r>
              <a:rPr lang="en-US" sz="1200" spc="25" dirty="0">
                <a:solidFill>
                  <a:srgbClr val="666666"/>
                </a:solidFill>
                <a:latin typeface="Tahoma"/>
                <a:cs typeface="Tahoma"/>
              </a:rPr>
              <a:t> </a:t>
            </a:r>
            <a:r>
              <a:rPr lang="en-US" sz="1200" spc="10" dirty="0">
                <a:solidFill>
                  <a:srgbClr val="666666"/>
                </a:solidFill>
                <a:latin typeface="Tahoma"/>
                <a:cs typeface="Tahoma"/>
              </a:rPr>
              <a:t>all</a:t>
            </a:r>
            <a:r>
              <a:rPr lang="en-US" sz="1200" spc="20" dirty="0">
                <a:solidFill>
                  <a:srgbClr val="666666"/>
                </a:solidFill>
                <a:latin typeface="Tahoma"/>
                <a:cs typeface="Tahoma"/>
              </a:rPr>
              <a:t> </a:t>
            </a:r>
            <a:r>
              <a:rPr lang="en-US" sz="1200" spc="-10" dirty="0">
                <a:solidFill>
                  <a:srgbClr val="666666"/>
                </a:solidFill>
                <a:latin typeface="Tahoma"/>
                <a:cs typeface="Tahoma"/>
              </a:rPr>
              <a:t>corporate </a:t>
            </a:r>
            <a:r>
              <a:rPr lang="en-US" sz="1200" spc="10" dirty="0">
                <a:solidFill>
                  <a:srgbClr val="666666"/>
                </a:solidFill>
                <a:latin typeface="Tahoma"/>
                <a:cs typeface="Tahoma"/>
              </a:rPr>
              <a:t>and</a:t>
            </a:r>
            <a:r>
              <a:rPr lang="en-US" sz="1200" spc="260" dirty="0">
                <a:solidFill>
                  <a:srgbClr val="666666"/>
                </a:solidFill>
                <a:latin typeface="Tahoma"/>
                <a:cs typeface="Tahoma"/>
              </a:rPr>
              <a:t> </a:t>
            </a:r>
            <a:r>
              <a:rPr lang="en-US" sz="1200" spc="10" dirty="0">
                <a:solidFill>
                  <a:srgbClr val="666666"/>
                </a:solidFill>
                <a:latin typeface="Tahoma"/>
                <a:cs typeface="Tahoma"/>
              </a:rPr>
              <a:t>consumer-facing</a:t>
            </a:r>
            <a:r>
              <a:rPr lang="en-US" sz="1200" spc="265" dirty="0">
                <a:solidFill>
                  <a:srgbClr val="666666"/>
                </a:solidFill>
                <a:latin typeface="Tahoma"/>
                <a:cs typeface="Tahoma"/>
              </a:rPr>
              <a:t> </a:t>
            </a:r>
            <a:r>
              <a:rPr lang="en-US" sz="1200" spc="10" dirty="0">
                <a:solidFill>
                  <a:srgbClr val="666666"/>
                </a:solidFill>
                <a:latin typeface="Tahoma"/>
                <a:cs typeface="Tahoma"/>
              </a:rPr>
              <a:t>touchpoints.</a:t>
            </a:r>
            <a:r>
              <a:rPr lang="en-US" sz="1200" spc="265" dirty="0">
                <a:solidFill>
                  <a:srgbClr val="666666"/>
                </a:solidFill>
                <a:latin typeface="Tahoma"/>
                <a:cs typeface="Tahoma"/>
              </a:rPr>
              <a:t> </a:t>
            </a:r>
            <a:r>
              <a:rPr lang="en-US" sz="1200" spc="-10" dirty="0">
                <a:solidFill>
                  <a:srgbClr val="666666"/>
                </a:solidFill>
                <a:latin typeface="Tahoma"/>
                <a:cs typeface="Tahoma"/>
              </a:rPr>
              <a:t>Continuously </a:t>
            </a:r>
            <a:r>
              <a:rPr lang="en-US" sz="1200" spc="20" dirty="0">
                <a:solidFill>
                  <a:srgbClr val="666666"/>
                </a:solidFill>
                <a:latin typeface="Tahoma"/>
                <a:cs typeface="Tahoma"/>
              </a:rPr>
              <a:t>updated</a:t>
            </a:r>
            <a:r>
              <a:rPr lang="en-US" sz="1200" spc="65" dirty="0">
                <a:solidFill>
                  <a:srgbClr val="666666"/>
                </a:solidFill>
                <a:latin typeface="Tahoma"/>
                <a:cs typeface="Tahoma"/>
              </a:rPr>
              <a:t> </a:t>
            </a:r>
            <a:r>
              <a:rPr lang="en-US" sz="1200" spc="20" dirty="0">
                <a:solidFill>
                  <a:srgbClr val="666666"/>
                </a:solidFill>
                <a:latin typeface="Tahoma"/>
                <a:cs typeface="Tahoma"/>
              </a:rPr>
              <a:t>and</a:t>
            </a:r>
            <a:r>
              <a:rPr lang="en-US" sz="1200" spc="65" dirty="0">
                <a:solidFill>
                  <a:srgbClr val="666666"/>
                </a:solidFill>
                <a:latin typeface="Tahoma"/>
                <a:cs typeface="Tahoma"/>
              </a:rPr>
              <a:t> </a:t>
            </a:r>
            <a:r>
              <a:rPr lang="en-US" sz="1200" spc="20" dirty="0" err="1">
                <a:solidFill>
                  <a:srgbClr val="666666"/>
                </a:solidFill>
                <a:latin typeface="Tahoma"/>
                <a:cs typeface="Tahoma"/>
              </a:rPr>
              <a:t>optimised</a:t>
            </a:r>
            <a:r>
              <a:rPr lang="en-US" sz="1200" spc="65" dirty="0">
                <a:solidFill>
                  <a:srgbClr val="666666"/>
                </a:solidFill>
                <a:latin typeface="Tahoma"/>
                <a:cs typeface="Tahoma"/>
              </a:rPr>
              <a:t> </a:t>
            </a:r>
            <a:r>
              <a:rPr lang="en-US" sz="1200" spc="20" dirty="0">
                <a:solidFill>
                  <a:srgbClr val="666666"/>
                </a:solidFill>
                <a:latin typeface="Tahoma"/>
                <a:cs typeface="Tahoma"/>
              </a:rPr>
              <a:t>for</a:t>
            </a:r>
            <a:r>
              <a:rPr lang="en-US" sz="1200" spc="65" dirty="0">
                <a:solidFill>
                  <a:srgbClr val="666666"/>
                </a:solidFill>
                <a:latin typeface="Tahoma"/>
                <a:cs typeface="Tahoma"/>
              </a:rPr>
              <a:t> </a:t>
            </a:r>
            <a:r>
              <a:rPr lang="en-US" sz="1200" spc="20" dirty="0">
                <a:solidFill>
                  <a:srgbClr val="666666"/>
                </a:solidFill>
                <a:latin typeface="Tahoma"/>
                <a:cs typeface="Tahoma"/>
              </a:rPr>
              <a:t>new</a:t>
            </a:r>
            <a:r>
              <a:rPr lang="en-US" sz="1200" spc="65" dirty="0">
                <a:solidFill>
                  <a:srgbClr val="666666"/>
                </a:solidFill>
                <a:latin typeface="Tahoma"/>
                <a:cs typeface="Tahoma"/>
              </a:rPr>
              <a:t> </a:t>
            </a:r>
            <a:r>
              <a:rPr lang="en-US" sz="1200" spc="20" dirty="0">
                <a:solidFill>
                  <a:srgbClr val="666666"/>
                </a:solidFill>
                <a:latin typeface="Tahoma"/>
                <a:cs typeface="Tahoma"/>
              </a:rPr>
              <a:t>technologies,</a:t>
            </a:r>
            <a:r>
              <a:rPr lang="en-US" sz="1200" spc="70" dirty="0">
                <a:solidFill>
                  <a:srgbClr val="666666"/>
                </a:solidFill>
                <a:latin typeface="Tahoma"/>
                <a:cs typeface="Tahoma"/>
              </a:rPr>
              <a:t> </a:t>
            </a:r>
            <a:r>
              <a:rPr lang="en-US" sz="1200" spc="-20" dirty="0">
                <a:solidFill>
                  <a:srgbClr val="666666"/>
                </a:solidFill>
                <a:latin typeface="Tahoma"/>
                <a:cs typeface="Tahoma"/>
              </a:rPr>
              <a:t>Inter </a:t>
            </a:r>
            <a:r>
              <a:rPr lang="en-US" sz="1200" spc="10" dirty="0">
                <a:solidFill>
                  <a:srgbClr val="666666"/>
                </a:solidFill>
                <a:latin typeface="Tahoma"/>
                <a:cs typeface="Tahoma"/>
              </a:rPr>
              <a:t>supports</a:t>
            </a:r>
            <a:r>
              <a:rPr lang="en-US" sz="1200" spc="100" dirty="0">
                <a:solidFill>
                  <a:srgbClr val="666666"/>
                </a:solidFill>
                <a:latin typeface="Tahoma"/>
                <a:cs typeface="Tahoma"/>
              </a:rPr>
              <a:t> </a:t>
            </a:r>
            <a:r>
              <a:rPr lang="en-US" sz="1200" spc="10" dirty="0" err="1">
                <a:solidFill>
                  <a:srgbClr val="666666"/>
                </a:solidFill>
                <a:latin typeface="Tahoma"/>
                <a:cs typeface="Tahoma"/>
              </a:rPr>
              <a:t>BRIʼs</a:t>
            </a:r>
            <a:r>
              <a:rPr lang="en-US" sz="1200" spc="105" dirty="0">
                <a:solidFill>
                  <a:srgbClr val="666666"/>
                </a:solidFill>
                <a:latin typeface="Tahoma"/>
                <a:cs typeface="Tahoma"/>
              </a:rPr>
              <a:t> </a:t>
            </a:r>
            <a:r>
              <a:rPr lang="en-US" sz="1200" spc="10" dirty="0">
                <a:solidFill>
                  <a:srgbClr val="666666"/>
                </a:solidFill>
                <a:latin typeface="Tahoma"/>
                <a:cs typeface="Tahoma"/>
              </a:rPr>
              <a:t>long-term</a:t>
            </a:r>
            <a:r>
              <a:rPr lang="en-US" sz="1200" spc="100" dirty="0">
                <a:solidFill>
                  <a:srgbClr val="666666"/>
                </a:solidFill>
                <a:latin typeface="Tahoma"/>
                <a:cs typeface="Tahoma"/>
              </a:rPr>
              <a:t> </a:t>
            </a:r>
            <a:r>
              <a:rPr lang="en-US" sz="1200" spc="10" dirty="0">
                <a:solidFill>
                  <a:srgbClr val="666666"/>
                </a:solidFill>
                <a:latin typeface="Tahoma"/>
                <a:cs typeface="Tahoma"/>
              </a:rPr>
              <a:t>adaptability</a:t>
            </a:r>
            <a:r>
              <a:rPr lang="en-US" sz="1200" spc="105" dirty="0">
                <a:solidFill>
                  <a:srgbClr val="666666"/>
                </a:solidFill>
                <a:latin typeface="Tahoma"/>
                <a:cs typeface="Tahoma"/>
              </a:rPr>
              <a:t> </a:t>
            </a:r>
            <a:r>
              <a:rPr lang="en-US" sz="1200" spc="50" dirty="0">
                <a:solidFill>
                  <a:srgbClr val="666666"/>
                </a:solidFill>
                <a:latin typeface="Tahoma"/>
                <a:cs typeface="Tahoma"/>
              </a:rPr>
              <a:t>as</a:t>
            </a:r>
            <a:r>
              <a:rPr lang="en-US" sz="1200" spc="100" dirty="0">
                <a:solidFill>
                  <a:srgbClr val="666666"/>
                </a:solidFill>
                <a:latin typeface="Tahoma"/>
                <a:cs typeface="Tahoma"/>
              </a:rPr>
              <a:t> </a:t>
            </a:r>
            <a:r>
              <a:rPr lang="en-US" sz="1200" spc="-10" dirty="0">
                <a:solidFill>
                  <a:srgbClr val="666666"/>
                </a:solidFill>
                <a:latin typeface="Tahoma"/>
                <a:cs typeface="Tahoma"/>
              </a:rPr>
              <a:t>digital</a:t>
            </a:r>
            <a:r>
              <a:rPr lang="en-US" sz="1200" spc="20" dirty="0">
                <a:solidFill>
                  <a:srgbClr val="666666"/>
                </a:solidFill>
                <a:latin typeface="Tahoma"/>
                <a:cs typeface="Tahoma"/>
              </a:rPr>
              <a:t> banking</a:t>
            </a:r>
            <a:r>
              <a:rPr lang="en-US" sz="1200" spc="80" dirty="0">
                <a:solidFill>
                  <a:srgbClr val="666666"/>
                </a:solidFill>
                <a:latin typeface="Tahoma"/>
                <a:cs typeface="Tahoma"/>
              </a:rPr>
              <a:t> </a:t>
            </a:r>
            <a:r>
              <a:rPr lang="en-US" sz="1200" spc="20" dirty="0">
                <a:solidFill>
                  <a:srgbClr val="666666"/>
                </a:solidFill>
                <a:latin typeface="Tahoma"/>
                <a:cs typeface="Tahoma"/>
              </a:rPr>
              <a:t>continues</a:t>
            </a:r>
            <a:r>
              <a:rPr lang="en-US" sz="1200" spc="85" dirty="0">
                <a:solidFill>
                  <a:srgbClr val="666666"/>
                </a:solidFill>
                <a:latin typeface="Tahoma"/>
                <a:cs typeface="Tahoma"/>
              </a:rPr>
              <a:t> </a:t>
            </a:r>
            <a:r>
              <a:rPr lang="en-US" sz="1200" spc="20" dirty="0">
                <a:solidFill>
                  <a:srgbClr val="666666"/>
                </a:solidFill>
                <a:latin typeface="Tahoma"/>
                <a:cs typeface="Tahoma"/>
              </a:rPr>
              <a:t>to</a:t>
            </a:r>
            <a:r>
              <a:rPr lang="en-US" sz="1200" spc="80" dirty="0">
                <a:solidFill>
                  <a:srgbClr val="666666"/>
                </a:solidFill>
                <a:latin typeface="Tahoma"/>
                <a:cs typeface="Tahoma"/>
              </a:rPr>
              <a:t> </a:t>
            </a:r>
            <a:r>
              <a:rPr lang="en-US" sz="1200" spc="-10" dirty="0">
                <a:solidFill>
                  <a:srgbClr val="666666"/>
                </a:solidFill>
                <a:latin typeface="Tahoma"/>
                <a:cs typeface="Tahoma"/>
              </a:rPr>
              <a:t>evolve.</a:t>
            </a:r>
            <a:endParaRPr lang="en-US" sz="1200" dirty="0">
              <a:latin typeface="Tahoma"/>
              <a:cs typeface="Tahoma"/>
            </a:endParaRPr>
          </a:p>
        </p:txBody>
      </p:sp>
      <p:sp>
        <p:nvSpPr>
          <p:cNvPr id="60" name="TextBox 59">
            <a:extLst>
              <a:ext uri="{FF2B5EF4-FFF2-40B4-BE49-F238E27FC236}">
                <a16:creationId xmlns:a16="http://schemas.microsoft.com/office/drawing/2014/main" id="{9396C4E9-9DDE-1C4C-B5EC-26E645EEBAF5}"/>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17</a:t>
            </a:fld>
            <a:endParaRPr lang="en-US" b="1" dirty="0">
              <a:latin typeface="Inter" panose="02000503000000020004" pitchFamily="2" charset="0"/>
              <a:ea typeface="Inter" panose="02000503000000020004" pitchFamily="2" charset="0"/>
            </a:endParaRPr>
          </a:p>
        </p:txBody>
      </p:sp>
      <p:sp>
        <p:nvSpPr>
          <p:cNvPr id="2" name="Rectangle 1">
            <a:extLst>
              <a:ext uri="{FF2B5EF4-FFF2-40B4-BE49-F238E27FC236}">
                <a16:creationId xmlns:a16="http://schemas.microsoft.com/office/drawing/2014/main" id="{D33C2DB4-FF81-75BE-6D3F-DAF6317CFDEA}"/>
              </a:ext>
            </a:extLst>
          </p:cNvPr>
          <p:cNvSpPr>
            <a:spLocks noChangeArrowheads="1"/>
          </p:cNvSpPr>
          <p:nvPr/>
        </p:nvSpPr>
        <p:spPr bwMode="auto">
          <a:xfrm>
            <a:off x="1066800" y="8808759"/>
            <a:ext cx="464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err="1">
                <a:ln>
                  <a:noFill/>
                </a:ln>
                <a:solidFill>
                  <a:schemeClr val="tx1"/>
                </a:solidFill>
                <a:effectLst/>
                <a:latin typeface="Inter" panose="02000503000000020004" pitchFamily="2" charset="0"/>
                <a:ea typeface="Inter" panose="02000503000000020004" pitchFamily="2" charset="0"/>
                <a:hlinkClick r:id="rId4"/>
              </a:rPr>
              <a:t>Unduh</a:t>
            </a:r>
            <a:r>
              <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hlinkClick r:id="rId4"/>
              </a:rPr>
              <a:t> Font Inter</a:t>
            </a:r>
            <a:r>
              <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rPr>
              <a:t> </a:t>
            </a:r>
            <a:r>
              <a:rPr kumimoji="0" lang="en-US" altLang="en-US" sz="2400" b="1" i="0" u="sng" strike="noStrike" cap="none" normalizeH="0" baseline="0" dirty="0" err="1">
                <a:ln>
                  <a:noFill/>
                </a:ln>
                <a:solidFill>
                  <a:schemeClr val="tx1"/>
                </a:solidFill>
                <a:effectLst/>
                <a:latin typeface="Inter" panose="02000503000000020004" pitchFamily="2" charset="0"/>
                <a:ea typeface="Inter" panose="02000503000000020004" pitchFamily="2" charset="0"/>
              </a:rPr>
              <a:t>Disini</a:t>
            </a:r>
            <a:endPar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979354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E44A3-AC2C-3883-3696-2F4E9B05D209}"/>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4055415C-26DA-31CF-4B79-76D5789B7EA0}"/>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D8C8597F-8115-0BCE-F383-00714A834BF3}"/>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52" name="object 19" descr="$PPTXTitle">
            <a:extLst>
              <a:ext uri="{FF2B5EF4-FFF2-40B4-BE49-F238E27FC236}">
                <a16:creationId xmlns:a16="http://schemas.microsoft.com/office/drawing/2014/main" id="{1CD66720-EC0F-5852-5CB2-6BB92498D769}"/>
              </a:ext>
            </a:extLst>
          </p:cNvPr>
          <p:cNvSpPr txBox="1">
            <a:spLocks/>
          </p:cNvSpPr>
          <p:nvPr/>
        </p:nvSpPr>
        <p:spPr>
          <a:xfrm>
            <a:off x="5562600" y="571500"/>
            <a:ext cx="4343400" cy="1195840"/>
          </a:xfrm>
          <a:prstGeom prst="rect">
            <a:avLst/>
          </a:prstGeom>
        </p:spPr>
        <p:txBody>
          <a:bodyPr vert="horz" wrap="square" lIns="0" tIns="89535"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gn="l">
              <a:spcBef>
                <a:spcPts val="705"/>
              </a:spcBef>
            </a:pPr>
            <a:r>
              <a:rPr lang="en-US" b="1" spc="185" dirty="0">
                <a:latin typeface="Inter" panose="02000503000000020004" pitchFamily="2" charset="0"/>
                <a:ea typeface="Inter" panose="02000503000000020004" pitchFamily="2" charset="0"/>
              </a:rPr>
              <a:t>Gaya</a:t>
            </a:r>
            <a:r>
              <a:rPr lang="en-US" b="1" spc="-125" dirty="0">
                <a:latin typeface="Inter" panose="02000503000000020004" pitchFamily="2" charset="0"/>
                <a:ea typeface="Inter" panose="02000503000000020004" pitchFamily="2" charset="0"/>
              </a:rPr>
              <a:t> </a:t>
            </a:r>
            <a:r>
              <a:rPr lang="en-US" b="1" spc="135" dirty="0" err="1">
                <a:latin typeface="Inter" panose="02000503000000020004" pitchFamily="2" charset="0"/>
                <a:ea typeface="Inter" panose="02000503000000020004" pitchFamily="2" charset="0"/>
              </a:rPr>
              <a:t>Tipografi</a:t>
            </a:r>
            <a:endParaRPr lang="en-US" b="1" spc="135" dirty="0">
              <a:latin typeface="Inter" panose="02000503000000020004" pitchFamily="2" charset="0"/>
              <a:ea typeface="Inter" panose="02000503000000020004" pitchFamily="2" charset="0"/>
            </a:endParaRPr>
          </a:p>
          <a:p>
            <a:pPr marL="12700" algn="l">
              <a:spcBef>
                <a:spcPts val="400"/>
              </a:spcBef>
            </a:pPr>
            <a:r>
              <a:rPr lang="en-US" sz="2450" spc="114" dirty="0">
                <a:latin typeface="Inter" panose="02000503000000020004" pitchFamily="2" charset="0"/>
                <a:ea typeface="Inter" panose="02000503000000020004" pitchFamily="2" charset="0"/>
              </a:rPr>
              <a:t>Typography</a:t>
            </a:r>
            <a:r>
              <a:rPr lang="en-US" sz="2450" spc="-70" dirty="0">
                <a:latin typeface="Inter" panose="02000503000000020004" pitchFamily="2" charset="0"/>
                <a:ea typeface="Inter" panose="02000503000000020004" pitchFamily="2" charset="0"/>
              </a:rPr>
              <a:t> </a:t>
            </a:r>
            <a:r>
              <a:rPr lang="en-US" sz="2450" spc="105" dirty="0">
                <a:latin typeface="Inter" panose="02000503000000020004" pitchFamily="2" charset="0"/>
                <a:ea typeface="Inter" panose="02000503000000020004" pitchFamily="2" charset="0"/>
              </a:rPr>
              <a:t>Style</a:t>
            </a:r>
            <a:endParaRPr lang="en-US" sz="2450" dirty="0">
              <a:latin typeface="Inter" panose="02000503000000020004" pitchFamily="2" charset="0"/>
              <a:ea typeface="Inter" panose="02000503000000020004" pitchFamily="2" charset="0"/>
            </a:endParaRPr>
          </a:p>
        </p:txBody>
      </p:sp>
      <p:grpSp>
        <p:nvGrpSpPr>
          <p:cNvPr id="28" name="Group 27">
            <a:extLst>
              <a:ext uri="{FF2B5EF4-FFF2-40B4-BE49-F238E27FC236}">
                <a16:creationId xmlns:a16="http://schemas.microsoft.com/office/drawing/2014/main" id="{21A28C0C-FF47-82B0-E7BE-FD6615DD5E1B}"/>
              </a:ext>
            </a:extLst>
          </p:cNvPr>
          <p:cNvGrpSpPr/>
          <p:nvPr/>
        </p:nvGrpSpPr>
        <p:grpSpPr>
          <a:xfrm>
            <a:off x="5638800" y="2019300"/>
            <a:ext cx="12588241" cy="7387730"/>
            <a:chOff x="5638800" y="2019300"/>
            <a:chExt cx="12588241" cy="7387730"/>
          </a:xfrm>
        </p:grpSpPr>
        <p:sp>
          <p:nvSpPr>
            <p:cNvPr id="5" name="object 6">
              <a:extLst>
                <a:ext uri="{FF2B5EF4-FFF2-40B4-BE49-F238E27FC236}">
                  <a16:creationId xmlns:a16="http://schemas.microsoft.com/office/drawing/2014/main" id="{64A2D2A9-0FAB-27AC-7CAA-AD24667ECC81}"/>
                </a:ext>
              </a:extLst>
            </p:cNvPr>
            <p:cNvSpPr txBox="1"/>
            <p:nvPr/>
          </p:nvSpPr>
          <p:spPr>
            <a:xfrm>
              <a:off x="5638800" y="2799945"/>
              <a:ext cx="745490" cy="402590"/>
            </a:xfrm>
            <a:prstGeom prst="rect">
              <a:avLst/>
            </a:prstGeom>
          </p:spPr>
          <p:txBody>
            <a:bodyPr vert="horz" wrap="square" lIns="0" tIns="15240" rIns="0" bIns="0" rtlCol="0">
              <a:spAutoFit/>
            </a:bodyPr>
            <a:lstStyle/>
            <a:p>
              <a:pPr marL="12700">
                <a:lnSpc>
                  <a:spcPct val="100000"/>
                </a:lnSpc>
                <a:spcBef>
                  <a:spcPts val="120"/>
                </a:spcBef>
              </a:pPr>
              <a:r>
                <a:rPr sz="2450" b="1" spc="-120" dirty="0">
                  <a:solidFill>
                    <a:srgbClr val="0856C3"/>
                  </a:solidFill>
                  <a:latin typeface="Inter" panose="02000503000000020004" pitchFamily="2" charset="0"/>
                  <a:ea typeface="Inter" panose="02000503000000020004" pitchFamily="2" charset="0"/>
                  <a:cs typeface="Tahoma"/>
                </a:rPr>
                <a:t>Inter</a:t>
              </a:r>
              <a:endParaRPr sz="2450" b="1" dirty="0">
                <a:latin typeface="Inter" panose="02000503000000020004" pitchFamily="2" charset="0"/>
                <a:ea typeface="Inter" panose="02000503000000020004" pitchFamily="2" charset="0"/>
                <a:cs typeface="Tahoma"/>
              </a:endParaRPr>
            </a:p>
          </p:txBody>
        </p:sp>
        <p:sp>
          <p:nvSpPr>
            <p:cNvPr id="6" name="object 7">
              <a:extLst>
                <a:ext uri="{FF2B5EF4-FFF2-40B4-BE49-F238E27FC236}">
                  <a16:creationId xmlns:a16="http://schemas.microsoft.com/office/drawing/2014/main" id="{6F895183-AB79-01C6-FA6F-9DA07098ADB5}"/>
                </a:ext>
              </a:extLst>
            </p:cNvPr>
            <p:cNvSpPr txBox="1"/>
            <p:nvPr/>
          </p:nvSpPr>
          <p:spPr>
            <a:xfrm>
              <a:off x="12030703" y="2758062"/>
              <a:ext cx="4780280" cy="842644"/>
            </a:xfrm>
            <a:prstGeom prst="rect">
              <a:avLst/>
            </a:prstGeom>
          </p:spPr>
          <p:txBody>
            <a:bodyPr vert="horz" wrap="square" lIns="0" tIns="107950" rIns="0" bIns="0" rtlCol="0">
              <a:spAutoFit/>
            </a:bodyPr>
            <a:lstStyle/>
            <a:p>
              <a:pPr marL="12700">
                <a:lnSpc>
                  <a:spcPct val="100000"/>
                </a:lnSpc>
                <a:spcBef>
                  <a:spcPts val="850"/>
                </a:spcBef>
              </a:pPr>
              <a:r>
                <a:rPr sz="2050" b="1" spc="-10" dirty="0">
                  <a:solidFill>
                    <a:srgbClr val="0856C3"/>
                  </a:solidFill>
                  <a:latin typeface="Inter" panose="02000503000000020004" pitchFamily="2" charset="0"/>
                  <a:ea typeface="Inter" panose="02000503000000020004" pitchFamily="2" charset="0"/>
                  <a:cs typeface="Tahoma"/>
                </a:rPr>
                <a:t>ABCDEFGHIJKLMNOPQRSTUVWXYZ</a:t>
              </a:r>
              <a:endParaRPr sz="2050" b="1" dirty="0">
                <a:latin typeface="Inter" panose="02000503000000020004" pitchFamily="2" charset="0"/>
                <a:ea typeface="Inter" panose="02000503000000020004" pitchFamily="2" charset="0"/>
                <a:cs typeface="Tahoma"/>
              </a:endParaRPr>
            </a:p>
            <a:p>
              <a:pPr marL="12700">
                <a:lnSpc>
                  <a:spcPct val="100000"/>
                </a:lnSpc>
                <a:spcBef>
                  <a:spcPts val="755"/>
                </a:spcBef>
              </a:pPr>
              <a:r>
                <a:rPr sz="2050" b="1" spc="-10" dirty="0">
                  <a:solidFill>
                    <a:srgbClr val="0856C3"/>
                  </a:solidFill>
                  <a:latin typeface="Inter" panose="02000503000000020004" pitchFamily="2" charset="0"/>
                  <a:ea typeface="Inter" panose="02000503000000020004" pitchFamily="2" charset="0"/>
                  <a:cs typeface="Tahoma"/>
                </a:rPr>
                <a:t>abcdefghijklmnopqrstuvwxyz</a:t>
              </a:r>
              <a:endParaRPr sz="2050" b="1" dirty="0">
                <a:latin typeface="Inter" panose="02000503000000020004" pitchFamily="2" charset="0"/>
                <a:ea typeface="Inter" panose="02000503000000020004" pitchFamily="2" charset="0"/>
                <a:cs typeface="Tahoma"/>
              </a:endParaRPr>
            </a:p>
          </p:txBody>
        </p:sp>
        <p:sp>
          <p:nvSpPr>
            <p:cNvPr id="7" name="object 8">
              <a:extLst>
                <a:ext uri="{FF2B5EF4-FFF2-40B4-BE49-F238E27FC236}">
                  <a16:creationId xmlns:a16="http://schemas.microsoft.com/office/drawing/2014/main" id="{E7E152F7-605C-A663-41C1-5BC9FB78B7C5}"/>
                </a:ext>
              </a:extLst>
            </p:cNvPr>
            <p:cNvSpPr txBox="1"/>
            <p:nvPr/>
          </p:nvSpPr>
          <p:spPr>
            <a:xfrm>
              <a:off x="9381307" y="2852300"/>
              <a:ext cx="596265" cy="339725"/>
            </a:xfrm>
            <a:prstGeom prst="rect">
              <a:avLst/>
            </a:prstGeom>
          </p:spPr>
          <p:txBody>
            <a:bodyPr vert="horz" wrap="square" lIns="0" tIns="13970" rIns="0" bIns="0" rtlCol="0">
              <a:spAutoFit/>
            </a:bodyPr>
            <a:lstStyle/>
            <a:p>
              <a:pPr marL="12700">
                <a:lnSpc>
                  <a:spcPct val="100000"/>
                </a:lnSpc>
                <a:spcBef>
                  <a:spcPts val="110"/>
                </a:spcBef>
              </a:pPr>
              <a:r>
                <a:rPr sz="2050" b="1" spc="-20" dirty="0">
                  <a:solidFill>
                    <a:srgbClr val="0856C3"/>
                  </a:solidFill>
                  <a:latin typeface="Inter" panose="02000503000000020004" pitchFamily="2" charset="0"/>
                  <a:ea typeface="Inter" panose="02000503000000020004" pitchFamily="2" charset="0"/>
                  <a:cs typeface="Tahoma"/>
                </a:rPr>
                <a:t>Bold</a:t>
              </a:r>
              <a:endParaRPr sz="2050" b="1">
                <a:latin typeface="Inter" panose="02000503000000020004" pitchFamily="2" charset="0"/>
                <a:ea typeface="Inter" panose="02000503000000020004" pitchFamily="2" charset="0"/>
                <a:cs typeface="Tahoma"/>
              </a:endParaRPr>
            </a:p>
          </p:txBody>
        </p:sp>
        <p:sp>
          <p:nvSpPr>
            <p:cNvPr id="8" name="object 9">
              <a:extLst>
                <a:ext uri="{FF2B5EF4-FFF2-40B4-BE49-F238E27FC236}">
                  <a16:creationId xmlns:a16="http://schemas.microsoft.com/office/drawing/2014/main" id="{A2A67C37-2CB0-78A0-B794-9A45FD48571C}"/>
                </a:ext>
              </a:extLst>
            </p:cNvPr>
            <p:cNvSpPr txBox="1"/>
            <p:nvPr/>
          </p:nvSpPr>
          <p:spPr>
            <a:xfrm>
              <a:off x="9381307" y="7489593"/>
              <a:ext cx="1035685" cy="339725"/>
            </a:xfrm>
            <a:prstGeom prst="rect">
              <a:avLst/>
            </a:prstGeom>
          </p:spPr>
          <p:txBody>
            <a:bodyPr vert="horz" wrap="square" lIns="0" tIns="13970" rIns="0" bIns="0" rtlCol="0">
              <a:spAutoFit/>
            </a:bodyPr>
            <a:lstStyle/>
            <a:p>
              <a:pPr marL="12700">
                <a:lnSpc>
                  <a:spcPct val="100000"/>
                </a:lnSpc>
                <a:spcBef>
                  <a:spcPts val="110"/>
                </a:spcBef>
              </a:pPr>
              <a:r>
                <a:rPr sz="2050" spc="-20" dirty="0">
                  <a:solidFill>
                    <a:srgbClr val="0856C3"/>
                  </a:solidFill>
                  <a:latin typeface="Inter Medium" panose="02000503000000020004" pitchFamily="2" charset="0"/>
                  <a:ea typeface="Inter Medium" panose="02000503000000020004" pitchFamily="2" charset="0"/>
                  <a:cs typeface="Verdana"/>
                </a:rPr>
                <a:t>Medium</a:t>
              </a:r>
              <a:endParaRPr sz="2050">
                <a:latin typeface="Inter Medium" panose="02000503000000020004" pitchFamily="2" charset="0"/>
                <a:ea typeface="Inter Medium" panose="02000503000000020004" pitchFamily="2" charset="0"/>
                <a:cs typeface="Verdana"/>
              </a:endParaRPr>
            </a:p>
          </p:txBody>
        </p:sp>
        <p:sp>
          <p:nvSpPr>
            <p:cNvPr id="9" name="object 10">
              <a:extLst>
                <a:ext uri="{FF2B5EF4-FFF2-40B4-BE49-F238E27FC236}">
                  <a16:creationId xmlns:a16="http://schemas.microsoft.com/office/drawing/2014/main" id="{59D9844D-AAC4-61EF-6A44-884352DBEACE}"/>
                </a:ext>
              </a:extLst>
            </p:cNvPr>
            <p:cNvSpPr txBox="1"/>
            <p:nvPr/>
          </p:nvSpPr>
          <p:spPr>
            <a:xfrm>
              <a:off x="5638800" y="7483483"/>
              <a:ext cx="824230" cy="465455"/>
            </a:xfrm>
            <a:prstGeom prst="rect">
              <a:avLst/>
            </a:prstGeom>
          </p:spPr>
          <p:txBody>
            <a:bodyPr vert="horz" wrap="square" lIns="0" tIns="17145" rIns="0" bIns="0" rtlCol="0">
              <a:spAutoFit/>
            </a:bodyPr>
            <a:lstStyle/>
            <a:p>
              <a:pPr marL="12700">
                <a:lnSpc>
                  <a:spcPct val="100000"/>
                </a:lnSpc>
                <a:spcBef>
                  <a:spcPts val="135"/>
                </a:spcBef>
              </a:pPr>
              <a:r>
                <a:rPr sz="2850" spc="-145" dirty="0">
                  <a:solidFill>
                    <a:srgbClr val="0856C3"/>
                  </a:solidFill>
                  <a:latin typeface="Inter Medium" panose="02000503000000020004" pitchFamily="2" charset="0"/>
                  <a:ea typeface="Inter Medium" panose="02000503000000020004" pitchFamily="2" charset="0"/>
                  <a:cs typeface="Verdana"/>
                </a:rPr>
                <a:t>Inter</a:t>
              </a:r>
              <a:endParaRPr sz="2850" dirty="0">
                <a:latin typeface="Inter Medium" panose="02000503000000020004" pitchFamily="2" charset="0"/>
                <a:ea typeface="Inter Medium" panose="02000503000000020004" pitchFamily="2" charset="0"/>
                <a:cs typeface="Verdana"/>
              </a:endParaRPr>
            </a:p>
          </p:txBody>
        </p:sp>
        <p:sp>
          <p:nvSpPr>
            <p:cNvPr id="10" name="object 11">
              <a:extLst>
                <a:ext uri="{FF2B5EF4-FFF2-40B4-BE49-F238E27FC236}">
                  <a16:creationId xmlns:a16="http://schemas.microsoft.com/office/drawing/2014/main" id="{DFCCF4B6-B0DF-AD78-76A7-E56CAC8CEB5F}"/>
                </a:ext>
              </a:extLst>
            </p:cNvPr>
            <p:cNvSpPr txBox="1"/>
            <p:nvPr/>
          </p:nvSpPr>
          <p:spPr>
            <a:xfrm>
              <a:off x="12030703" y="7395355"/>
              <a:ext cx="4707255" cy="855362"/>
            </a:xfrm>
            <a:prstGeom prst="rect">
              <a:avLst/>
            </a:prstGeom>
          </p:spPr>
          <p:txBody>
            <a:bodyPr vert="horz" wrap="square" lIns="0" tIns="107950" rIns="0" bIns="0" rtlCol="0">
              <a:spAutoFit/>
            </a:bodyPr>
            <a:lstStyle/>
            <a:p>
              <a:pPr marL="12700">
                <a:lnSpc>
                  <a:spcPct val="100000"/>
                </a:lnSpc>
                <a:spcBef>
                  <a:spcPts val="850"/>
                </a:spcBef>
              </a:pPr>
              <a:r>
                <a:rPr lang="en-US" sz="2050" dirty="0">
                  <a:solidFill>
                    <a:srgbClr val="0957C3"/>
                  </a:solidFill>
                  <a:latin typeface="Inter Medium" panose="02000503000000020004" pitchFamily="2" charset="0"/>
                  <a:ea typeface="Inter Medium" panose="02000503000000020004" pitchFamily="2" charset="0"/>
                  <a:cs typeface="Verdana"/>
                </a:rPr>
                <a:t>ABCDEFGHIJKLMNOPQRSTUVWXYZ</a:t>
              </a:r>
            </a:p>
            <a:p>
              <a:pPr marL="12700">
                <a:lnSpc>
                  <a:spcPct val="100000"/>
                </a:lnSpc>
                <a:spcBef>
                  <a:spcPts val="850"/>
                </a:spcBef>
              </a:pPr>
              <a:r>
                <a:rPr lang="en-US" sz="2050" dirty="0" err="1">
                  <a:solidFill>
                    <a:srgbClr val="0957C3"/>
                  </a:solidFill>
                  <a:latin typeface="Inter Medium" panose="02000503000000020004" pitchFamily="2" charset="0"/>
                  <a:ea typeface="Inter Medium" panose="02000503000000020004" pitchFamily="2" charset="0"/>
                  <a:cs typeface="Verdana"/>
                </a:rPr>
                <a:t>abcdefghijklmnopqrstuvwxyz</a:t>
              </a:r>
              <a:endParaRPr lang="en-US" sz="2050" dirty="0">
                <a:solidFill>
                  <a:srgbClr val="0957C3"/>
                </a:solidFill>
                <a:latin typeface="Inter Medium" panose="02000503000000020004" pitchFamily="2" charset="0"/>
                <a:ea typeface="Inter Medium" panose="02000503000000020004" pitchFamily="2" charset="0"/>
                <a:cs typeface="Verdana"/>
              </a:endParaRPr>
            </a:p>
          </p:txBody>
        </p:sp>
        <p:sp>
          <p:nvSpPr>
            <p:cNvPr id="11" name="object 12">
              <a:extLst>
                <a:ext uri="{FF2B5EF4-FFF2-40B4-BE49-F238E27FC236}">
                  <a16:creationId xmlns:a16="http://schemas.microsoft.com/office/drawing/2014/main" id="{78A81256-ACE7-3B69-7162-19C3434E1D8B}"/>
                </a:ext>
              </a:extLst>
            </p:cNvPr>
            <p:cNvSpPr/>
            <p:nvPr/>
          </p:nvSpPr>
          <p:spPr>
            <a:xfrm>
              <a:off x="5651501" y="5301833"/>
              <a:ext cx="12575540" cy="0"/>
            </a:xfrm>
            <a:custGeom>
              <a:avLst/>
              <a:gdLst/>
              <a:ahLst/>
              <a:cxnLst/>
              <a:rect l="l" t="t" r="r" b="b"/>
              <a:pathLst>
                <a:path w="12575540">
                  <a:moveTo>
                    <a:pt x="0" y="0"/>
                  </a:moveTo>
                  <a:lnTo>
                    <a:pt x="12575062" y="0"/>
                  </a:lnTo>
                </a:path>
              </a:pathLst>
            </a:custGeom>
            <a:ln w="10470">
              <a:solidFill>
                <a:srgbClr val="0856C3"/>
              </a:solidFill>
            </a:ln>
          </p:spPr>
          <p:txBody>
            <a:bodyPr wrap="square" lIns="0" tIns="0" rIns="0" bIns="0" rtlCol="0"/>
            <a:lstStyle/>
            <a:p>
              <a:endParaRPr/>
            </a:p>
          </p:txBody>
        </p:sp>
        <p:sp>
          <p:nvSpPr>
            <p:cNvPr id="12" name="object 13">
              <a:extLst>
                <a:ext uri="{FF2B5EF4-FFF2-40B4-BE49-F238E27FC236}">
                  <a16:creationId xmlns:a16="http://schemas.microsoft.com/office/drawing/2014/main" id="{C36182F3-F82F-B753-D5FE-AE55F290B6FC}"/>
                </a:ext>
              </a:extLst>
            </p:cNvPr>
            <p:cNvSpPr txBox="1"/>
            <p:nvPr/>
          </p:nvSpPr>
          <p:spPr>
            <a:xfrm>
              <a:off x="5638800" y="2019300"/>
              <a:ext cx="2701290" cy="401135"/>
            </a:xfrm>
            <a:prstGeom prst="rect">
              <a:avLst/>
            </a:prstGeom>
          </p:spPr>
          <p:txBody>
            <a:bodyPr vert="horz" wrap="square" lIns="0" tIns="12700" rIns="0" bIns="0" rtlCol="0">
              <a:spAutoFit/>
            </a:bodyPr>
            <a:lstStyle/>
            <a:p>
              <a:pPr marL="12700" marR="5080">
                <a:lnSpc>
                  <a:spcPct val="113500"/>
                </a:lnSpc>
                <a:spcBef>
                  <a:spcPts val="100"/>
                </a:spcBef>
              </a:pPr>
              <a:r>
                <a:rPr sz="1150" spc="-20" dirty="0">
                  <a:solidFill>
                    <a:srgbClr val="0856C3"/>
                  </a:solidFill>
                  <a:latin typeface="Inter" panose="02000503000000020004" pitchFamily="2" charset="0"/>
                  <a:ea typeface="Inter" panose="02000503000000020004" pitchFamily="2" charset="0"/>
                  <a:cs typeface="Verdana"/>
                </a:rPr>
                <a:t>Typeface</a:t>
              </a:r>
              <a:r>
                <a:rPr sz="1150" spc="-60" dirty="0">
                  <a:solidFill>
                    <a:srgbClr val="0856C3"/>
                  </a:solidFill>
                  <a:latin typeface="Inter" panose="02000503000000020004" pitchFamily="2" charset="0"/>
                  <a:ea typeface="Inter" panose="02000503000000020004" pitchFamily="2" charset="0"/>
                  <a:cs typeface="Verdana"/>
                </a:rPr>
                <a:t> </a:t>
              </a:r>
              <a:r>
                <a:rPr sz="1150" dirty="0">
                  <a:solidFill>
                    <a:srgbClr val="0856C3"/>
                  </a:solidFill>
                  <a:latin typeface="Inter" panose="02000503000000020004" pitchFamily="2" charset="0"/>
                  <a:ea typeface="Inter" panose="02000503000000020004" pitchFamily="2" charset="0"/>
                  <a:cs typeface="Verdana"/>
                </a:rPr>
                <a:t>Judul</a:t>
              </a:r>
              <a:r>
                <a:rPr sz="1150" spc="-60" dirty="0">
                  <a:solidFill>
                    <a:srgbClr val="0856C3"/>
                  </a:solidFill>
                  <a:latin typeface="Inter" panose="02000503000000020004" pitchFamily="2" charset="0"/>
                  <a:ea typeface="Inter" panose="02000503000000020004" pitchFamily="2" charset="0"/>
                  <a:cs typeface="Verdana"/>
                </a:rPr>
                <a:t> </a:t>
              </a:r>
              <a:r>
                <a:rPr sz="1150" spc="-45" dirty="0">
                  <a:solidFill>
                    <a:srgbClr val="0856C3"/>
                  </a:solidFill>
                  <a:latin typeface="Inter" panose="02000503000000020004" pitchFamily="2" charset="0"/>
                  <a:ea typeface="Inter" panose="02000503000000020004" pitchFamily="2" charset="0"/>
                  <a:cs typeface="Verdana"/>
                </a:rPr>
                <a:t>Utama</a:t>
              </a:r>
              <a:r>
                <a:rPr sz="1150" spc="-60" dirty="0">
                  <a:solidFill>
                    <a:srgbClr val="0856C3"/>
                  </a:solidFill>
                  <a:latin typeface="Inter" panose="02000503000000020004" pitchFamily="2" charset="0"/>
                  <a:ea typeface="Inter" panose="02000503000000020004" pitchFamily="2" charset="0"/>
                  <a:cs typeface="Verdana"/>
                </a:rPr>
                <a:t> </a:t>
              </a:r>
              <a:r>
                <a:rPr sz="1150" spc="-90" dirty="0">
                  <a:solidFill>
                    <a:srgbClr val="0856C3"/>
                  </a:solidFill>
                  <a:latin typeface="Inter" panose="02000503000000020004" pitchFamily="2" charset="0"/>
                  <a:ea typeface="Inter" panose="02000503000000020004" pitchFamily="2" charset="0"/>
                  <a:cs typeface="Verdana"/>
                </a:rPr>
                <a:t>&amp;</a:t>
              </a:r>
              <a:r>
                <a:rPr sz="1150" spc="-60" dirty="0">
                  <a:solidFill>
                    <a:srgbClr val="0856C3"/>
                  </a:solidFill>
                  <a:latin typeface="Inter" panose="02000503000000020004" pitchFamily="2" charset="0"/>
                  <a:ea typeface="Inter" panose="02000503000000020004" pitchFamily="2" charset="0"/>
                  <a:cs typeface="Verdana"/>
                </a:rPr>
                <a:t> </a:t>
              </a:r>
              <a:r>
                <a:rPr sz="1150" spc="-45" dirty="0">
                  <a:solidFill>
                    <a:srgbClr val="0856C3"/>
                  </a:solidFill>
                  <a:latin typeface="Inter" panose="02000503000000020004" pitchFamily="2" charset="0"/>
                  <a:ea typeface="Inter" panose="02000503000000020004" pitchFamily="2" charset="0"/>
                  <a:cs typeface="Verdana"/>
                </a:rPr>
                <a:t>Subjudul</a:t>
              </a:r>
              <a:r>
                <a:rPr sz="1150" spc="-60" dirty="0">
                  <a:solidFill>
                    <a:srgbClr val="0856C3"/>
                  </a:solidFill>
                  <a:latin typeface="Inter" panose="02000503000000020004" pitchFamily="2" charset="0"/>
                  <a:ea typeface="Inter" panose="02000503000000020004" pitchFamily="2" charset="0"/>
                  <a:cs typeface="Verdana"/>
                </a:rPr>
                <a:t> </a:t>
              </a:r>
              <a:r>
                <a:rPr sz="1150" spc="-20" dirty="0">
                  <a:solidFill>
                    <a:srgbClr val="0856C3"/>
                  </a:solidFill>
                  <a:latin typeface="Inter" panose="02000503000000020004" pitchFamily="2" charset="0"/>
                  <a:ea typeface="Inter" panose="02000503000000020004" pitchFamily="2" charset="0"/>
                  <a:cs typeface="Verdana"/>
                </a:rPr>
                <a:t>Kita </a:t>
              </a:r>
              <a:r>
                <a:rPr sz="1150" spc="-40" dirty="0">
                  <a:solidFill>
                    <a:srgbClr val="0856C3"/>
                  </a:solidFill>
                  <a:latin typeface="Inter" panose="02000503000000020004" pitchFamily="2" charset="0"/>
                  <a:ea typeface="Inter" panose="02000503000000020004" pitchFamily="2" charset="0"/>
                  <a:cs typeface="Verdana"/>
                </a:rPr>
                <a:t>Our</a:t>
              </a:r>
              <a:r>
                <a:rPr sz="1150" spc="-65" dirty="0">
                  <a:solidFill>
                    <a:srgbClr val="0856C3"/>
                  </a:solidFill>
                  <a:latin typeface="Inter" panose="02000503000000020004" pitchFamily="2" charset="0"/>
                  <a:ea typeface="Inter" panose="02000503000000020004" pitchFamily="2" charset="0"/>
                  <a:cs typeface="Verdana"/>
                </a:rPr>
                <a:t> </a:t>
              </a:r>
              <a:r>
                <a:rPr sz="1150" spc="-30" dirty="0">
                  <a:solidFill>
                    <a:srgbClr val="0856C3"/>
                  </a:solidFill>
                  <a:latin typeface="Inter" panose="02000503000000020004" pitchFamily="2" charset="0"/>
                  <a:ea typeface="Inter" panose="02000503000000020004" pitchFamily="2" charset="0"/>
                  <a:cs typeface="Verdana"/>
                </a:rPr>
                <a:t>Headline</a:t>
              </a:r>
              <a:r>
                <a:rPr sz="1150" spc="-60" dirty="0">
                  <a:solidFill>
                    <a:srgbClr val="0856C3"/>
                  </a:solidFill>
                  <a:latin typeface="Inter" panose="02000503000000020004" pitchFamily="2" charset="0"/>
                  <a:ea typeface="Inter" panose="02000503000000020004" pitchFamily="2" charset="0"/>
                  <a:cs typeface="Verdana"/>
                </a:rPr>
                <a:t> </a:t>
              </a:r>
              <a:r>
                <a:rPr sz="1150" spc="-90" dirty="0">
                  <a:solidFill>
                    <a:srgbClr val="0856C3"/>
                  </a:solidFill>
                  <a:latin typeface="Inter" panose="02000503000000020004" pitchFamily="2" charset="0"/>
                  <a:ea typeface="Inter" panose="02000503000000020004" pitchFamily="2" charset="0"/>
                  <a:cs typeface="Verdana"/>
                </a:rPr>
                <a:t>&amp;</a:t>
              </a:r>
              <a:r>
                <a:rPr sz="1150" spc="-65" dirty="0">
                  <a:solidFill>
                    <a:srgbClr val="0856C3"/>
                  </a:solidFill>
                  <a:latin typeface="Inter" panose="02000503000000020004" pitchFamily="2" charset="0"/>
                  <a:ea typeface="Inter" panose="02000503000000020004" pitchFamily="2" charset="0"/>
                  <a:cs typeface="Verdana"/>
                </a:rPr>
                <a:t> </a:t>
              </a:r>
              <a:r>
                <a:rPr sz="1150" spc="-30" dirty="0">
                  <a:solidFill>
                    <a:srgbClr val="0856C3"/>
                  </a:solidFill>
                  <a:latin typeface="Inter" panose="02000503000000020004" pitchFamily="2" charset="0"/>
                  <a:ea typeface="Inter" panose="02000503000000020004" pitchFamily="2" charset="0"/>
                  <a:cs typeface="Verdana"/>
                </a:rPr>
                <a:t>Subhead</a:t>
              </a:r>
              <a:r>
                <a:rPr sz="1150" spc="-60" dirty="0">
                  <a:solidFill>
                    <a:srgbClr val="0856C3"/>
                  </a:solidFill>
                  <a:latin typeface="Inter" panose="02000503000000020004" pitchFamily="2" charset="0"/>
                  <a:ea typeface="Inter" panose="02000503000000020004" pitchFamily="2" charset="0"/>
                  <a:cs typeface="Verdana"/>
                </a:rPr>
                <a:t> </a:t>
              </a:r>
              <a:r>
                <a:rPr sz="1150" spc="-10" dirty="0">
                  <a:solidFill>
                    <a:srgbClr val="0856C3"/>
                  </a:solidFill>
                  <a:latin typeface="Inter" panose="02000503000000020004" pitchFamily="2" charset="0"/>
                  <a:ea typeface="Inter" panose="02000503000000020004" pitchFamily="2" charset="0"/>
                  <a:cs typeface="Verdana"/>
                </a:rPr>
                <a:t>Typeface</a:t>
              </a:r>
              <a:endParaRPr sz="1150" dirty="0">
                <a:latin typeface="Inter" panose="02000503000000020004" pitchFamily="2" charset="0"/>
                <a:ea typeface="Inter" panose="02000503000000020004" pitchFamily="2" charset="0"/>
                <a:cs typeface="Verdana"/>
              </a:endParaRPr>
            </a:p>
          </p:txBody>
        </p:sp>
        <p:sp>
          <p:nvSpPr>
            <p:cNvPr id="14" name="object 14">
              <a:extLst>
                <a:ext uri="{FF2B5EF4-FFF2-40B4-BE49-F238E27FC236}">
                  <a16:creationId xmlns:a16="http://schemas.microsoft.com/office/drawing/2014/main" id="{53F22C30-61EA-85F5-9A53-9FD3B1952E4A}"/>
                </a:ext>
              </a:extLst>
            </p:cNvPr>
            <p:cNvSpPr txBox="1"/>
            <p:nvPr/>
          </p:nvSpPr>
          <p:spPr>
            <a:xfrm>
              <a:off x="5638800" y="5529015"/>
              <a:ext cx="2831465" cy="423545"/>
            </a:xfrm>
            <a:prstGeom prst="rect">
              <a:avLst/>
            </a:prstGeom>
          </p:spPr>
          <p:txBody>
            <a:bodyPr vert="horz" wrap="square" lIns="0" tIns="36195" rIns="0" bIns="0" rtlCol="0">
              <a:spAutoFit/>
            </a:bodyPr>
            <a:lstStyle/>
            <a:p>
              <a:pPr marL="12700">
                <a:lnSpc>
                  <a:spcPct val="100000"/>
                </a:lnSpc>
                <a:spcBef>
                  <a:spcPts val="285"/>
                </a:spcBef>
              </a:pPr>
              <a:r>
                <a:rPr sz="1150" spc="-20" dirty="0">
                  <a:solidFill>
                    <a:srgbClr val="0856C3"/>
                  </a:solidFill>
                  <a:latin typeface="Verdana"/>
                  <a:cs typeface="Verdana"/>
                </a:rPr>
                <a:t>Typeface</a:t>
              </a:r>
              <a:r>
                <a:rPr sz="1150" spc="-70" dirty="0">
                  <a:solidFill>
                    <a:srgbClr val="0856C3"/>
                  </a:solidFill>
                  <a:latin typeface="Verdana"/>
                  <a:cs typeface="Verdana"/>
                </a:rPr>
                <a:t> </a:t>
              </a:r>
              <a:r>
                <a:rPr sz="1150" dirty="0">
                  <a:solidFill>
                    <a:srgbClr val="0856C3"/>
                  </a:solidFill>
                  <a:latin typeface="Verdana"/>
                  <a:cs typeface="Verdana"/>
                </a:rPr>
                <a:t>Judul</a:t>
              </a:r>
              <a:r>
                <a:rPr sz="1150" spc="-65" dirty="0">
                  <a:solidFill>
                    <a:srgbClr val="0856C3"/>
                  </a:solidFill>
                  <a:latin typeface="Verdana"/>
                  <a:cs typeface="Verdana"/>
                </a:rPr>
                <a:t> </a:t>
              </a:r>
              <a:r>
                <a:rPr sz="1150" spc="-30" dirty="0">
                  <a:solidFill>
                    <a:srgbClr val="0856C3"/>
                  </a:solidFill>
                  <a:latin typeface="Verdana"/>
                  <a:cs typeface="Verdana"/>
                </a:rPr>
                <a:t>Bab</a:t>
              </a:r>
              <a:r>
                <a:rPr sz="1150" spc="-65" dirty="0">
                  <a:solidFill>
                    <a:srgbClr val="0856C3"/>
                  </a:solidFill>
                  <a:latin typeface="Verdana"/>
                  <a:cs typeface="Verdana"/>
                </a:rPr>
                <a:t> </a:t>
              </a:r>
              <a:r>
                <a:rPr sz="1150" spc="-90" dirty="0">
                  <a:solidFill>
                    <a:srgbClr val="0856C3"/>
                  </a:solidFill>
                  <a:latin typeface="Verdana"/>
                  <a:cs typeface="Verdana"/>
                </a:rPr>
                <a:t>&amp;</a:t>
              </a:r>
              <a:r>
                <a:rPr sz="1150" spc="-65" dirty="0">
                  <a:solidFill>
                    <a:srgbClr val="0856C3"/>
                  </a:solidFill>
                  <a:latin typeface="Verdana"/>
                  <a:cs typeface="Verdana"/>
                </a:rPr>
                <a:t> </a:t>
              </a:r>
              <a:r>
                <a:rPr sz="1150" spc="-70" dirty="0">
                  <a:solidFill>
                    <a:srgbClr val="0856C3"/>
                  </a:solidFill>
                  <a:latin typeface="Verdana"/>
                  <a:cs typeface="Verdana"/>
                </a:rPr>
                <a:t>Isi </a:t>
              </a:r>
              <a:r>
                <a:rPr sz="1150" spc="-45" dirty="0">
                  <a:solidFill>
                    <a:srgbClr val="0856C3"/>
                  </a:solidFill>
                  <a:latin typeface="Verdana"/>
                  <a:cs typeface="Verdana"/>
                </a:rPr>
                <a:t>Konten</a:t>
              </a:r>
              <a:r>
                <a:rPr sz="1150" spc="-65" dirty="0">
                  <a:solidFill>
                    <a:srgbClr val="0856C3"/>
                  </a:solidFill>
                  <a:latin typeface="Verdana"/>
                  <a:cs typeface="Verdana"/>
                </a:rPr>
                <a:t> </a:t>
              </a:r>
              <a:r>
                <a:rPr sz="1150" spc="-20" dirty="0">
                  <a:solidFill>
                    <a:srgbClr val="0856C3"/>
                  </a:solidFill>
                  <a:latin typeface="Verdana"/>
                  <a:cs typeface="Verdana"/>
                </a:rPr>
                <a:t>Kita</a:t>
              </a:r>
              <a:endParaRPr sz="1150">
                <a:latin typeface="Verdana"/>
                <a:cs typeface="Verdana"/>
              </a:endParaRPr>
            </a:p>
            <a:p>
              <a:pPr marL="12700">
                <a:lnSpc>
                  <a:spcPct val="100000"/>
                </a:lnSpc>
                <a:spcBef>
                  <a:spcPts val="185"/>
                </a:spcBef>
              </a:pPr>
              <a:r>
                <a:rPr sz="1150" dirty="0">
                  <a:solidFill>
                    <a:srgbClr val="0856C3"/>
                  </a:solidFill>
                  <a:latin typeface="Tahoma"/>
                  <a:cs typeface="Tahoma"/>
                </a:rPr>
                <a:t>Our</a:t>
              </a:r>
              <a:r>
                <a:rPr sz="1150" spc="5" dirty="0">
                  <a:solidFill>
                    <a:srgbClr val="0856C3"/>
                  </a:solidFill>
                  <a:latin typeface="Tahoma"/>
                  <a:cs typeface="Tahoma"/>
                </a:rPr>
                <a:t> </a:t>
              </a:r>
              <a:r>
                <a:rPr sz="1150" spc="45" dirty="0">
                  <a:solidFill>
                    <a:srgbClr val="0856C3"/>
                  </a:solidFill>
                  <a:latin typeface="Tahoma"/>
                  <a:cs typeface="Tahoma"/>
                </a:rPr>
                <a:t>Chapter</a:t>
              </a:r>
              <a:r>
                <a:rPr sz="1150" spc="5" dirty="0">
                  <a:solidFill>
                    <a:srgbClr val="0856C3"/>
                  </a:solidFill>
                  <a:latin typeface="Tahoma"/>
                  <a:cs typeface="Tahoma"/>
                </a:rPr>
                <a:t> </a:t>
              </a:r>
              <a:r>
                <a:rPr sz="1150" dirty="0">
                  <a:solidFill>
                    <a:srgbClr val="0856C3"/>
                  </a:solidFill>
                  <a:latin typeface="Tahoma"/>
                  <a:cs typeface="Tahoma"/>
                </a:rPr>
                <a:t>Title</a:t>
              </a:r>
              <a:r>
                <a:rPr sz="1150" spc="15" dirty="0">
                  <a:solidFill>
                    <a:srgbClr val="0856C3"/>
                  </a:solidFill>
                  <a:latin typeface="Tahoma"/>
                  <a:cs typeface="Tahoma"/>
                </a:rPr>
                <a:t> </a:t>
              </a:r>
              <a:r>
                <a:rPr sz="1150" dirty="0">
                  <a:solidFill>
                    <a:srgbClr val="0856C3"/>
                  </a:solidFill>
                  <a:latin typeface="Tahoma"/>
                  <a:cs typeface="Tahoma"/>
                </a:rPr>
                <a:t>&amp;</a:t>
              </a:r>
              <a:r>
                <a:rPr sz="1150" spc="5" dirty="0">
                  <a:solidFill>
                    <a:srgbClr val="0856C3"/>
                  </a:solidFill>
                  <a:latin typeface="Tahoma"/>
                  <a:cs typeface="Tahoma"/>
                </a:rPr>
                <a:t> </a:t>
              </a:r>
              <a:r>
                <a:rPr sz="1150" spc="65" dirty="0">
                  <a:solidFill>
                    <a:srgbClr val="0856C3"/>
                  </a:solidFill>
                  <a:latin typeface="Tahoma"/>
                  <a:cs typeface="Tahoma"/>
                </a:rPr>
                <a:t>Body</a:t>
              </a:r>
              <a:r>
                <a:rPr sz="1150" spc="15" dirty="0">
                  <a:solidFill>
                    <a:srgbClr val="0856C3"/>
                  </a:solidFill>
                  <a:latin typeface="Tahoma"/>
                  <a:cs typeface="Tahoma"/>
                </a:rPr>
                <a:t> </a:t>
              </a:r>
              <a:r>
                <a:rPr sz="1150" spc="75" dirty="0">
                  <a:solidFill>
                    <a:srgbClr val="0856C3"/>
                  </a:solidFill>
                  <a:latin typeface="Tahoma"/>
                  <a:cs typeface="Tahoma"/>
                </a:rPr>
                <a:t>Copy</a:t>
              </a:r>
              <a:r>
                <a:rPr sz="1150" spc="10" dirty="0">
                  <a:solidFill>
                    <a:srgbClr val="0856C3"/>
                  </a:solidFill>
                  <a:latin typeface="Tahoma"/>
                  <a:cs typeface="Tahoma"/>
                </a:rPr>
                <a:t> </a:t>
              </a:r>
              <a:r>
                <a:rPr sz="1150" spc="40" dirty="0">
                  <a:solidFill>
                    <a:srgbClr val="0856C3"/>
                  </a:solidFill>
                  <a:latin typeface="Tahoma"/>
                  <a:cs typeface="Tahoma"/>
                </a:rPr>
                <a:t>Typeface</a:t>
              </a:r>
              <a:endParaRPr sz="1150">
                <a:latin typeface="Tahoma"/>
                <a:cs typeface="Tahoma"/>
              </a:endParaRPr>
            </a:p>
          </p:txBody>
        </p:sp>
        <p:sp>
          <p:nvSpPr>
            <p:cNvPr id="15" name="object 15">
              <a:extLst>
                <a:ext uri="{FF2B5EF4-FFF2-40B4-BE49-F238E27FC236}">
                  <a16:creationId xmlns:a16="http://schemas.microsoft.com/office/drawing/2014/main" id="{8BB08929-DFE9-4003-8DAD-DDAFF9FEA32D}"/>
                </a:ext>
              </a:extLst>
            </p:cNvPr>
            <p:cNvSpPr txBox="1"/>
            <p:nvPr/>
          </p:nvSpPr>
          <p:spPr>
            <a:xfrm>
              <a:off x="9381313" y="8645900"/>
              <a:ext cx="1086334" cy="329577"/>
            </a:xfrm>
            <a:prstGeom prst="rect">
              <a:avLst/>
            </a:prstGeom>
          </p:spPr>
          <p:txBody>
            <a:bodyPr vert="horz" wrap="square" lIns="0" tIns="13970" rIns="0" bIns="0" rtlCol="0">
              <a:spAutoFit/>
            </a:bodyPr>
            <a:lstStyle/>
            <a:p>
              <a:pPr marL="12700">
                <a:lnSpc>
                  <a:spcPct val="100000"/>
                </a:lnSpc>
                <a:spcBef>
                  <a:spcPts val="110"/>
                </a:spcBef>
              </a:pPr>
              <a:r>
                <a:rPr sz="2050" spc="50" dirty="0">
                  <a:solidFill>
                    <a:srgbClr val="0856C3"/>
                  </a:solidFill>
                  <a:latin typeface="Inter" panose="02000503000000020004" pitchFamily="2" charset="0"/>
                  <a:ea typeface="Inter" panose="02000503000000020004" pitchFamily="2" charset="0"/>
                  <a:cs typeface="Tahoma"/>
                </a:rPr>
                <a:t>Regular</a:t>
              </a:r>
              <a:endParaRPr sz="2050">
                <a:latin typeface="Inter" panose="02000503000000020004" pitchFamily="2" charset="0"/>
                <a:ea typeface="Inter" panose="02000503000000020004" pitchFamily="2" charset="0"/>
                <a:cs typeface="Tahoma"/>
              </a:endParaRPr>
            </a:p>
          </p:txBody>
        </p:sp>
        <p:sp>
          <p:nvSpPr>
            <p:cNvPr id="18" name="object 16">
              <a:extLst>
                <a:ext uri="{FF2B5EF4-FFF2-40B4-BE49-F238E27FC236}">
                  <a16:creationId xmlns:a16="http://schemas.microsoft.com/office/drawing/2014/main" id="{83E939EF-1AE3-0353-D552-C234B7F2C9BB}"/>
                </a:ext>
              </a:extLst>
            </p:cNvPr>
            <p:cNvSpPr txBox="1"/>
            <p:nvPr/>
          </p:nvSpPr>
          <p:spPr>
            <a:xfrm>
              <a:off x="5638800" y="8639790"/>
              <a:ext cx="907896" cy="465455"/>
            </a:xfrm>
            <a:prstGeom prst="rect">
              <a:avLst/>
            </a:prstGeom>
          </p:spPr>
          <p:txBody>
            <a:bodyPr vert="horz" wrap="square" lIns="0" tIns="17145" rIns="0" bIns="0" rtlCol="0">
              <a:spAutoFit/>
            </a:bodyPr>
            <a:lstStyle/>
            <a:p>
              <a:pPr marL="12700">
                <a:lnSpc>
                  <a:spcPct val="100000"/>
                </a:lnSpc>
                <a:spcBef>
                  <a:spcPts val="135"/>
                </a:spcBef>
              </a:pPr>
              <a:r>
                <a:rPr sz="2850" spc="-10" dirty="0">
                  <a:solidFill>
                    <a:srgbClr val="0856C3"/>
                  </a:solidFill>
                  <a:latin typeface="Inter" panose="02000503000000020004" pitchFamily="2" charset="0"/>
                  <a:ea typeface="Inter" panose="02000503000000020004" pitchFamily="2" charset="0"/>
                  <a:cs typeface="Tahoma"/>
                </a:rPr>
                <a:t>Inter</a:t>
              </a:r>
              <a:endParaRPr sz="2850">
                <a:latin typeface="Inter" panose="02000503000000020004" pitchFamily="2" charset="0"/>
                <a:ea typeface="Inter" panose="02000503000000020004" pitchFamily="2" charset="0"/>
                <a:cs typeface="Tahoma"/>
              </a:endParaRPr>
            </a:p>
          </p:txBody>
        </p:sp>
        <p:sp>
          <p:nvSpPr>
            <p:cNvPr id="19" name="object 17">
              <a:extLst>
                <a:ext uri="{FF2B5EF4-FFF2-40B4-BE49-F238E27FC236}">
                  <a16:creationId xmlns:a16="http://schemas.microsoft.com/office/drawing/2014/main" id="{98D5DAC3-D46A-6C0E-4C1A-BB95111C759D}"/>
                </a:ext>
              </a:extLst>
            </p:cNvPr>
            <p:cNvSpPr txBox="1"/>
            <p:nvPr/>
          </p:nvSpPr>
          <p:spPr>
            <a:xfrm>
              <a:off x="12030703" y="8551668"/>
              <a:ext cx="5243242" cy="855362"/>
            </a:xfrm>
            <a:prstGeom prst="rect">
              <a:avLst/>
            </a:prstGeom>
          </p:spPr>
          <p:txBody>
            <a:bodyPr vert="horz" wrap="square" lIns="0" tIns="107950" rIns="0" bIns="0" rtlCol="0">
              <a:spAutoFit/>
            </a:bodyPr>
            <a:lstStyle/>
            <a:p>
              <a:pPr marL="12700">
                <a:lnSpc>
                  <a:spcPct val="100000"/>
                </a:lnSpc>
                <a:spcBef>
                  <a:spcPts val="850"/>
                </a:spcBef>
              </a:pPr>
              <a:r>
                <a:rPr lang="en-US" sz="2050" dirty="0">
                  <a:solidFill>
                    <a:srgbClr val="0957C3"/>
                  </a:solidFill>
                  <a:latin typeface="Inter" panose="02000503000000020004" pitchFamily="2" charset="0"/>
                  <a:ea typeface="Inter" panose="02000503000000020004" pitchFamily="2" charset="0"/>
                  <a:cs typeface="Tahoma"/>
                </a:rPr>
                <a:t>ABCDEFGHIJKLMNOPQRSTUVWXYZ</a:t>
              </a:r>
            </a:p>
            <a:p>
              <a:pPr marL="12700">
                <a:lnSpc>
                  <a:spcPct val="100000"/>
                </a:lnSpc>
                <a:spcBef>
                  <a:spcPts val="850"/>
                </a:spcBef>
              </a:pPr>
              <a:r>
                <a:rPr lang="en-US" sz="2050" dirty="0" err="1">
                  <a:solidFill>
                    <a:srgbClr val="0957C3"/>
                  </a:solidFill>
                  <a:latin typeface="Inter" panose="02000503000000020004" pitchFamily="2" charset="0"/>
                  <a:ea typeface="Inter" panose="02000503000000020004" pitchFamily="2" charset="0"/>
                  <a:cs typeface="Tahoma"/>
                </a:rPr>
                <a:t>abcdefghijklmnopqrstuvwxyz</a:t>
              </a:r>
              <a:endParaRPr lang="en-US" sz="2050" dirty="0">
                <a:solidFill>
                  <a:srgbClr val="0957C3"/>
                </a:solidFill>
                <a:latin typeface="Inter" panose="02000503000000020004" pitchFamily="2" charset="0"/>
                <a:ea typeface="Inter" panose="02000503000000020004" pitchFamily="2" charset="0"/>
                <a:cs typeface="Tahoma"/>
              </a:endParaRPr>
            </a:p>
          </p:txBody>
        </p:sp>
        <p:sp>
          <p:nvSpPr>
            <p:cNvPr id="20" name="object 18">
              <a:extLst>
                <a:ext uri="{FF2B5EF4-FFF2-40B4-BE49-F238E27FC236}">
                  <a16:creationId xmlns:a16="http://schemas.microsoft.com/office/drawing/2014/main" id="{501D2ABB-E8DB-EB52-F582-E64CA72B05A7}"/>
                </a:ext>
              </a:extLst>
            </p:cNvPr>
            <p:cNvSpPr txBox="1"/>
            <p:nvPr/>
          </p:nvSpPr>
          <p:spPr>
            <a:xfrm>
              <a:off x="5638800" y="3951743"/>
              <a:ext cx="732155" cy="402590"/>
            </a:xfrm>
            <a:prstGeom prst="rect">
              <a:avLst/>
            </a:prstGeom>
          </p:spPr>
          <p:txBody>
            <a:bodyPr vert="horz" wrap="square" lIns="0" tIns="15240" rIns="0" bIns="0" rtlCol="0">
              <a:spAutoFit/>
            </a:bodyPr>
            <a:lstStyle/>
            <a:p>
              <a:pPr marL="12700">
                <a:lnSpc>
                  <a:spcPct val="100000"/>
                </a:lnSpc>
                <a:spcBef>
                  <a:spcPts val="120"/>
                </a:spcBef>
              </a:pPr>
              <a:r>
                <a:rPr sz="2450" b="1" spc="-10" dirty="0">
                  <a:solidFill>
                    <a:srgbClr val="0856C3"/>
                  </a:solidFill>
                  <a:latin typeface="Inter SemiBold"/>
                  <a:cs typeface="Inter SemiBold"/>
                </a:rPr>
                <a:t>Inter</a:t>
              </a:r>
              <a:endParaRPr sz="2450">
                <a:latin typeface="Inter SemiBold"/>
                <a:cs typeface="Inter SemiBold"/>
              </a:endParaRPr>
            </a:p>
          </p:txBody>
        </p:sp>
        <p:sp>
          <p:nvSpPr>
            <p:cNvPr id="21" name="object 19">
              <a:extLst>
                <a:ext uri="{FF2B5EF4-FFF2-40B4-BE49-F238E27FC236}">
                  <a16:creationId xmlns:a16="http://schemas.microsoft.com/office/drawing/2014/main" id="{DE4C8F43-E413-61CC-0198-5EA73FC8A7DD}"/>
                </a:ext>
              </a:extLst>
            </p:cNvPr>
            <p:cNvSpPr txBox="1"/>
            <p:nvPr/>
          </p:nvSpPr>
          <p:spPr>
            <a:xfrm>
              <a:off x="12030703" y="3909859"/>
              <a:ext cx="4722495" cy="842644"/>
            </a:xfrm>
            <a:prstGeom prst="rect">
              <a:avLst/>
            </a:prstGeom>
          </p:spPr>
          <p:txBody>
            <a:bodyPr vert="horz" wrap="square" lIns="0" tIns="107950" rIns="0" bIns="0" rtlCol="0">
              <a:spAutoFit/>
            </a:bodyPr>
            <a:lstStyle/>
            <a:p>
              <a:pPr marL="12700">
                <a:lnSpc>
                  <a:spcPct val="100000"/>
                </a:lnSpc>
                <a:spcBef>
                  <a:spcPts val="850"/>
                </a:spcBef>
              </a:pPr>
              <a:r>
                <a:rPr sz="2050" b="1" spc="-10" dirty="0">
                  <a:solidFill>
                    <a:srgbClr val="0856C3"/>
                  </a:solidFill>
                  <a:latin typeface="Inter SemiBold"/>
                  <a:cs typeface="Inter SemiBold"/>
                </a:rPr>
                <a:t>ABCDEFGHIJKLMNOPQRSTUVWXYZ</a:t>
              </a:r>
              <a:endParaRPr sz="2050" dirty="0">
                <a:latin typeface="Inter SemiBold"/>
                <a:cs typeface="Inter SemiBold"/>
              </a:endParaRPr>
            </a:p>
            <a:p>
              <a:pPr marL="12700">
                <a:lnSpc>
                  <a:spcPct val="100000"/>
                </a:lnSpc>
                <a:spcBef>
                  <a:spcPts val="755"/>
                </a:spcBef>
              </a:pPr>
              <a:r>
                <a:rPr sz="2050" b="1" spc="-10" dirty="0">
                  <a:solidFill>
                    <a:srgbClr val="0856C3"/>
                  </a:solidFill>
                  <a:latin typeface="Inter SemiBold"/>
                  <a:cs typeface="Inter SemiBold"/>
                </a:rPr>
                <a:t>abcdefghijklmnopqrstuvwxyz</a:t>
              </a:r>
              <a:endParaRPr sz="2050" dirty="0">
                <a:latin typeface="Inter SemiBold"/>
                <a:cs typeface="Inter SemiBold"/>
              </a:endParaRPr>
            </a:p>
          </p:txBody>
        </p:sp>
        <p:sp>
          <p:nvSpPr>
            <p:cNvPr id="22" name="object 20">
              <a:extLst>
                <a:ext uri="{FF2B5EF4-FFF2-40B4-BE49-F238E27FC236}">
                  <a16:creationId xmlns:a16="http://schemas.microsoft.com/office/drawing/2014/main" id="{7FD1D56E-A823-C287-3DD6-CFA591A81674}"/>
                </a:ext>
              </a:extLst>
            </p:cNvPr>
            <p:cNvSpPr txBox="1"/>
            <p:nvPr/>
          </p:nvSpPr>
          <p:spPr>
            <a:xfrm>
              <a:off x="9381307" y="4004097"/>
              <a:ext cx="1217930" cy="339725"/>
            </a:xfrm>
            <a:prstGeom prst="rect">
              <a:avLst/>
            </a:prstGeom>
          </p:spPr>
          <p:txBody>
            <a:bodyPr vert="horz" wrap="square" lIns="0" tIns="13970" rIns="0" bIns="0" rtlCol="0">
              <a:spAutoFit/>
            </a:bodyPr>
            <a:lstStyle/>
            <a:p>
              <a:pPr marL="12700">
                <a:lnSpc>
                  <a:spcPct val="100000"/>
                </a:lnSpc>
                <a:spcBef>
                  <a:spcPts val="110"/>
                </a:spcBef>
              </a:pPr>
              <a:r>
                <a:rPr sz="2050" b="1" spc="-10" dirty="0">
                  <a:solidFill>
                    <a:srgbClr val="0856C3"/>
                  </a:solidFill>
                  <a:latin typeface="Inter SemiBold"/>
                  <a:cs typeface="Inter SemiBold"/>
                </a:rPr>
                <a:t>SemiBold</a:t>
              </a:r>
              <a:endParaRPr sz="2050" dirty="0">
                <a:latin typeface="Inter SemiBold"/>
                <a:cs typeface="Inter SemiBold"/>
              </a:endParaRPr>
            </a:p>
          </p:txBody>
        </p:sp>
        <p:sp>
          <p:nvSpPr>
            <p:cNvPr id="23" name="object 21">
              <a:extLst>
                <a:ext uri="{FF2B5EF4-FFF2-40B4-BE49-F238E27FC236}">
                  <a16:creationId xmlns:a16="http://schemas.microsoft.com/office/drawing/2014/main" id="{FB5409A1-C5E2-1822-B59D-87EA88F2C3CA}"/>
                </a:ext>
              </a:extLst>
            </p:cNvPr>
            <p:cNvSpPr txBox="1"/>
            <p:nvPr/>
          </p:nvSpPr>
          <p:spPr>
            <a:xfrm>
              <a:off x="9381307" y="6233087"/>
              <a:ext cx="1217930" cy="339725"/>
            </a:xfrm>
            <a:prstGeom prst="rect">
              <a:avLst/>
            </a:prstGeom>
          </p:spPr>
          <p:txBody>
            <a:bodyPr vert="horz" wrap="square" lIns="0" tIns="13970" rIns="0" bIns="0" rtlCol="0">
              <a:spAutoFit/>
            </a:bodyPr>
            <a:lstStyle/>
            <a:p>
              <a:pPr marL="12700">
                <a:lnSpc>
                  <a:spcPct val="100000"/>
                </a:lnSpc>
                <a:spcBef>
                  <a:spcPts val="110"/>
                </a:spcBef>
              </a:pPr>
              <a:r>
                <a:rPr sz="2050" b="1" spc="-10" dirty="0">
                  <a:solidFill>
                    <a:srgbClr val="0856C3"/>
                  </a:solidFill>
                  <a:latin typeface="Inter SemiBold"/>
                  <a:cs typeface="Inter SemiBold"/>
                </a:rPr>
                <a:t>SemiBold</a:t>
              </a:r>
              <a:endParaRPr sz="2050" dirty="0">
                <a:latin typeface="Inter SemiBold"/>
                <a:cs typeface="Inter SemiBold"/>
              </a:endParaRPr>
            </a:p>
          </p:txBody>
        </p:sp>
        <p:sp>
          <p:nvSpPr>
            <p:cNvPr id="24" name="object 22">
              <a:extLst>
                <a:ext uri="{FF2B5EF4-FFF2-40B4-BE49-F238E27FC236}">
                  <a16:creationId xmlns:a16="http://schemas.microsoft.com/office/drawing/2014/main" id="{85A5016C-3717-D540-80CF-0A0F95BFEC84}"/>
                </a:ext>
              </a:extLst>
            </p:cNvPr>
            <p:cNvSpPr txBox="1"/>
            <p:nvPr/>
          </p:nvSpPr>
          <p:spPr>
            <a:xfrm>
              <a:off x="5638800" y="6226977"/>
              <a:ext cx="849630" cy="465455"/>
            </a:xfrm>
            <a:prstGeom prst="rect">
              <a:avLst/>
            </a:prstGeom>
          </p:spPr>
          <p:txBody>
            <a:bodyPr vert="horz" wrap="square" lIns="0" tIns="17145" rIns="0" bIns="0" rtlCol="0">
              <a:spAutoFit/>
            </a:bodyPr>
            <a:lstStyle/>
            <a:p>
              <a:pPr marL="12700">
                <a:lnSpc>
                  <a:spcPct val="100000"/>
                </a:lnSpc>
                <a:spcBef>
                  <a:spcPts val="135"/>
                </a:spcBef>
              </a:pPr>
              <a:r>
                <a:rPr sz="2850" b="1" spc="-10" dirty="0">
                  <a:solidFill>
                    <a:srgbClr val="0856C3"/>
                  </a:solidFill>
                  <a:latin typeface="Inter SemiBold"/>
                  <a:cs typeface="Inter SemiBold"/>
                </a:rPr>
                <a:t>Inter</a:t>
              </a:r>
              <a:endParaRPr sz="2850" dirty="0">
                <a:latin typeface="Inter SemiBold"/>
                <a:cs typeface="Inter SemiBold"/>
              </a:endParaRPr>
            </a:p>
          </p:txBody>
        </p:sp>
        <p:sp>
          <p:nvSpPr>
            <p:cNvPr id="25" name="object 23">
              <a:extLst>
                <a:ext uri="{FF2B5EF4-FFF2-40B4-BE49-F238E27FC236}">
                  <a16:creationId xmlns:a16="http://schemas.microsoft.com/office/drawing/2014/main" id="{2F78508B-983A-0545-0433-98227656A04F}"/>
                </a:ext>
              </a:extLst>
            </p:cNvPr>
            <p:cNvSpPr txBox="1"/>
            <p:nvPr/>
          </p:nvSpPr>
          <p:spPr>
            <a:xfrm>
              <a:off x="12030703" y="6138813"/>
              <a:ext cx="4721860" cy="842644"/>
            </a:xfrm>
            <a:prstGeom prst="rect">
              <a:avLst/>
            </a:prstGeom>
          </p:spPr>
          <p:txBody>
            <a:bodyPr vert="horz" wrap="square" lIns="0" tIns="107950" rIns="0" bIns="0" rtlCol="0">
              <a:spAutoFit/>
            </a:bodyPr>
            <a:lstStyle/>
            <a:p>
              <a:pPr marL="12700">
                <a:lnSpc>
                  <a:spcPct val="100000"/>
                </a:lnSpc>
                <a:spcBef>
                  <a:spcPts val="850"/>
                </a:spcBef>
              </a:pPr>
              <a:r>
                <a:rPr sz="2050" b="1" spc="-10" dirty="0">
                  <a:solidFill>
                    <a:srgbClr val="0856C3"/>
                  </a:solidFill>
                  <a:latin typeface="Inter SemiBold"/>
                  <a:cs typeface="Inter SemiBold"/>
                </a:rPr>
                <a:t>ABCDEFGHIJKLMNOPQRSTUVWXYZ</a:t>
              </a:r>
              <a:endParaRPr sz="2050" dirty="0">
                <a:latin typeface="Inter SemiBold"/>
                <a:cs typeface="Inter SemiBold"/>
              </a:endParaRPr>
            </a:p>
            <a:p>
              <a:pPr marL="12700">
                <a:lnSpc>
                  <a:spcPct val="100000"/>
                </a:lnSpc>
                <a:spcBef>
                  <a:spcPts val="755"/>
                </a:spcBef>
              </a:pPr>
              <a:r>
                <a:rPr sz="2050" b="1" spc="-10" dirty="0">
                  <a:solidFill>
                    <a:srgbClr val="0856C3"/>
                  </a:solidFill>
                  <a:latin typeface="Inter SemiBold"/>
                  <a:cs typeface="Inter SemiBold"/>
                </a:rPr>
                <a:t>abcdefghijklmnopqrstuvwxyz</a:t>
              </a:r>
              <a:endParaRPr sz="2050" dirty="0">
                <a:latin typeface="Inter SemiBold"/>
                <a:cs typeface="Inter SemiBold"/>
              </a:endParaRPr>
            </a:p>
          </p:txBody>
        </p:sp>
      </p:grpSp>
      <p:sp>
        <p:nvSpPr>
          <p:cNvPr id="26" name="object 25">
            <a:extLst>
              <a:ext uri="{FF2B5EF4-FFF2-40B4-BE49-F238E27FC236}">
                <a16:creationId xmlns:a16="http://schemas.microsoft.com/office/drawing/2014/main" id="{9355F57D-2335-F0D8-B12F-4E89C3EAF7A0}"/>
              </a:ext>
            </a:extLst>
          </p:cNvPr>
          <p:cNvSpPr txBox="1"/>
          <p:nvPr/>
        </p:nvSpPr>
        <p:spPr>
          <a:xfrm>
            <a:off x="1318902" y="2407946"/>
            <a:ext cx="3710298" cy="2905026"/>
          </a:xfrm>
          <a:prstGeom prst="rect">
            <a:avLst/>
          </a:prstGeom>
        </p:spPr>
        <p:txBody>
          <a:bodyPr vert="horz" wrap="square" lIns="0" tIns="12700" rIns="0" bIns="0" rtlCol="0">
            <a:spAutoFit/>
          </a:bodyPr>
          <a:lstStyle/>
          <a:p>
            <a:pPr marL="12700" marR="94615">
              <a:lnSpc>
                <a:spcPct val="131300"/>
              </a:lnSpc>
              <a:spcBef>
                <a:spcPts val="100"/>
              </a:spcBef>
            </a:pPr>
            <a:r>
              <a:rPr lang="en-US" sz="1200" dirty="0">
                <a:solidFill>
                  <a:srgbClr val="0856C3"/>
                </a:solidFill>
                <a:latin typeface="Inter" panose="02000503000000020004" pitchFamily="2" charset="0"/>
                <a:ea typeface="Inter" panose="02000503000000020004" pitchFamily="2" charset="0"/>
                <a:cs typeface="Tahoma"/>
              </a:rPr>
              <a:t>Inter</a:t>
            </a:r>
            <a:r>
              <a:rPr lang="en-US" sz="1200" spc="100"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adalah</a:t>
            </a:r>
            <a:r>
              <a:rPr lang="en-US" sz="1200" spc="105" dirty="0">
                <a:solidFill>
                  <a:srgbClr val="0856C3"/>
                </a:solidFill>
                <a:latin typeface="Inter" panose="02000503000000020004" pitchFamily="2" charset="0"/>
                <a:ea typeface="Inter" panose="02000503000000020004" pitchFamily="2" charset="0"/>
                <a:cs typeface="Tahoma"/>
              </a:rPr>
              <a:t> </a:t>
            </a:r>
            <a:r>
              <a:rPr lang="en-US" sz="1200" dirty="0">
                <a:solidFill>
                  <a:srgbClr val="0856C3"/>
                </a:solidFill>
                <a:latin typeface="Inter" panose="02000503000000020004" pitchFamily="2" charset="0"/>
                <a:ea typeface="Inter" panose="02000503000000020004" pitchFamily="2" charset="0"/>
                <a:cs typeface="Tahoma"/>
              </a:rPr>
              <a:t>typeface</a:t>
            </a:r>
            <a:r>
              <a:rPr lang="en-US" sz="1200" spc="105" dirty="0">
                <a:solidFill>
                  <a:srgbClr val="0856C3"/>
                </a:solidFill>
                <a:latin typeface="Inter" panose="02000503000000020004" pitchFamily="2" charset="0"/>
                <a:ea typeface="Inter" panose="02000503000000020004" pitchFamily="2" charset="0"/>
                <a:cs typeface="Tahoma"/>
              </a:rPr>
              <a:t> </a:t>
            </a:r>
            <a:r>
              <a:rPr lang="en-US" sz="1200" dirty="0" err="1">
                <a:solidFill>
                  <a:srgbClr val="0856C3"/>
                </a:solidFill>
                <a:latin typeface="Inter" panose="02000503000000020004" pitchFamily="2" charset="0"/>
                <a:ea typeface="Inter" panose="02000503000000020004" pitchFamily="2" charset="0"/>
                <a:cs typeface="Tahoma"/>
              </a:rPr>
              <a:t>utama</a:t>
            </a:r>
            <a:r>
              <a:rPr lang="en-US" sz="1200" spc="100" dirty="0">
                <a:solidFill>
                  <a:srgbClr val="0856C3"/>
                </a:solidFill>
                <a:latin typeface="Inter" panose="02000503000000020004" pitchFamily="2" charset="0"/>
                <a:ea typeface="Inter" panose="02000503000000020004" pitchFamily="2" charset="0"/>
                <a:cs typeface="Tahoma"/>
              </a:rPr>
              <a:t> </a:t>
            </a:r>
            <a:r>
              <a:rPr lang="en-US" sz="1200" dirty="0">
                <a:solidFill>
                  <a:srgbClr val="0856C3"/>
                </a:solidFill>
                <a:latin typeface="Inter" panose="02000503000000020004" pitchFamily="2" charset="0"/>
                <a:ea typeface="Inter" panose="02000503000000020004" pitchFamily="2" charset="0"/>
                <a:cs typeface="Tahoma"/>
              </a:rPr>
              <a:t>BRI</a:t>
            </a:r>
            <a:r>
              <a:rPr lang="en-US" sz="1200" spc="105" dirty="0">
                <a:solidFill>
                  <a:srgbClr val="0856C3"/>
                </a:solidFill>
                <a:latin typeface="Inter" panose="02000503000000020004" pitchFamily="2" charset="0"/>
                <a:ea typeface="Inter" panose="02000503000000020004" pitchFamily="2" charset="0"/>
                <a:cs typeface="Tahoma"/>
              </a:rPr>
              <a:t> </a:t>
            </a:r>
            <a:r>
              <a:rPr lang="en-US" sz="1200" dirty="0">
                <a:solidFill>
                  <a:srgbClr val="0856C3"/>
                </a:solidFill>
                <a:latin typeface="Inter" panose="02000503000000020004" pitchFamily="2" charset="0"/>
                <a:ea typeface="Inter" panose="02000503000000020004" pitchFamily="2" charset="0"/>
                <a:cs typeface="Tahoma"/>
              </a:rPr>
              <a:t>yang</a:t>
            </a:r>
            <a:r>
              <a:rPr lang="en-US" sz="1200" spc="105" dirty="0">
                <a:solidFill>
                  <a:srgbClr val="0856C3"/>
                </a:solidFill>
                <a:latin typeface="Inter" panose="02000503000000020004" pitchFamily="2" charset="0"/>
                <a:ea typeface="Inter" panose="02000503000000020004" pitchFamily="2" charset="0"/>
                <a:cs typeface="Tahoma"/>
              </a:rPr>
              <a:t> </a:t>
            </a:r>
            <a:r>
              <a:rPr lang="en-US" sz="1200" spc="-10" dirty="0" err="1">
                <a:solidFill>
                  <a:srgbClr val="0856C3"/>
                </a:solidFill>
                <a:latin typeface="Inter" panose="02000503000000020004" pitchFamily="2" charset="0"/>
                <a:ea typeface="Inter" panose="02000503000000020004" pitchFamily="2" charset="0"/>
                <a:cs typeface="Tahoma"/>
              </a:rPr>
              <a:t>digunakan</a:t>
            </a:r>
            <a:endParaRPr lang="en-US" sz="1200" dirty="0">
              <a:latin typeface="Inter" panose="02000503000000020004" pitchFamily="2" charset="0"/>
              <a:ea typeface="Inter" panose="02000503000000020004" pitchFamily="2" charset="0"/>
              <a:cs typeface="Tahoma"/>
            </a:endParaRPr>
          </a:p>
          <a:p>
            <a:pPr marL="12700" marR="94615">
              <a:lnSpc>
                <a:spcPct val="131300"/>
              </a:lnSpc>
              <a:spcBef>
                <a:spcPts val="100"/>
              </a:spcBef>
            </a:pPr>
            <a:r>
              <a:rPr sz="1200" dirty="0" err="1">
                <a:solidFill>
                  <a:srgbClr val="0856C3"/>
                </a:solidFill>
                <a:latin typeface="Inter" panose="02000503000000020004" pitchFamily="2" charset="0"/>
                <a:ea typeface="Inter" panose="02000503000000020004" pitchFamily="2" charset="0"/>
                <a:cs typeface="Tahoma"/>
              </a:rPr>
              <a:t>untuk</a:t>
            </a:r>
            <a:r>
              <a:rPr sz="1200" spc="11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seluruh</a:t>
            </a:r>
            <a:r>
              <a:rPr sz="1200" spc="11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judul,</a:t>
            </a:r>
            <a:r>
              <a:rPr sz="1200" spc="114"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subjudul,</a:t>
            </a:r>
            <a:r>
              <a:rPr sz="1200" spc="11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judul</a:t>
            </a:r>
            <a:r>
              <a:rPr sz="1200" spc="110"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bab,</a:t>
            </a:r>
            <a:r>
              <a:rPr sz="1200" spc="114"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dan</a:t>
            </a:r>
            <a:r>
              <a:rPr sz="1200" spc="110" dirty="0">
                <a:solidFill>
                  <a:srgbClr val="0856C3"/>
                </a:solidFill>
                <a:latin typeface="Inter" panose="02000503000000020004" pitchFamily="2" charset="0"/>
                <a:ea typeface="Inter" panose="02000503000000020004" pitchFamily="2" charset="0"/>
                <a:cs typeface="Tahoma"/>
              </a:rPr>
              <a:t> </a:t>
            </a:r>
            <a:r>
              <a:rPr sz="1200" spc="-25" dirty="0">
                <a:solidFill>
                  <a:srgbClr val="0856C3"/>
                </a:solidFill>
                <a:latin typeface="Inter" panose="02000503000000020004" pitchFamily="2" charset="0"/>
                <a:ea typeface="Inter" panose="02000503000000020004" pitchFamily="2" charset="0"/>
                <a:cs typeface="Tahoma"/>
              </a:rPr>
              <a:t>isi </a:t>
            </a:r>
            <a:r>
              <a:rPr sz="1200" spc="10" dirty="0">
                <a:solidFill>
                  <a:srgbClr val="0856C3"/>
                </a:solidFill>
                <a:latin typeface="Inter" panose="02000503000000020004" pitchFamily="2" charset="0"/>
                <a:ea typeface="Inter" panose="02000503000000020004" pitchFamily="2" charset="0"/>
                <a:cs typeface="Tahoma"/>
              </a:rPr>
              <a:t>konten.</a:t>
            </a:r>
            <a:r>
              <a:rPr sz="1200" spc="9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Inter</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Bold</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dan</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SemiBold</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digunakan</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untuk </a:t>
            </a:r>
            <a:r>
              <a:rPr sz="1200" spc="20" dirty="0">
                <a:solidFill>
                  <a:srgbClr val="0856C3"/>
                </a:solidFill>
                <a:latin typeface="Inter" panose="02000503000000020004" pitchFamily="2" charset="0"/>
                <a:ea typeface="Inter" panose="02000503000000020004" pitchFamily="2" charset="0"/>
                <a:cs typeface="Tahoma"/>
              </a:rPr>
              <a:t>headline</a:t>
            </a:r>
            <a:r>
              <a:rPr sz="1200" spc="9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dan</a:t>
            </a:r>
            <a:r>
              <a:rPr sz="1200" spc="10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subheadline</a:t>
            </a:r>
            <a:r>
              <a:rPr sz="1200" spc="10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guna</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menciptakan </a:t>
            </a:r>
            <a:r>
              <a:rPr sz="1200" spc="10" dirty="0">
                <a:solidFill>
                  <a:srgbClr val="0856C3"/>
                </a:solidFill>
                <a:latin typeface="Inter" panose="02000503000000020004" pitchFamily="2" charset="0"/>
                <a:ea typeface="Inter" panose="02000503000000020004" pitchFamily="2" charset="0"/>
                <a:cs typeface="Tahoma"/>
              </a:rPr>
              <a:t>penekanan</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yang</a:t>
            </a:r>
            <a:r>
              <a:rPr sz="1200" spc="10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kuat</a:t>
            </a:r>
            <a:r>
              <a:rPr sz="1200" spc="10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dan</a:t>
            </a:r>
            <a:r>
              <a:rPr sz="1200" spc="10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jelas,</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sementara</a:t>
            </a:r>
            <a:r>
              <a:rPr sz="1200" spc="10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Inter </a:t>
            </a:r>
            <a:r>
              <a:rPr sz="1200" spc="10" dirty="0">
                <a:solidFill>
                  <a:srgbClr val="0856C3"/>
                </a:solidFill>
                <a:latin typeface="Inter" panose="02000503000000020004" pitchFamily="2" charset="0"/>
                <a:ea typeface="Inter" panose="02000503000000020004" pitchFamily="2" charset="0"/>
                <a:cs typeface="Tahoma"/>
              </a:rPr>
              <a:t>SemiBold</a:t>
            </a:r>
            <a:r>
              <a:rPr sz="1200" spc="8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dan</a:t>
            </a:r>
            <a:r>
              <a:rPr sz="1200" spc="90" dirty="0">
                <a:solidFill>
                  <a:srgbClr val="0856C3"/>
                </a:solidFill>
                <a:latin typeface="Inter" panose="02000503000000020004" pitchFamily="2" charset="0"/>
                <a:ea typeface="Inter" panose="02000503000000020004" pitchFamily="2" charset="0"/>
                <a:cs typeface="Tahoma"/>
              </a:rPr>
              <a:t> </a:t>
            </a:r>
            <a:r>
              <a:rPr sz="1200" spc="50" dirty="0">
                <a:solidFill>
                  <a:srgbClr val="0856C3"/>
                </a:solidFill>
                <a:latin typeface="Inter" panose="02000503000000020004" pitchFamily="2" charset="0"/>
                <a:ea typeface="Inter" panose="02000503000000020004" pitchFamily="2" charset="0"/>
                <a:cs typeface="Tahoma"/>
              </a:rPr>
              <a:t>Medium</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digunakan</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untuk</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judul</a:t>
            </a:r>
            <a:r>
              <a:rPr sz="1200" spc="90" dirty="0">
                <a:solidFill>
                  <a:srgbClr val="0856C3"/>
                </a:solidFill>
                <a:latin typeface="Inter" panose="02000503000000020004" pitchFamily="2" charset="0"/>
                <a:ea typeface="Inter" panose="02000503000000020004" pitchFamily="2" charset="0"/>
                <a:cs typeface="Tahoma"/>
              </a:rPr>
              <a:t> </a:t>
            </a:r>
            <a:r>
              <a:rPr sz="1200" spc="-25" dirty="0">
                <a:solidFill>
                  <a:srgbClr val="0856C3"/>
                </a:solidFill>
                <a:latin typeface="Inter" panose="02000503000000020004" pitchFamily="2" charset="0"/>
                <a:ea typeface="Inter" panose="02000503000000020004" pitchFamily="2" charset="0"/>
                <a:cs typeface="Tahoma"/>
              </a:rPr>
              <a:t>bab </a:t>
            </a:r>
            <a:r>
              <a:rPr sz="1200" spc="10" dirty="0">
                <a:solidFill>
                  <a:srgbClr val="0856C3"/>
                </a:solidFill>
                <a:latin typeface="Inter" panose="02000503000000020004" pitchFamily="2" charset="0"/>
                <a:ea typeface="Inter" panose="02000503000000020004" pitchFamily="2" charset="0"/>
                <a:cs typeface="Tahoma"/>
              </a:rPr>
              <a:t>dan</a:t>
            </a:r>
            <a:r>
              <a:rPr sz="1200" spc="6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judul</a:t>
            </a:r>
            <a:r>
              <a:rPr sz="1200" spc="6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paragraf.</a:t>
            </a:r>
            <a:r>
              <a:rPr sz="1200" spc="65" dirty="0">
                <a:solidFill>
                  <a:srgbClr val="0856C3"/>
                </a:solidFill>
                <a:latin typeface="Inter" panose="02000503000000020004" pitchFamily="2" charset="0"/>
                <a:ea typeface="Inter" panose="02000503000000020004" pitchFamily="2" charset="0"/>
                <a:cs typeface="Tahoma"/>
              </a:rPr>
              <a:t> </a:t>
            </a:r>
            <a:r>
              <a:rPr sz="1200" dirty="0">
                <a:solidFill>
                  <a:srgbClr val="0856C3"/>
                </a:solidFill>
                <a:latin typeface="Inter" panose="02000503000000020004" pitchFamily="2" charset="0"/>
                <a:ea typeface="Inter" panose="02000503000000020004" pitchFamily="2" charset="0"/>
                <a:cs typeface="Tahoma"/>
              </a:rPr>
              <a:t>Inter</a:t>
            </a:r>
            <a:r>
              <a:rPr sz="1200" spc="6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Regular</a:t>
            </a:r>
            <a:r>
              <a:rPr sz="1200" spc="6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digunakan</a:t>
            </a:r>
            <a:r>
              <a:rPr sz="1200" spc="6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untuk </a:t>
            </a:r>
            <a:r>
              <a:rPr sz="1200" spc="50" dirty="0">
                <a:solidFill>
                  <a:srgbClr val="0856C3"/>
                </a:solidFill>
                <a:latin typeface="Inter" panose="02000503000000020004" pitchFamily="2" charset="0"/>
                <a:ea typeface="Inter" panose="02000503000000020004" pitchFamily="2" charset="0"/>
                <a:cs typeface="Tahoma"/>
              </a:rPr>
              <a:t>body</a:t>
            </a:r>
            <a:r>
              <a:rPr sz="1200" spc="20" dirty="0">
                <a:solidFill>
                  <a:srgbClr val="0856C3"/>
                </a:solidFill>
                <a:latin typeface="Inter" panose="02000503000000020004" pitchFamily="2" charset="0"/>
                <a:ea typeface="Inter" panose="02000503000000020004" pitchFamily="2" charset="0"/>
                <a:cs typeface="Tahoma"/>
              </a:rPr>
              <a:t> </a:t>
            </a:r>
            <a:r>
              <a:rPr sz="1200" spc="55" dirty="0">
                <a:solidFill>
                  <a:srgbClr val="0856C3"/>
                </a:solidFill>
                <a:latin typeface="Inter" panose="02000503000000020004" pitchFamily="2" charset="0"/>
                <a:ea typeface="Inter" panose="02000503000000020004" pitchFamily="2" charset="0"/>
                <a:cs typeface="Tahoma"/>
              </a:rPr>
              <a:t>copy</a:t>
            </a:r>
            <a:r>
              <a:rPr sz="1200" spc="2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agar keterbacaan</a:t>
            </a:r>
            <a:r>
              <a:rPr sz="1200" spc="2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tetap </a:t>
            </a:r>
            <a:r>
              <a:rPr sz="1200" spc="-10" dirty="0">
                <a:solidFill>
                  <a:srgbClr val="0856C3"/>
                </a:solidFill>
                <a:latin typeface="Inter" panose="02000503000000020004" pitchFamily="2" charset="0"/>
                <a:ea typeface="Inter" panose="02000503000000020004" pitchFamily="2" charset="0"/>
                <a:cs typeface="Tahoma"/>
              </a:rPr>
              <a:t>optimal.</a:t>
            </a:r>
            <a:endParaRPr sz="1200" dirty="0">
              <a:latin typeface="Inter" panose="02000503000000020004" pitchFamily="2" charset="0"/>
              <a:ea typeface="Inter" panose="02000503000000020004" pitchFamily="2" charset="0"/>
              <a:cs typeface="Tahoma"/>
            </a:endParaRPr>
          </a:p>
          <a:p>
            <a:pPr marL="12700" marR="5080">
              <a:lnSpc>
                <a:spcPct val="131300"/>
              </a:lnSpc>
            </a:pPr>
            <a:r>
              <a:rPr sz="1200" spc="20" dirty="0">
                <a:solidFill>
                  <a:srgbClr val="0856C3"/>
                </a:solidFill>
                <a:latin typeface="Inter" panose="02000503000000020004" pitchFamily="2" charset="0"/>
                <a:ea typeface="Inter" panose="02000503000000020004" pitchFamily="2" charset="0"/>
                <a:cs typeface="Tahoma"/>
              </a:rPr>
              <a:t>Penggunaan</a:t>
            </a:r>
            <a:r>
              <a:rPr sz="1200" spc="6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bobot</a:t>
            </a:r>
            <a:r>
              <a:rPr sz="1200" spc="7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font</a:t>
            </a:r>
            <a:r>
              <a:rPr sz="1200" spc="7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ini</a:t>
            </a:r>
            <a:r>
              <a:rPr sz="1200" spc="70"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memastikan</a:t>
            </a:r>
            <a:r>
              <a:rPr sz="1200" spc="7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hierarki </a:t>
            </a:r>
            <a:r>
              <a:rPr sz="1200" spc="10" dirty="0">
                <a:solidFill>
                  <a:srgbClr val="0856C3"/>
                </a:solidFill>
                <a:latin typeface="Inter" panose="02000503000000020004" pitchFamily="2" charset="0"/>
                <a:ea typeface="Inter" panose="02000503000000020004" pitchFamily="2" charset="0"/>
                <a:cs typeface="Tahoma"/>
              </a:rPr>
              <a:t>tipografi</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yang</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konsisten,</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rapi,</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dan</a:t>
            </a:r>
            <a:r>
              <a:rPr sz="1200" spc="9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mudah</a:t>
            </a:r>
            <a:r>
              <a:rPr sz="1200" spc="90"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dipahami </a:t>
            </a:r>
            <a:r>
              <a:rPr sz="1200" spc="10" dirty="0">
                <a:solidFill>
                  <a:srgbClr val="0856C3"/>
                </a:solidFill>
                <a:latin typeface="Inter" panose="02000503000000020004" pitchFamily="2" charset="0"/>
                <a:ea typeface="Inter" panose="02000503000000020004" pitchFamily="2" charset="0"/>
                <a:cs typeface="Tahoma"/>
              </a:rPr>
              <a:t>di</a:t>
            </a:r>
            <a:r>
              <a:rPr sz="1200" spc="12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seluruh</a:t>
            </a:r>
            <a:r>
              <a:rPr sz="1200" spc="12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aplikasi</a:t>
            </a:r>
            <a:r>
              <a:rPr sz="1200" spc="125" dirty="0">
                <a:solidFill>
                  <a:srgbClr val="0856C3"/>
                </a:solidFill>
                <a:latin typeface="Inter" panose="02000503000000020004" pitchFamily="2" charset="0"/>
                <a:ea typeface="Inter" panose="02000503000000020004" pitchFamily="2" charset="0"/>
                <a:cs typeface="Tahoma"/>
              </a:rPr>
              <a:t> </a:t>
            </a:r>
            <a:r>
              <a:rPr sz="1200" spc="10" dirty="0">
                <a:solidFill>
                  <a:srgbClr val="0856C3"/>
                </a:solidFill>
                <a:latin typeface="Inter" panose="02000503000000020004" pitchFamily="2" charset="0"/>
                <a:ea typeface="Inter" panose="02000503000000020004" pitchFamily="2" charset="0"/>
                <a:cs typeface="Tahoma"/>
              </a:rPr>
              <a:t>komunikasi</a:t>
            </a:r>
            <a:r>
              <a:rPr sz="1200" spc="125" dirty="0">
                <a:solidFill>
                  <a:srgbClr val="0856C3"/>
                </a:solidFill>
                <a:latin typeface="Inter" panose="02000503000000020004" pitchFamily="2" charset="0"/>
                <a:ea typeface="Inter" panose="02000503000000020004" pitchFamily="2" charset="0"/>
                <a:cs typeface="Tahoma"/>
              </a:rPr>
              <a:t> </a:t>
            </a:r>
            <a:r>
              <a:rPr sz="1200" spc="-20" dirty="0">
                <a:solidFill>
                  <a:srgbClr val="0856C3"/>
                </a:solidFill>
                <a:latin typeface="Inter" panose="02000503000000020004" pitchFamily="2" charset="0"/>
                <a:ea typeface="Inter" panose="02000503000000020004" pitchFamily="2" charset="0"/>
                <a:cs typeface="Tahoma"/>
              </a:rPr>
              <a:t>BRI.</a:t>
            </a:r>
            <a:endParaRPr sz="1200" dirty="0">
              <a:latin typeface="Inter" panose="02000503000000020004" pitchFamily="2" charset="0"/>
              <a:ea typeface="Inter" panose="02000503000000020004" pitchFamily="2" charset="0"/>
              <a:cs typeface="Tahoma"/>
            </a:endParaRPr>
          </a:p>
        </p:txBody>
      </p:sp>
      <p:sp>
        <p:nvSpPr>
          <p:cNvPr id="27" name="object 26">
            <a:extLst>
              <a:ext uri="{FF2B5EF4-FFF2-40B4-BE49-F238E27FC236}">
                <a16:creationId xmlns:a16="http://schemas.microsoft.com/office/drawing/2014/main" id="{C4C4EA86-3117-C59F-97C9-E4FB3C8BEF5F}"/>
              </a:ext>
            </a:extLst>
          </p:cNvPr>
          <p:cNvSpPr txBox="1"/>
          <p:nvPr/>
        </p:nvSpPr>
        <p:spPr>
          <a:xfrm>
            <a:off x="1320054" y="5375498"/>
            <a:ext cx="3709146" cy="2892202"/>
          </a:xfrm>
          <a:prstGeom prst="rect">
            <a:avLst/>
          </a:prstGeom>
        </p:spPr>
        <p:txBody>
          <a:bodyPr vert="horz" wrap="square" lIns="0" tIns="12700" rIns="0" bIns="0" rtlCol="0">
            <a:spAutoFit/>
          </a:bodyPr>
          <a:lstStyle/>
          <a:p>
            <a:pPr marL="12700" marR="56515">
              <a:lnSpc>
                <a:spcPct val="131300"/>
              </a:lnSpc>
              <a:spcBef>
                <a:spcPts val="100"/>
              </a:spcBef>
            </a:pPr>
            <a:r>
              <a:rPr sz="1200" dirty="0">
                <a:solidFill>
                  <a:srgbClr val="666666"/>
                </a:solidFill>
                <a:latin typeface="Inter" panose="02000503000000020004" pitchFamily="2" charset="0"/>
                <a:ea typeface="Inter" panose="02000503000000020004" pitchFamily="2" charset="0"/>
                <a:cs typeface="Tahoma"/>
              </a:rPr>
              <a:t>Inter</a:t>
            </a:r>
            <a:r>
              <a:rPr sz="1200" spc="9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is</a:t>
            </a:r>
            <a:r>
              <a:rPr sz="1200" spc="9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BRIʼs</a:t>
            </a:r>
            <a:r>
              <a:rPr sz="1200" spc="9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primary</a:t>
            </a:r>
            <a:r>
              <a:rPr sz="1200" spc="9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typeface</a:t>
            </a:r>
            <a:r>
              <a:rPr sz="1200" spc="9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and</a:t>
            </a:r>
            <a:r>
              <a:rPr sz="1200" spc="9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is</a:t>
            </a:r>
            <a:r>
              <a:rPr sz="1200" spc="9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used</a:t>
            </a:r>
            <a:r>
              <a:rPr sz="1200" spc="95"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across</a:t>
            </a:r>
            <a:r>
              <a:rPr sz="1200" spc="95" dirty="0">
                <a:solidFill>
                  <a:srgbClr val="666666"/>
                </a:solidFill>
                <a:latin typeface="Inter" panose="02000503000000020004" pitchFamily="2" charset="0"/>
                <a:ea typeface="Inter" panose="02000503000000020004" pitchFamily="2" charset="0"/>
                <a:cs typeface="Tahoma"/>
              </a:rPr>
              <a:t> </a:t>
            </a:r>
            <a:r>
              <a:rPr sz="1200" spc="-25" dirty="0">
                <a:solidFill>
                  <a:srgbClr val="666666"/>
                </a:solidFill>
                <a:latin typeface="Inter" panose="02000503000000020004" pitchFamily="2" charset="0"/>
                <a:ea typeface="Inter" panose="02000503000000020004" pitchFamily="2" charset="0"/>
                <a:cs typeface="Tahoma"/>
              </a:rPr>
              <a:t>all </a:t>
            </a:r>
            <a:r>
              <a:rPr sz="1200" spc="20" dirty="0">
                <a:solidFill>
                  <a:srgbClr val="666666"/>
                </a:solidFill>
                <a:latin typeface="Inter" panose="02000503000000020004" pitchFamily="2" charset="0"/>
                <a:ea typeface="Inter" panose="02000503000000020004" pitchFamily="2" charset="0"/>
                <a:cs typeface="Tahoma"/>
              </a:rPr>
              <a:t>headlines,</a:t>
            </a:r>
            <a:r>
              <a:rPr sz="1200" spc="65"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subheadlines,</a:t>
            </a:r>
            <a:r>
              <a:rPr sz="1200" spc="65"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chapter</a:t>
            </a:r>
            <a:r>
              <a:rPr sz="1200" spc="70"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titles,</a:t>
            </a:r>
            <a:r>
              <a:rPr sz="1200" spc="65"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and</a:t>
            </a:r>
            <a:r>
              <a:rPr sz="1200" spc="70"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body </a:t>
            </a:r>
            <a:r>
              <a:rPr sz="1200" spc="10" dirty="0">
                <a:solidFill>
                  <a:srgbClr val="666666"/>
                </a:solidFill>
                <a:latin typeface="Inter" panose="02000503000000020004" pitchFamily="2" charset="0"/>
                <a:ea typeface="Inter" panose="02000503000000020004" pitchFamily="2" charset="0"/>
                <a:cs typeface="Tahoma"/>
              </a:rPr>
              <a:t>content.</a:t>
            </a:r>
            <a:r>
              <a:rPr sz="1200" spc="7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Inter</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Bold</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and</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SemiBold</a:t>
            </a:r>
            <a:r>
              <a:rPr sz="1200" spc="75"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are</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used</a:t>
            </a:r>
            <a:r>
              <a:rPr sz="1200" spc="80" dirty="0">
                <a:solidFill>
                  <a:srgbClr val="666666"/>
                </a:solidFill>
                <a:latin typeface="Inter" panose="02000503000000020004" pitchFamily="2" charset="0"/>
                <a:ea typeface="Inter" panose="02000503000000020004" pitchFamily="2" charset="0"/>
                <a:cs typeface="Tahoma"/>
              </a:rPr>
              <a:t> </a:t>
            </a:r>
            <a:r>
              <a:rPr sz="1200" spc="-25" dirty="0">
                <a:solidFill>
                  <a:srgbClr val="666666"/>
                </a:solidFill>
                <a:latin typeface="Inter" panose="02000503000000020004" pitchFamily="2" charset="0"/>
                <a:ea typeface="Inter" panose="02000503000000020004" pitchFamily="2" charset="0"/>
                <a:cs typeface="Tahoma"/>
              </a:rPr>
              <a:t>for </a:t>
            </a:r>
            <a:r>
              <a:rPr sz="1200" spc="30" dirty="0">
                <a:solidFill>
                  <a:srgbClr val="666666"/>
                </a:solidFill>
                <a:latin typeface="Inter" panose="02000503000000020004" pitchFamily="2" charset="0"/>
                <a:ea typeface="Inter" panose="02000503000000020004" pitchFamily="2" charset="0"/>
                <a:cs typeface="Tahoma"/>
              </a:rPr>
              <a:t>headlines</a:t>
            </a:r>
            <a:r>
              <a:rPr sz="1200" spc="15"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and</a:t>
            </a:r>
            <a:r>
              <a:rPr sz="1200" spc="20"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subheadlines</a:t>
            </a:r>
            <a:r>
              <a:rPr sz="1200" spc="15"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to</a:t>
            </a:r>
            <a:r>
              <a:rPr sz="1200" spc="20"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create</a:t>
            </a:r>
            <a:r>
              <a:rPr sz="1200" spc="15" dirty="0">
                <a:solidFill>
                  <a:srgbClr val="666666"/>
                </a:solidFill>
                <a:latin typeface="Inter" panose="02000503000000020004" pitchFamily="2" charset="0"/>
                <a:ea typeface="Inter" panose="02000503000000020004" pitchFamily="2" charset="0"/>
                <a:cs typeface="Tahoma"/>
              </a:rPr>
              <a:t> </a:t>
            </a:r>
            <a:r>
              <a:rPr sz="1200" spc="30" dirty="0">
                <a:solidFill>
                  <a:srgbClr val="666666"/>
                </a:solidFill>
                <a:latin typeface="Inter" panose="02000503000000020004" pitchFamily="2" charset="0"/>
                <a:ea typeface="Inter" panose="02000503000000020004" pitchFamily="2" charset="0"/>
                <a:cs typeface="Tahoma"/>
              </a:rPr>
              <a:t>strong</a:t>
            </a:r>
            <a:r>
              <a:rPr sz="1200" spc="20" dirty="0">
                <a:solidFill>
                  <a:srgbClr val="666666"/>
                </a:solidFill>
                <a:latin typeface="Inter" panose="02000503000000020004" pitchFamily="2" charset="0"/>
                <a:ea typeface="Inter" panose="02000503000000020004" pitchFamily="2" charset="0"/>
                <a:cs typeface="Tahoma"/>
              </a:rPr>
              <a:t> </a:t>
            </a:r>
            <a:r>
              <a:rPr sz="1200" spc="-25" dirty="0">
                <a:solidFill>
                  <a:srgbClr val="666666"/>
                </a:solidFill>
                <a:latin typeface="Inter" panose="02000503000000020004" pitchFamily="2" charset="0"/>
                <a:ea typeface="Inter" panose="02000503000000020004" pitchFamily="2" charset="0"/>
                <a:cs typeface="Tahoma"/>
              </a:rPr>
              <a:t>and </a:t>
            </a:r>
            <a:r>
              <a:rPr sz="1200" spc="10" dirty="0">
                <a:solidFill>
                  <a:srgbClr val="666666"/>
                </a:solidFill>
                <a:latin typeface="Inter" panose="02000503000000020004" pitchFamily="2" charset="0"/>
                <a:ea typeface="Inter" panose="02000503000000020004" pitchFamily="2" charset="0"/>
                <a:cs typeface="Tahoma"/>
              </a:rPr>
              <a:t>clear</a:t>
            </a:r>
            <a:r>
              <a:rPr sz="1200" spc="11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emphasis,</a:t>
            </a:r>
            <a:r>
              <a:rPr sz="1200" spc="11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while</a:t>
            </a:r>
            <a:r>
              <a:rPr sz="1200" spc="114"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Inter</a:t>
            </a:r>
            <a:r>
              <a:rPr sz="1200" spc="11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SemiBold</a:t>
            </a:r>
            <a:r>
              <a:rPr sz="1200" spc="11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and</a:t>
            </a:r>
            <a:r>
              <a:rPr sz="1200" spc="114" dirty="0">
                <a:solidFill>
                  <a:srgbClr val="666666"/>
                </a:solidFill>
                <a:latin typeface="Inter" panose="02000503000000020004" pitchFamily="2" charset="0"/>
                <a:ea typeface="Inter" panose="02000503000000020004" pitchFamily="2" charset="0"/>
                <a:cs typeface="Tahoma"/>
              </a:rPr>
              <a:t> </a:t>
            </a:r>
            <a:r>
              <a:rPr sz="1200" spc="40" dirty="0">
                <a:solidFill>
                  <a:srgbClr val="666666"/>
                </a:solidFill>
                <a:latin typeface="Inter" panose="02000503000000020004" pitchFamily="2" charset="0"/>
                <a:ea typeface="Inter" panose="02000503000000020004" pitchFamily="2" charset="0"/>
                <a:cs typeface="Tahoma"/>
              </a:rPr>
              <a:t>Medium </a:t>
            </a:r>
            <a:r>
              <a:rPr sz="1200" spc="10" dirty="0">
                <a:solidFill>
                  <a:srgbClr val="666666"/>
                </a:solidFill>
                <a:latin typeface="Inter" panose="02000503000000020004" pitchFamily="2" charset="0"/>
                <a:ea typeface="Inter" panose="02000503000000020004" pitchFamily="2" charset="0"/>
                <a:cs typeface="Tahoma"/>
              </a:rPr>
              <a:t>are</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used</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for</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chapter</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titles</a:t>
            </a:r>
            <a:r>
              <a:rPr sz="1200" spc="85"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and</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paragraph</a:t>
            </a:r>
            <a:r>
              <a:rPr sz="1200" spc="8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titles.</a:t>
            </a:r>
            <a:endParaRPr sz="1200" dirty="0">
              <a:latin typeface="Inter" panose="02000503000000020004" pitchFamily="2" charset="0"/>
              <a:ea typeface="Inter" panose="02000503000000020004" pitchFamily="2" charset="0"/>
              <a:cs typeface="Tahoma"/>
            </a:endParaRPr>
          </a:p>
          <a:p>
            <a:pPr marL="12700" marR="5080">
              <a:lnSpc>
                <a:spcPct val="131300"/>
              </a:lnSpc>
            </a:pPr>
            <a:r>
              <a:rPr sz="1200" dirty="0">
                <a:solidFill>
                  <a:srgbClr val="666666"/>
                </a:solidFill>
                <a:latin typeface="Inter" panose="02000503000000020004" pitchFamily="2" charset="0"/>
                <a:ea typeface="Inter" panose="02000503000000020004" pitchFamily="2" charset="0"/>
                <a:cs typeface="Tahoma"/>
              </a:rPr>
              <a:t>Inter</a:t>
            </a:r>
            <a:r>
              <a:rPr sz="1200" spc="60"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Regular</a:t>
            </a:r>
            <a:r>
              <a:rPr sz="1200" spc="60"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is</a:t>
            </a:r>
            <a:r>
              <a:rPr sz="1200" spc="60"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used</a:t>
            </a:r>
            <a:r>
              <a:rPr sz="1200" spc="60"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for</a:t>
            </a:r>
            <a:r>
              <a:rPr sz="1200" spc="60"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body</a:t>
            </a:r>
            <a:r>
              <a:rPr sz="1200" spc="60" dirty="0">
                <a:solidFill>
                  <a:srgbClr val="666666"/>
                </a:solidFill>
                <a:latin typeface="Inter" panose="02000503000000020004" pitchFamily="2" charset="0"/>
                <a:ea typeface="Inter" panose="02000503000000020004" pitchFamily="2" charset="0"/>
                <a:cs typeface="Tahoma"/>
              </a:rPr>
              <a:t> </a:t>
            </a:r>
            <a:r>
              <a:rPr sz="1200" spc="55" dirty="0">
                <a:solidFill>
                  <a:srgbClr val="666666"/>
                </a:solidFill>
                <a:latin typeface="Inter" panose="02000503000000020004" pitchFamily="2" charset="0"/>
                <a:ea typeface="Inter" panose="02000503000000020004" pitchFamily="2" charset="0"/>
                <a:cs typeface="Tahoma"/>
              </a:rPr>
              <a:t>copy</a:t>
            </a:r>
            <a:r>
              <a:rPr sz="1200" spc="60"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to</a:t>
            </a:r>
            <a:r>
              <a:rPr sz="1200" spc="60"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ensure</a:t>
            </a:r>
            <a:r>
              <a:rPr sz="1200" spc="6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optimal </a:t>
            </a:r>
            <a:r>
              <a:rPr sz="1200" spc="10" dirty="0">
                <a:solidFill>
                  <a:srgbClr val="666666"/>
                </a:solidFill>
                <a:latin typeface="Inter" panose="02000503000000020004" pitchFamily="2" charset="0"/>
                <a:ea typeface="Inter" panose="02000503000000020004" pitchFamily="2" charset="0"/>
                <a:cs typeface="Tahoma"/>
              </a:rPr>
              <a:t>readability.</a:t>
            </a:r>
            <a:r>
              <a:rPr sz="1200" spc="9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This</a:t>
            </a:r>
            <a:r>
              <a:rPr sz="1200" spc="90" dirty="0">
                <a:solidFill>
                  <a:srgbClr val="666666"/>
                </a:solidFill>
                <a:latin typeface="Inter" panose="02000503000000020004" pitchFamily="2" charset="0"/>
                <a:ea typeface="Inter" panose="02000503000000020004" pitchFamily="2" charset="0"/>
                <a:cs typeface="Tahoma"/>
              </a:rPr>
              <a:t> </a:t>
            </a:r>
            <a:r>
              <a:rPr sz="1200" spc="55" dirty="0">
                <a:solidFill>
                  <a:srgbClr val="666666"/>
                </a:solidFill>
                <a:latin typeface="Inter" panose="02000503000000020004" pitchFamily="2" charset="0"/>
                <a:ea typeface="Inter" panose="02000503000000020004" pitchFamily="2" charset="0"/>
                <a:cs typeface="Tahoma"/>
              </a:rPr>
              <a:t>use</a:t>
            </a:r>
            <a:r>
              <a:rPr sz="1200" spc="9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of</a:t>
            </a:r>
            <a:r>
              <a:rPr sz="1200" spc="9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font</a:t>
            </a:r>
            <a:r>
              <a:rPr sz="1200" spc="9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weights</a:t>
            </a:r>
            <a:r>
              <a:rPr sz="1200" spc="9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creates</a:t>
            </a:r>
            <a:r>
              <a:rPr sz="1200" spc="90"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a </a:t>
            </a:r>
            <a:r>
              <a:rPr sz="1200" spc="20" dirty="0">
                <a:solidFill>
                  <a:srgbClr val="666666"/>
                </a:solidFill>
                <a:latin typeface="Inter" panose="02000503000000020004" pitchFamily="2" charset="0"/>
                <a:ea typeface="Inter" panose="02000503000000020004" pitchFamily="2" charset="0"/>
                <a:cs typeface="Tahoma"/>
              </a:rPr>
              <a:t>consistent,</a:t>
            </a:r>
            <a:r>
              <a:rPr sz="1200" spc="85"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clean,</a:t>
            </a:r>
            <a:r>
              <a:rPr sz="1200" spc="90"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and</a:t>
            </a:r>
            <a:r>
              <a:rPr sz="1200" spc="85"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easily</a:t>
            </a:r>
            <a:r>
              <a:rPr sz="1200" spc="90" dirty="0">
                <a:solidFill>
                  <a:srgbClr val="666666"/>
                </a:solidFill>
                <a:latin typeface="Inter" panose="02000503000000020004" pitchFamily="2" charset="0"/>
                <a:ea typeface="Inter" panose="02000503000000020004" pitchFamily="2" charset="0"/>
                <a:cs typeface="Tahoma"/>
              </a:rPr>
              <a:t> </a:t>
            </a:r>
            <a:r>
              <a:rPr sz="1200" spc="20" dirty="0">
                <a:solidFill>
                  <a:srgbClr val="666666"/>
                </a:solidFill>
                <a:latin typeface="Inter" panose="02000503000000020004" pitchFamily="2" charset="0"/>
                <a:ea typeface="Inter" panose="02000503000000020004" pitchFamily="2" charset="0"/>
                <a:cs typeface="Tahoma"/>
              </a:rPr>
              <a:t>understood</a:t>
            </a:r>
            <a:r>
              <a:rPr sz="1200" spc="85"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typographic </a:t>
            </a:r>
            <a:r>
              <a:rPr sz="1200" spc="10" dirty="0">
                <a:solidFill>
                  <a:srgbClr val="666666"/>
                </a:solidFill>
                <a:latin typeface="Inter" panose="02000503000000020004" pitchFamily="2" charset="0"/>
                <a:ea typeface="Inter" panose="02000503000000020004" pitchFamily="2" charset="0"/>
                <a:cs typeface="Tahoma"/>
              </a:rPr>
              <a:t>hierarchy</a:t>
            </a:r>
            <a:r>
              <a:rPr sz="1200" spc="30" dirty="0">
                <a:solidFill>
                  <a:srgbClr val="666666"/>
                </a:solidFill>
                <a:latin typeface="Inter" panose="02000503000000020004" pitchFamily="2" charset="0"/>
                <a:ea typeface="Inter" panose="02000503000000020004" pitchFamily="2" charset="0"/>
                <a:cs typeface="Tahoma"/>
              </a:rPr>
              <a:t> </a:t>
            </a:r>
            <a:r>
              <a:rPr sz="1200" spc="50" dirty="0">
                <a:solidFill>
                  <a:srgbClr val="666666"/>
                </a:solidFill>
                <a:latin typeface="Inter" panose="02000503000000020004" pitchFamily="2" charset="0"/>
                <a:ea typeface="Inter" panose="02000503000000020004" pitchFamily="2" charset="0"/>
                <a:cs typeface="Tahoma"/>
              </a:rPr>
              <a:t>across</a:t>
            </a:r>
            <a:r>
              <a:rPr sz="1200" spc="3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all</a:t>
            </a:r>
            <a:r>
              <a:rPr sz="1200" spc="35" dirty="0">
                <a:solidFill>
                  <a:srgbClr val="666666"/>
                </a:solidFill>
                <a:latin typeface="Inter" panose="02000503000000020004" pitchFamily="2" charset="0"/>
                <a:ea typeface="Inter" panose="02000503000000020004" pitchFamily="2" charset="0"/>
                <a:cs typeface="Tahoma"/>
              </a:rPr>
              <a:t> </a:t>
            </a:r>
            <a:r>
              <a:rPr sz="1200" dirty="0">
                <a:solidFill>
                  <a:srgbClr val="666666"/>
                </a:solidFill>
                <a:latin typeface="Inter" panose="02000503000000020004" pitchFamily="2" charset="0"/>
                <a:ea typeface="Inter" panose="02000503000000020004" pitchFamily="2" charset="0"/>
                <a:cs typeface="Tahoma"/>
              </a:rPr>
              <a:t>BRI</a:t>
            </a:r>
            <a:r>
              <a:rPr sz="1200" spc="30" dirty="0">
                <a:solidFill>
                  <a:srgbClr val="666666"/>
                </a:solidFill>
                <a:latin typeface="Inter" panose="02000503000000020004" pitchFamily="2" charset="0"/>
                <a:ea typeface="Inter" panose="02000503000000020004" pitchFamily="2" charset="0"/>
                <a:cs typeface="Tahoma"/>
              </a:rPr>
              <a:t> </a:t>
            </a:r>
            <a:r>
              <a:rPr sz="1200" spc="-10" dirty="0">
                <a:solidFill>
                  <a:srgbClr val="666666"/>
                </a:solidFill>
                <a:latin typeface="Inter" panose="02000503000000020004" pitchFamily="2" charset="0"/>
                <a:ea typeface="Inter" panose="02000503000000020004" pitchFamily="2" charset="0"/>
                <a:cs typeface="Tahoma"/>
              </a:rPr>
              <a:t>communications.</a:t>
            </a:r>
            <a:endParaRPr sz="1200" dirty="0">
              <a:latin typeface="Inter" panose="02000503000000020004" pitchFamily="2" charset="0"/>
              <a:ea typeface="Inter" panose="02000503000000020004" pitchFamily="2" charset="0"/>
              <a:cs typeface="Tahoma"/>
            </a:endParaRPr>
          </a:p>
        </p:txBody>
      </p:sp>
      <p:sp>
        <p:nvSpPr>
          <p:cNvPr id="30" name="TextBox 29">
            <a:extLst>
              <a:ext uri="{FF2B5EF4-FFF2-40B4-BE49-F238E27FC236}">
                <a16:creationId xmlns:a16="http://schemas.microsoft.com/office/drawing/2014/main" id="{83BFCC30-A2FE-93AF-EDC6-D625639595B7}"/>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18</a:t>
            </a:fld>
            <a:endParaRPr lang="en-US" b="1" dirty="0">
              <a:latin typeface="Inter" panose="02000503000000020004" pitchFamily="2" charset="0"/>
              <a:ea typeface="Inter" panose="02000503000000020004" pitchFamily="2" charset="0"/>
            </a:endParaRPr>
          </a:p>
        </p:txBody>
      </p:sp>
      <p:sp>
        <p:nvSpPr>
          <p:cNvPr id="2" name="Rectangle 1">
            <a:extLst>
              <a:ext uri="{FF2B5EF4-FFF2-40B4-BE49-F238E27FC236}">
                <a16:creationId xmlns:a16="http://schemas.microsoft.com/office/drawing/2014/main" id="{B4B8F663-213E-2A56-A7B0-264D570845C2}"/>
              </a:ext>
            </a:extLst>
          </p:cNvPr>
          <p:cNvSpPr>
            <a:spLocks noChangeArrowheads="1"/>
          </p:cNvSpPr>
          <p:nvPr/>
        </p:nvSpPr>
        <p:spPr bwMode="auto">
          <a:xfrm>
            <a:off x="1066800" y="8808759"/>
            <a:ext cx="464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err="1">
                <a:ln>
                  <a:noFill/>
                </a:ln>
                <a:solidFill>
                  <a:schemeClr val="tx1"/>
                </a:solidFill>
                <a:effectLst/>
                <a:latin typeface="Inter" panose="02000503000000020004" pitchFamily="2" charset="0"/>
                <a:ea typeface="Inter" panose="02000503000000020004" pitchFamily="2" charset="0"/>
                <a:hlinkClick r:id="rId4"/>
              </a:rPr>
              <a:t>Unduh</a:t>
            </a:r>
            <a:r>
              <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hlinkClick r:id="rId4"/>
              </a:rPr>
              <a:t> Font Inter</a:t>
            </a:r>
            <a:r>
              <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rPr>
              <a:t> </a:t>
            </a:r>
            <a:r>
              <a:rPr kumimoji="0" lang="en-US" altLang="en-US" sz="2400" b="1" i="0" u="sng" strike="noStrike" cap="none" normalizeH="0" baseline="0" dirty="0" err="1">
                <a:ln>
                  <a:noFill/>
                </a:ln>
                <a:solidFill>
                  <a:schemeClr val="tx1"/>
                </a:solidFill>
                <a:effectLst/>
                <a:latin typeface="Inter" panose="02000503000000020004" pitchFamily="2" charset="0"/>
                <a:ea typeface="Inter" panose="02000503000000020004" pitchFamily="2" charset="0"/>
              </a:rPr>
              <a:t>Disini</a:t>
            </a:r>
            <a:endParaRPr kumimoji="0" lang="en-US" altLang="en-US" sz="2400" b="1" i="0" u="sng" strike="noStrike" cap="none" normalizeH="0" baseline="0" dirty="0">
              <a:ln>
                <a:noFill/>
              </a:ln>
              <a:solidFill>
                <a:schemeClr val="tx1"/>
              </a:solidFill>
              <a:effectLst/>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1619220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858EB-DC0B-F66E-36DD-44F8698C3280}"/>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6682B096-B604-3287-3731-55E09A83FFF6}"/>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1D8CAA5C-3117-DC45-60C9-FDA356CB9D72}"/>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52" name="object 19" descr="$PPTXTitle">
            <a:extLst>
              <a:ext uri="{FF2B5EF4-FFF2-40B4-BE49-F238E27FC236}">
                <a16:creationId xmlns:a16="http://schemas.microsoft.com/office/drawing/2014/main" id="{D15E23BD-24A9-F4B5-53B2-A45B29D09AB1}"/>
              </a:ext>
            </a:extLst>
          </p:cNvPr>
          <p:cNvSpPr txBox="1">
            <a:spLocks/>
          </p:cNvSpPr>
          <p:nvPr/>
        </p:nvSpPr>
        <p:spPr>
          <a:xfrm>
            <a:off x="5562600" y="571500"/>
            <a:ext cx="8686800" cy="1195840"/>
          </a:xfrm>
          <a:prstGeom prst="rect">
            <a:avLst/>
          </a:prstGeom>
        </p:spPr>
        <p:txBody>
          <a:bodyPr vert="horz" wrap="square" lIns="0" tIns="89535"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gn="l">
              <a:spcBef>
                <a:spcPts val="705"/>
              </a:spcBef>
            </a:pPr>
            <a:r>
              <a:rPr lang="en-US" b="1" spc="185" dirty="0">
                <a:latin typeface="Inter" panose="02000503000000020004" pitchFamily="2" charset="0"/>
                <a:ea typeface="Inter" panose="02000503000000020004" pitchFamily="2" charset="0"/>
              </a:rPr>
              <a:t>Gaya</a:t>
            </a:r>
            <a:r>
              <a:rPr lang="en-US" b="1" spc="-125" dirty="0">
                <a:latin typeface="Inter" panose="02000503000000020004" pitchFamily="2" charset="0"/>
                <a:ea typeface="Inter" panose="02000503000000020004" pitchFamily="2" charset="0"/>
              </a:rPr>
              <a:t> </a:t>
            </a:r>
            <a:r>
              <a:rPr lang="en-US" b="1" spc="135" dirty="0" err="1">
                <a:latin typeface="Inter" panose="02000503000000020004" pitchFamily="2" charset="0"/>
                <a:ea typeface="Inter" panose="02000503000000020004" pitchFamily="2" charset="0"/>
              </a:rPr>
              <a:t>Tipografi</a:t>
            </a:r>
            <a:endParaRPr lang="en-US" b="1" spc="135" dirty="0">
              <a:latin typeface="Inter" panose="02000503000000020004" pitchFamily="2" charset="0"/>
              <a:ea typeface="Inter" panose="02000503000000020004" pitchFamily="2" charset="0"/>
            </a:endParaRPr>
          </a:p>
          <a:p>
            <a:pPr marL="12700" algn="l">
              <a:spcBef>
                <a:spcPts val="400"/>
              </a:spcBef>
            </a:pPr>
            <a:r>
              <a:rPr lang="en-US" sz="2450" spc="114" dirty="0">
                <a:latin typeface="Inter" panose="02000503000000020004" pitchFamily="2" charset="0"/>
                <a:ea typeface="Inter" panose="02000503000000020004" pitchFamily="2" charset="0"/>
              </a:rPr>
              <a:t>Typography</a:t>
            </a:r>
            <a:r>
              <a:rPr lang="en-US" sz="2450" spc="-70" dirty="0">
                <a:latin typeface="Inter" panose="02000503000000020004" pitchFamily="2" charset="0"/>
                <a:ea typeface="Inter" panose="02000503000000020004" pitchFamily="2" charset="0"/>
              </a:rPr>
              <a:t> </a:t>
            </a:r>
            <a:r>
              <a:rPr lang="en-US" sz="2450" spc="105" dirty="0">
                <a:latin typeface="Inter" panose="02000503000000020004" pitchFamily="2" charset="0"/>
                <a:ea typeface="Inter" panose="02000503000000020004" pitchFamily="2" charset="0"/>
              </a:rPr>
              <a:t>Style</a:t>
            </a:r>
            <a:endParaRPr lang="en-US" sz="2450" dirty="0">
              <a:latin typeface="Inter" panose="02000503000000020004" pitchFamily="2" charset="0"/>
              <a:ea typeface="Inter" panose="02000503000000020004" pitchFamily="2" charset="0"/>
            </a:endParaRPr>
          </a:p>
        </p:txBody>
      </p:sp>
      <p:sp>
        <p:nvSpPr>
          <p:cNvPr id="30" name="TextBox 29">
            <a:extLst>
              <a:ext uri="{FF2B5EF4-FFF2-40B4-BE49-F238E27FC236}">
                <a16:creationId xmlns:a16="http://schemas.microsoft.com/office/drawing/2014/main" id="{503398ED-39EB-2AB4-139D-BD0F961233E1}"/>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19</a:t>
            </a:fld>
            <a:endParaRPr lang="en-US" b="1" dirty="0">
              <a:latin typeface="Inter" panose="02000503000000020004" pitchFamily="2" charset="0"/>
              <a:ea typeface="Inter" panose="02000503000000020004" pitchFamily="2" charset="0"/>
            </a:endParaRPr>
          </a:p>
        </p:txBody>
      </p:sp>
      <p:sp>
        <p:nvSpPr>
          <p:cNvPr id="32" name="object 10">
            <a:extLst>
              <a:ext uri="{FF2B5EF4-FFF2-40B4-BE49-F238E27FC236}">
                <a16:creationId xmlns:a16="http://schemas.microsoft.com/office/drawing/2014/main" id="{123909FD-CD0F-1866-638C-E365727784F8}"/>
              </a:ext>
            </a:extLst>
          </p:cNvPr>
          <p:cNvSpPr txBox="1"/>
          <p:nvPr/>
        </p:nvSpPr>
        <p:spPr>
          <a:xfrm>
            <a:off x="1318902" y="2275518"/>
            <a:ext cx="4091298" cy="7343164"/>
          </a:xfrm>
          <a:prstGeom prst="rect">
            <a:avLst/>
          </a:prstGeom>
        </p:spPr>
        <p:txBody>
          <a:bodyPr vert="horz" wrap="square" lIns="0" tIns="12700" rIns="0" bIns="0" rtlCol="0">
            <a:spAutoFit/>
          </a:bodyPr>
          <a:lstStyle/>
          <a:p>
            <a:pPr marL="12700" marR="5080">
              <a:lnSpc>
                <a:spcPct val="131300"/>
              </a:lnSpc>
              <a:spcBef>
                <a:spcPts val="100"/>
              </a:spcBef>
            </a:pPr>
            <a:r>
              <a:rPr sz="1100" dirty="0">
                <a:solidFill>
                  <a:srgbClr val="0856C3"/>
                </a:solidFill>
                <a:latin typeface="Inter" panose="02000503000000020004" pitchFamily="2" charset="0"/>
                <a:ea typeface="Inter" panose="02000503000000020004" pitchFamily="2" charset="0"/>
                <a:cs typeface="Tahoma"/>
              </a:rPr>
              <a:t>Elemen</a:t>
            </a:r>
            <a:r>
              <a:rPr sz="1100" spc="14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grafis</a:t>
            </a:r>
            <a:r>
              <a:rPr sz="1100" spc="14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BRI</a:t>
            </a:r>
            <a:r>
              <a:rPr sz="1100" spc="14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terinspirasi</a:t>
            </a:r>
            <a:r>
              <a:rPr sz="1100" spc="14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langsung</a:t>
            </a:r>
            <a:r>
              <a:rPr sz="1100" spc="14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dari</a:t>
            </a:r>
            <a:r>
              <a:rPr sz="1100" spc="14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logo</a:t>
            </a:r>
            <a:r>
              <a:rPr sz="1100" spc="14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BRI,</a:t>
            </a:r>
            <a:r>
              <a:rPr sz="1100" spc="14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dengan </a:t>
            </a:r>
            <a:r>
              <a:rPr sz="1100" spc="20" dirty="0">
                <a:solidFill>
                  <a:srgbClr val="0856C3"/>
                </a:solidFill>
                <a:latin typeface="Inter" panose="02000503000000020004" pitchFamily="2" charset="0"/>
                <a:ea typeface="Inter" panose="02000503000000020004" pitchFamily="2" charset="0"/>
                <a:cs typeface="Tahoma"/>
              </a:rPr>
              <a:t>memanfaatkan</a:t>
            </a:r>
            <a:r>
              <a:rPr sz="1100" spc="7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bentuk</a:t>
            </a:r>
            <a:r>
              <a:rPr sz="1100" spc="7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kotak</a:t>
            </a:r>
            <a:r>
              <a:rPr sz="1100" spc="7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bersudut</a:t>
            </a:r>
            <a:r>
              <a:rPr sz="1100" spc="7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membulat</a:t>
            </a:r>
            <a:r>
              <a:rPr sz="1100" spc="7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sebagai</a:t>
            </a:r>
            <a:r>
              <a:rPr sz="1100" spc="7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sebuah </a:t>
            </a:r>
            <a:r>
              <a:rPr sz="1100" spc="20" dirty="0">
                <a:solidFill>
                  <a:srgbClr val="0856C3"/>
                </a:solidFill>
                <a:latin typeface="Inter" panose="02000503000000020004" pitchFamily="2" charset="0"/>
                <a:ea typeface="Inter" panose="02000503000000020004" pitchFamily="2" charset="0"/>
                <a:cs typeface="Tahoma"/>
              </a:rPr>
              <a:t>bingkai.</a:t>
            </a:r>
            <a:r>
              <a:rPr sz="1100" spc="6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Elemen</a:t>
            </a:r>
            <a:r>
              <a:rPr sz="1100" spc="7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ini</a:t>
            </a:r>
            <a:r>
              <a:rPr sz="1100" spc="7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berfungsi</a:t>
            </a:r>
            <a:r>
              <a:rPr sz="1100" spc="7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sebagai</a:t>
            </a:r>
            <a:r>
              <a:rPr sz="1100" spc="7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perangkat</a:t>
            </a:r>
            <a:r>
              <a:rPr sz="1100" spc="7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visual</a:t>
            </a:r>
            <a:r>
              <a:rPr sz="1100" spc="7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untuk </a:t>
            </a:r>
            <a:r>
              <a:rPr sz="1100" dirty="0">
                <a:solidFill>
                  <a:srgbClr val="0856C3"/>
                </a:solidFill>
                <a:latin typeface="Inter" panose="02000503000000020004" pitchFamily="2" charset="0"/>
                <a:ea typeface="Inter" panose="02000503000000020004" pitchFamily="2" charset="0"/>
                <a:cs typeface="Tahoma"/>
              </a:rPr>
              <a:t>menyoroti</a:t>
            </a:r>
            <a:r>
              <a:rPr sz="1100" spc="204"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individu,</a:t>
            </a:r>
            <a:r>
              <a:rPr sz="1100" spc="21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cerita,</a:t>
            </a:r>
            <a:r>
              <a:rPr sz="1100" spc="21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produk,</a:t>
            </a:r>
            <a:r>
              <a:rPr sz="1100" spc="21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atau</a:t>
            </a:r>
            <a:r>
              <a:rPr sz="1100" spc="21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pesan—</a:t>
            </a:r>
            <a:r>
              <a:rPr sz="1100" spc="-10" dirty="0">
                <a:solidFill>
                  <a:srgbClr val="0856C3"/>
                </a:solidFill>
                <a:latin typeface="Inter" panose="02000503000000020004" pitchFamily="2" charset="0"/>
                <a:ea typeface="Inter" panose="02000503000000020004" pitchFamily="2" charset="0"/>
                <a:cs typeface="Tahoma"/>
              </a:rPr>
              <a:t>melambangkan </a:t>
            </a:r>
            <a:r>
              <a:rPr sz="1100" dirty="0">
                <a:solidFill>
                  <a:srgbClr val="0856C3"/>
                </a:solidFill>
                <a:latin typeface="Inter" panose="02000503000000020004" pitchFamily="2" charset="0"/>
                <a:ea typeface="Inter" panose="02000503000000020004" pitchFamily="2" charset="0"/>
                <a:cs typeface="Tahoma"/>
              </a:rPr>
              <a:t>bagaimana</a:t>
            </a:r>
            <a:r>
              <a:rPr sz="1100" spc="18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BRI</a:t>
            </a:r>
            <a:r>
              <a:rPr sz="1100" spc="19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menempatkan</a:t>
            </a:r>
            <a:r>
              <a:rPr sz="1100" spc="19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ambisi</a:t>
            </a:r>
            <a:r>
              <a:rPr sz="1100" spc="19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setiap</a:t>
            </a:r>
            <a:r>
              <a:rPr sz="1100" spc="19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individu</a:t>
            </a:r>
            <a:r>
              <a:rPr sz="1100" spc="20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sebagai </a:t>
            </a:r>
            <a:r>
              <a:rPr sz="1100" spc="20" dirty="0">
                <a:solidFill>
                  <a:srgbClr val="0856C3"/>
                </a:solidFill>
                <a:latin typeface="Inter" panose="02000503000000020004" pitchFamily="2" charset="0"/>
                <a:ea typeface="Inter" panose="02000503000000020004" pitchFamily="2" charset="0"/>
                <a:cs typeface="Tahoma"/>
              </a:rPr>
              <a:t>fondasi</a:t>
            </a:r>
            <a:r>
              <a:rPr sz="1100" spc="7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dalam</a:t>
            </a:r>
            <a:r>
              <a:rPr sz="1100" spc="8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membangun</a:t>
            </a:r>
            <a:r>
              <a:rPr sz="1100" spc="8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kesejahteraan</a:t>
            </a:r>
            <a:r>
              <a:rPr sz="1100" spc="8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bersama.</a:t>
            </a:r>
            <a:endParaRPr sz="1100" dirty="0">
              <a:latin typeface="Inter" panose="02000503000000020004" pitchFamily="2" charset="0"/>
              <a:ea typeface="Inter" panose="02000503000000020004" pitchFamily="2" charset="0"/>
              <a:cs typeface="Tahoma"/>
            </a:endParaRPr>
          </a:p>
          <a:p>
            <a:pPr>
              <a:lnSpc>
                <a:spcPct val="100000"/>
              </a:lnSpc>
              <a:spcBef>
                <a:spcPts val="330"/>
              </a:spcBef>
            </a:pPr>
            <a:endParaRPr sz="1100" dirty="0">
              <a:latin typeface="Inter" panose="02000503000000020004" pitchFamily="2" charset="0"/>
              <a:ea typeface="Inter" panose="02000503000000020004" pitchFamily="2" charset="0"/>
              <a:cs typeface="Tahoma"/>
            </a:endParaRPr>
          </a:p>
          <a:p>
            <a:pPr marL="12700" marR="121920">
              <a:lnSpc>
                <a:spcPct val="131300"/>
              </a:lnSpc>
            </a:pPr>
            <a:r>
              <a:rPr sz="1100" spc="20" dirty="0">
                <a:solidFill>
                  <a:srgbClr val="0856C3"/>
                </a:solidFill>
                <a:latin typeface="Inter" panose="02000503000000020004" pitchFamily="2" charset="0"/>
                <a:ea typeface="Inter" panose="02000503000000020004" pitchFamily="2" charset="0"/>
                <a:cs typeface="Tahoma"/>
              </a:rPr>
              <a:t>Bingkai</a:t>
            </a:r>
            <a:r>
              <a:rPr sz="1100" spc="5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ini</a:t>
            </a:r>
            <a:r>
              <a:rPr sz="1100" spc="5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digunakan</a:t>
            </a:r>
            <a:r>
              <a:rPr sz="1100" spc="5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untuk</a:t>
            </a:r>
            <a:r>
              <a:rPr sz="1100" spc="5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mengarahkan</a:t>
            </a:r>
            <a:r>
              <a:rPr sz="1100" spc="50"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fokus,</a:t>
            </a:r>
            <a:r>
              <a:rPr sz="1100" spc="5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menciptakan </a:t>
            </a:r>
            <a:r>
              <a:rPr sz="1100" spc="10" dirty="0">
                <a:solidFill>
                  <a:srgbClr val="0856C3"/>
                </a:solidFill>
                <a:latin typeface="Inter" panose="02000503000000020004" pitchFamily="2" charset="0"/>
                <a:ea typeface="Inter" panose="02000503000000020004" pitchFamily="2" charset="0"/>
                <a:cs typeface="Tahoma"/>
              </a:rPr>
              <a:t>struktur,</a:t>
            </a:r>
            <a:r>
              <a:rPr sz="1100" spc="5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dan</a:t>
            </a:r>
            <a:r>
              <a:rPr sz="1100" spc="5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memperkuat</a:t>
            </a:r>
            <a:r>
              <a:rPr sz="1100" spc="5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pengenalan</a:t>
            </a:r>
            <a:r>
              <a:rPr sz="1100" spc="5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brand</a:t>
            </a:r>
            <a:r>
              <a:rPr sz="1100" spc="5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di</a:t>
            </a:r>
            <a:r>
              <a:rPr sz="1100" spc="5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berbagai </a:t>
            </a:r>
            <a:r>
              <a:rPr sz="1100" spc="30" dirty="0">
                <a:solidFill>
                  <a:srgbClr val="0856C3"/>
                </a:solidFill>
                <a:latin typeface="Inter" panose="02000503000000020004" pitchFamily="2" charset="0"/>
                <a:ea typeface="Inter" panose="02000503000000020004" pitchFamily="2" charset="0"/>
                <a:cs typeface="Tahoma"/>
              </a:rPr>
              <a:t>komunikasi.</a:t>
            </a:r>
            <a:r>
              <a:rPr sz="1100" spc="20" dirty="0">
                <a:solidFill>
                  <a:srgbClr val="0856C3"/>
                </a:solidFill>
                <a:latin typeface="Inter" panose="02000503000000020004" pitchFamily="2" charset="0"/>
                <a:ea typeface="Inter" panose="02000503000000020004" pitchFamily="2" charset="0"/>
                <a:cs typeface="Tahoma"/>
              </a:rPr>
              <a:t> </a:t>
            </a:r>
            <a:r>
              <a:rPr sz="1100" spc="30" dirty="0">
                <a:solidFill>
                  <a:srgbClr val="0856C3"/>
                </a:solidFill>
                <a:latin typeface="Inter" panose="02000503000000020004" pitchFamily="2" charset="0"/>
                <a:ea typeface="Inter" panose="02000503000000020004" pitchFamily="2" charset="0"/>
                <a:cs typeface="Tahoma"/>
              </a:rPr>
              <a:t>Penggunaannya</a:t>
            </a:r>
            <a:r>
              <a:rPr sz="1100" spc="25" dirty="0">
                <a:solidFill>
                  <a:srgbClr val="0856C3"/>
                </a:solidFill>
                <a:latin typeface="Inter" panose="02000503000000020004" pitchFamily="2" charset="0"/>
                <a:ea typeface="Inter" panose="02000503000000020004" pitchFamily="2" charset="0"/>
                <a:cs typeface="Tahoma"/>
              </a:rPr>
              <a:t> </a:t>
            </a:r>
            <a:r>
              <a:rPr sz="1100" spc="30" dirty="0">
                <a:solidFill>
                  <a:srgbClr val="0856C3"/>
                </a:solidFill>
                <a:latin typeface="Inter" panose="02000503000000020004" pitchFamily="2" charset="0"/>
                <a:ea typeface="Inter" panose="02000503000000020004" pitchFamily="2" charset="0"/>
                <a:cs typeface="Tahoma"/>
              </a:rPr>
              <a:t>harus</a:t>
            </a:r>
            <a:r>
              <a:rPr sz="1100" spc="20" dirty="0">
                <a:solidFill>
                  <a:srgbClr val="0856C3"/>
                </a:solidFill>
                <a:latin typeface="Inter" panose="02000503000000020004" pitchFamily="2" charset="0"/>
                <a:ea typeface="Inter" panose="02000503000000020004" pitchFamily="2" charset="0"/>
                <a:cs typeface="Tahoma"/>
              </a:rPr>
              <a:t> </a:t>
            </a:r>
            <a:r>
              <a:rPr sz="1100" spc="30" dirty="0">
                <a:solidFill>
                  <a:srgbClr val="0856C3"/>
                </a:solidFill>
                <a:latin typeface="Inter" panose="02000503000000020004" pitchFamily="2" charset="0"/>
                <a:ea typeface="Inter" panose="02000503000000020004" pitchFamily="2" charset="0"/>
                <a:cs typeface="Tahoma"/>
              </a:rPr>
              <a:t>konsisten,</a:t>
            </a:r>
            <a:r>
              <a:rPr sz="1100" spc="25" dirty="0">
                <a:solidFill>
                  <a:srgbClr val="0856C3"/>
                </a:solidFill>
                <a:latin typeface="Inter" panose="02000503000000020004" pitchFamily="2" charset="0"/>
                <a:ea typeface="Inter" panose="02000503000000020004" pitchFamily="2" charset="0"/>
                <a:cs typeface="Tahoma"/>
              </a:rPr>
              <a:t> </a:t>
            </a:r>
            <a:r>
              <a:rPr sz="1100" spc="30" dirty="0">
                <a:solidFill>
                  <a:srgbClr val="0856C3"/>
                </a:solidFill>
                <a:latin typeface="Inter" panose="02000503000000020004" pitchFamily="2" charset="0"/>
                <a:ea typeface="Inter" panose="02000503000000020004" pitchFamily="2" charset="0"/>
                <a:cs typeface="Tahoma"/>
              </a:rPr>
              <a:t>dengan</a:t>
            </a:r>
            <a:r>
              <a:rPr sz="1100" spc="2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proporsi </a:t>
            </a:r>
            <a:r>
              <a:rPr sz="1100" dirty="0">
                <a:solidFill>
                  <a:srgbClr val="0856C3"/>
                </a:solidFill>
                <a:latin typeface="Inter" panose="02000503000000020004" pitchFamily="2" charset="0"/>
                <a:ea typeface="Inter" panose="02000503000000020004" pitchFamily="2" charset="0"/>
                <a:cs typeface="Tahoma"/>
              </a:rPr>
              <a:t>yang</a:t>
            </a:r>
            <a:r>
              <a:rPr sz="1100" spc="13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bersih</a:t>
            </a:r>
            <a:r>
              <a:rPr sz="1100" spc="13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dan</a:t>
            </a:r>
            <a:r>
              <a:rPr sz="1100" spc="13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ruang</a:t>
            </a:r>
            <a:r>
              <a:rPr sz="1100" spc="13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putih</a:t>
            </a:r>
            <a:r>
              <a:rPr sz="1100" spc="13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yang</a:t>
            </a:r>
            <a:r>
              <a:rPr sz="1100" spc="135"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cukup,</a:t>
            </a:r>
            <a:r>
              <a:rPr sz="1100" spc="130" dirty="0">
                <a:solidFill>
                  <a:srgbClr val="0856C3"/>
                </a:solidFill>
                <a:latin typeface="Inter" panose="02000503000000020004" pitchFamily="2" charset="0"/>
                <a:ea typeface="Inter" panose="02000503000000020004" pitchFamily="2" charset="0"/>
                <a:cs typeface="Tahoma"/>
              </a:rPr>
              <a:t> </a:t>
            </a:r>
            <a:r>
              <a:rPr sz="1100" dirty="0">
                <a:solidFill>
                  <a:srgbClr val="0856C3"/>
                </a:solidFill>
                <a:latin typeface="Inter" panose="02000503000000020004" pitchFamily="2" charset="0"/>
                <a:ea typeface="Inter" panose="02000503000000020004" pitchFamily="2" charset="0"/>
                <a:cs typeface="Tahoma"/>
              </a:rPr>
              <a:t>tanpa</a:t>
            </a:r>
            <a:r>
              <a:rPr sz="1100" spc="13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mengalahkan </a:t>
            </a:r>
            <a:r>
              <a:rPr sz="1100" spc="10" dirty="0">
                <a:solidFill>
                  <a:srgbClr val="0856C3"/>
                </a:solidFill>
                <a:latin typeface="Inter" panose="02000503000000020004" pitchFamily="2" charset="0"/>
                <a:ea typeface="Inter" panose="02000503000000020004" pitchFamily="2" charset="0"/>
                <a:cs typeface="Tahoma"/>
              </a:rPr>
              <a:t>konten</a:t>
            </a:r>
            <a:r>
              <a:rPr sz="1100" spc="12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utama.</a:t>
            </a:r>
            <a:r>
              <a:rPr sz="1100" spc="12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Elemen</a:t>
            </a:r>
            <a:r>
              <a:rPr sz="1100" spc="12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grafis</a:t>
            </a:r>
            <a:r>
              <a:rPr sz="1100" spc="12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dapat</a:t>
            </a:r>
            <a:r>
              <a:rPr sz="1100" spc="12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digunakan</a:t>
            </a:r>
            <a:r>
              <a:rPr sz="1100" spc="12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sebagai</a:t>
            </a:r>
            <a:r>
              <a:rPr sz="1100" spc="12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wadah, </a:t>
            </a:r>
            <a:r>
              <a:rPr sz="1100" spc="10" dirty="0">
                <a:solidFill>
                  <a:srgbClr val="0856C3"/>
                </a:solidFill>
                <a:latin typeface="Inter" panose="02000503000000020004" pitchFamily="2" charset="0"/>
                <a:ea typeface="Inter" panose="02000503000000020004" pitchFamily="2" charset="0"/>
                <a:cs typeface="Tahoma"/>
              </a:rPr>
              <a:t>penekanan</a:t>
            </a:r>
            <a:r>
              <a:rPr sz="1100" spc="10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visual,</a:t>
            </a:r>
            <a:r>
              <a:rPr sz="1100" spc="10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atau</a:t>
            </a:r>
            <a:r>
              <a:rPr sz="1100" spc="10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aksen</a:t>
            </a:r>
            <a:r>
              <a:rPr sz="1100" spc="10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latar</a:t>
            </a:r>
            <a:r>
              <a:rPr sz="1100" spc="10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belakang</a:t>
            </a:r>
            <a:r>
              <a:rPr sz="1100" spc="10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yang</a:t>
            </a:r>
            <a:r>
              <a:rPr sz="1100" spc="10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halus,</a:t>
            </a:r>
            <a:r>
              <a:rPr sz="1100" spc="10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serta </a:t>
            </a:r>
            <a:r>
              <a:rPr sz="1100" spc="10" dirty="0">
                <a:solidFill>
                  <a:srgbClr val="0856C3"/>
                </a:solidFill>
                <a:latin typeface="Inter" panose="02000503000000020004" pitchFamily="2" charset="0"/>
                <a:ea typeface="Inter" panose="02000503000000020004" pitchFamily="2" charset="0"/>
                <a:cs typeface="Tahoma"/>
              </a:rPr>
              <a:t>selalu</a:t>
            </a:r>
            <a:r>
              <a:rPr sz="1100" spc="13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mendukung</a:t>
            </a:r>
            <a:r>
              <a:rPr sz="1100" spc="14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pesan</a:t>
            </a:r>
            <a:r>
              <a:rPr sz="1100" spc="13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dengan</a:t>
            </a:r>
            <a:r>
              <a:rPr sz="1100" spc="14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gaya</a:t>
            </a:r>
            <a:r>
              <a:rPr sz="1100" spc="13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visual</a:t>
            </a:r>
            <a:r>
              <a:rPr sz="1100" spc="14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yang</a:t>
            </a:r>
            <a:r>
              <a:rPr sz="1100" spc="14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modern, </a:t>
            </a:r>
            <a:r>
              <a:rPr sz="1100" spc="10" dirty="0">
                <a:solidFill>
                  <a:srgbClr val="0856C3"/>
                </a:solidFill>
                <a:latin typeface="Inter" panose="02000503000000020004" pitchFamily="2" charset="0"/>
                <a:ea typeface="Inter" panose="02000503000000020004" pitchFamily="2" charset="0"/>
                <a:cs typeface="Tahoma"/>
              </a:rPr>
              <a:t>percaya</a:t>
            </a:r>
            <a:r>
              <a:rPr sz="1100" spc="10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diri,</a:t>
            </a:r>
            <a:r>
              <a:rPr sz="1100" spc="11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dan</a:t>
            </a:r>
            <a:r>
              <a:rPr sz="1100" spc="11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human</a:t>
            </a:r>
            <a:r>
              <a:rPr sz="1100" spc="105"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sesuai</a:t>
            </a:r>
            <a:r>
              <a:rPr sz="1100" spc="11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dengan</a:t>
            </a:r>
            <a:r>
              <a:rPr sz="1100" spc="11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karakter</a:t>
            </a:r>
            <a:r>
              <a:rPr sz="1100" spc="110" dirty="0">
                <a:solidFill>
                  <a:srgbClr val="0856C3"/>
                </a:solidFill>
                <a:latin typeface="Inter" panose="02000503000000020004" pitchFamily="2" charset="0"/>
                <a:ea typeface="Inter" panose="02000503000000020004" pitchFamily="2" charset="0"/>
                <a:cs typeface="Tahoma"/>
              </a:rPr>
              <a:t> </a:t>
            </a:r>
            <a:r>
              <a:rPr sz="1100" spc="10" dirty="0">
                <a:solidFill>
                  <a:srgbClr val="0856C3"/>
                </a:solidFill>
                <a:latin typeface="Inter" panose="02000503000000020004" pitchFamily="2" charset="0"/>
                <a:ea typeface="Inter" panose="02000503000000020004" pitchFamily="2" charset="0"/>
                <a:cs typeface="Tahoma"/>
              </a:rPr>
              <a:t>brand</a:t>
            </a:r>
            <a:r>
              <a:rPr sz="1100" spc="105" dirty="0">
                <a:solidFill>
                  <a:srgbClr val="0856C3"/>
                </a:solidFill>
                <a:latin typeface="Inter" panose="02000503000000020004" pitchFamily="2" charset="0"/>
                <a:ea typeface="Inter" panose="02000503000000020004" pitchFamily="2" charset="0"/>
                <a:cs typeface="Tahoma"/>
              </a:rPr>
              <a:t> </a:t>
            </a:r>
            <a:r>
              <a:rPr sz="1100" spc="-20" dirty="0">
                <a:solidFill>
                  <a:srgbClr val="0856C3"/>
                </a:solidFill>
                <a:latin typeface="Inter" panose="02000503000000020004" pitchFamily="2" charset="0"/>
                <a:ea typeface="Inter" panose="02000503000000020004" pitchFamily="2" charset="0"/>
                <a:cs typeface="Tahoma"/>
              </a:rPr>
              <a:t>BRI.</a:t>
            </a:r>
            <a:endParaRPr sz="1100" dirty="0">
              <a:latin typeface="Inter" panose="02000503000000020004" pitchFamily="2" charset="0"/>
              <a:ea typeface="Inter" panose="02000503000000020004" pitchFamily="2" charset="0"/>
              <a:cs typeface="Tahoma"/>
            </a:endParaRPr>
          </a:p>
          <a:p>
            <a:pPr>
              <a:lnSpc>
                <a:spcPct val="100000"/>
              </a:lnSpc>
              <a:spcBef>
                <a:spcPts val="850"/>
              </a:spcBef>
            </a:pPr>
            <a:endParaRPr sz="1100" dirty="0">
              <a:latin typeface="Inter" panose="02000503000000020004" pitchFamily="2" charset="0"/>
              <a:ea typeface="Inter" panose="02000503000000020004" pitchFamily="2" charset="0"/>
              <a:cs typeface="Tahoma"/>
            </a:endParaRPr>
          </a:p>
          <a:p>
            <a:pPr marL="12700" marR="17145">
              <a:lnSpc>
                <a:spcPct val="131300"/>
              </a:lnSpc>
              <a:spcBef>
                <a:spcPts val="5"/>
              </a:spcBef>
            </a:pPr>
            <a:r>
              <a:rPr sz="1100" spc="10" dirty="0">
                <a:solidFill>
                  <a:srgbClr val="666666"/>
                </a:solidFill>
                <a:latin typeface="Inter" panose="02000503000000020004" pitchFamily="2" charset="0"/>
                <a:ea typeface="Inter" panose="02000503000000020004" pitchFamily="2" charset="0"/>
                <a:cs typeface="Tahoma"/>
              </a:rPr>
              <a:t>BRIʼs</a:t>
            </a:r>
            <a:r>
              <a:rPr sz="1100" spc="7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graphic</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element</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is</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derived</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directly</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from</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the</a:t>
            </a:r>
            <a:r>
              <a:rPr sz="1100" spc="75"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BRI</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logo,</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using </a:t>
            </a:r>
            <a:r>
              <a:rPr sz="1100" spc="10" dirty="0">
                <a:solidFill>
                  <a:srgbClr val="666666"/>
                </a:solidFill>
                <a:latin typeface="Inter" panose="02000503000000020004" pitchFamily="2" charset="0"/>
                <a:ea typeface="Inter" panose="02000503000000020004" pitchFamily="2" charset="0"/>
                <a:cs typeface="Tahoma"/>
              </a:rPr>
              <a:t>its</a:t>
            </a:r>
            <a:r>
              <a:rPr sz="1100" spc="7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rounded-square</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form</a:t>
            </a:r>
            <a:r>
              <a:rPr sz="1100" spc="70"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as</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a</a:t>
            </a:r>
            <a:r>
              <a:rPr sz="1100" spc="7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frame.</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This</a:t>
            </a:r>
            <a:r>
              <a:rPr sz="1100" spc="7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element</a:t>
            </a:r>
            <a:r>
              <a:rPr sz="1100" spc="70"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serves</a:t>
            </a:r>
            <a:r>
              <a:rPr sz="1100" spc="75"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as</a:t>
            </a:r>
            <a:r>
              <a:rPr sz="1100" spc="70"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a </a:t>
            </a:r>
            <a:r>
              <a:rPr sz="1100" spc="10" dirty="0">
                <a:solidFill>
                  <a:srgbClr val="666666"/>
                </a:solidFill>
                <a:latin typeface="Inter" panose="02000503000000020004" pitchFamily="2" charset="0"/>
                <a:ea typeface="Inter" panose="02000503000000020004" pitchFamily="2" charset="0"/>
                <a:cs typeface="Tahoma"/>
              </a:rPr>
              <a:t>visual</a:t>
            </a:r>
            <a:r>
              <a:rPr sz="1100" spc="100"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device</a:t>
            </a:r>
            <a:r>
              <a:rPr sz="1100" spc="10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that</a:t>
            </a:r>
            <a:r>
              <a:rPr sz="1100" spc="10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highlights</a:t>
            </a:r>
            <a:r>
              <a:rPr sz="1100" spc="10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people,</a:t>
            </a:r>
            <a:r>
              <a:rPr sz="1100" spc="10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stories,</a:t>
            </a:r>
            <a:r>
              <a:rPr sz="1100" spc="10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products,</a:t>
            </a:r>
            <a:r>
              <a:rPr sz="1100" spc="100" dirty="0">
                <a:solidFill>
                  <a:srgbClr val="666666"/>
                </a:solidFill>
                <a:latin typeface="Inter" panose="02000503000000020004" pitchFamily="2" charset="0"/>
                <a:ea typeface="Inter" panose="02000503000000020004" pitchFamily="2" charset="0"/>
                <a:cs typeface="Tahoma"/>
              </a:rPr>
              <a:t> </a:t>
            </a:r>
            <a:r>
              <a:rPr sz="1100" spc="-25" dirty="0">
                <a:solidFill>
                  <a:srgbClr val="666666"/>
                </a:solidFill>
                <a:latin typeface="Inter" panose="02000503000000020004" pitchFamily="2" charset="0"/>
                <a:ea typeface="Inter" panose="02000503000000020004" pitchFamily="2" charset="0"/>
                <a:cs typeface="Tahoma"/>
              </a:rPr>
              <a:t>or </a:t>
            </a:r>
            <a:r>
              <a:rPr sz="1100" spc="50" dirty="0">
                <a:solidFill>
                  <a:srgbClr val="666666"/>
                </a:solidFill>
                <a:latin typeface="Inter" panose="02000503000000020004" pitchFamily="2" charset="0"/>
                <a:ea typeface="Inter" panose="02000503000000020004" pitchFamily="2" charset="0"/>
                <a:cs typeface="Tahoma"/>
              </a:rPr>
              <a:t>messages—</a:t>
            </a:r>
            <a:r>
              <a:rPr sz="1100" dirty="0">
                <a:solidFill>
                  <a:srgbClr val="666666"/>
                </a:solidFill>
                <a:latin typeface="Inter" panose="02000503000000020004" pitchFamily="2" charset="0"/>
                <a:ea typeface="Inter" panose="02000503000000020004" pitchFamily="2" charset="0"/>
                <a:cs typeface="Tahoma"/>
              </a:rPr>
              <a:t>symbolising</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how</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BRI</a:t>
            </a:r>
            <a:r>
              <a:rPr sz="1100" spc="90" dirty="0">
                <a:solidFill>
                  <a:srgbClr val="666666"/>
                </a:solidFill>
                <a:latin typeface="Inter" panose="02000503000000020004" pitchFamily="2" charset="0"/>
                <a:ea typeface="Inter" panose="02000503000000020004" pitchFamily="2" charset="0"/>
                <a:cs typeface="Tahoma"/>
              </a:rPr>
              <a:t> </a:t>
            </a:r>
            <a:r>
              <a:rPr sz="1100" spc="55" dirty="0">
                <a:solidFill>
                  <a:srgbClr val="666666"/>
                </a:solidFill>
                <a:latin typeface="Inter" panose="02000503000000020004" pitchFamily="2" charset="0"/>
                <a:ea typeface="Inter" panose="02000503000000020004" pitchFamily="2" charset="0"/>
                <a:cs typeface="Tahoma"/>
              </a:rPr>
              <a:t>places</a:t>
            </a:r>
            <a:r>
              <a:rPr sz="1100" spc="90" dirty="0">
                <a:solidFill>
                  <a:srgbClr val="666666"/>
                </a:solidFill>
                <a:latin typeface="Inter" panose="02000503000000020004" pitchFamily="2" charset="0"/>
                <a:ea typeface="Inter" panose="02000503000000020004" pitchFamily="2" charset="0"/>
                <a:cs typeface="Tahoma"/>
              </a:rPr>
              <a:t> </a:t>
            </a:r>
            <a:r>
              <a:rPr sz="1100" spc="55" dirty="0">
                <a:solidFill>
                  <a:srgbClr val="666666"/>
                </a:solidFill>
                <a:latin typeface="Inter" panose="02000503000000020004" pitchFamily="2" charset="0"/>
                <a:ea typeface="Inter" panose="02000503000000020004" pitchFamily="2" charset="0"/>
                <a:cs typeface="Tahoma"/>
              </a:rPr>
              <a:t>focus</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on</a:t>
            </a:r>
            <a:r>
              <a:rPr sz="1100" spc="9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individual </a:t>
            </a:r>
            <a:r>
              <a:rPr sz="1100" spc="20" dirty="0">
                <a:solidFill>
                  <a:srgbClr val="666666"/>
                </a:solidFill>
                <a:latin typeface="Inter" panose="02000503000000020004" pitchFamily="2" charset="0"/>
                <a:ea typeface="Inter" panose="02000503000000020004" pitchFamily="2" charset="0"/>
                <a:cs typeface="Tahoma"/>
              </a:rPr>
              <a:t>ambitions</a:t>
            </a:r>
            <a:r>
              <a:rPr sz="1100" spc="65"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as</a:t>
            </a:r>
            <a:r>
              <a:rPr sz="1100" spc="6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the</a:t>
            </a:r>
            <a:r>
              <a:rPr sz="1100" spc="6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foundation</a:t>
            </a:r>
            <a:r>
              <a:rPr sz="1100" spc="6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of</a:t>
            </a:r>
            <a:r>
              <a:rPr sz="1100" spc="6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collective</a:t>
            </a:r>
            <a:r>
              <a:rPr sz="1100" spc="6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prosperity.</a:t>
            </a:r>
            <a:endParaRPr sz="1100" dirty="0">
              <a:latin typeface="Inter" panose="02000503000000020004" pitchFamily="2" charset="0"/>
              <a:ea typeface="Inter" panose="02000503000000020004" pitchFamily="2" charset="0"/>
              <a:cs typeface="Tahoma"/>
            </a:endParaRPr>
          </a:p>
          <a:p>
            <a:pPr>
              <a:lnSpc>
                <a:spcPct val="100000"/>
              </a:lnSpc>
              <a:spcBef>
                <a:spcPts val="330"/>
              </a:spcBef>
            </a:pPr>
            <a:endParaRPr sz="1100" dirty="0">
              <a:latin typeface="Inter" panose="02000503000000020004" pitchFamily="2" charset="0"/>
              <a:ea typeface="Inter" panose="02000503000000020004" pitchFamily="2" charset="0"/>
              <a:cs typeface="Tahoma"/>
            </a:endParaRPr>
          </a:p>
          <a:p>
            <a:pPr marL="12700" marR="18415">
              <a:lnSpc>
                <a:spcPct val="131300"/>
              </a:lnSpc>
            </a:pPr>
            <a:r>
              <a:rPr sz="1100" spc="50" dirty="0">
                <a:solidFill>
                  <a:srgbClr val="666666"/>
                </a:solidFill>
                <a:latin typeface="Inter" panose="02000503000000020004" pitchFamily="2" charset="0"/>
                <a:ea typeface="Inter" panose="02000503000000020004" pitchFamily="2" charset="0"/>
                <a:cs typeface="Tahoma"/>
              </a:rPr>
              <a:t>The</a:t>
            </a:r>
            <a:r>
              <a:rPr sz="1100" spc="114"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frame</a:t>
            </a:r>
            <a:r>
              <a:rPr sz="1100" spc="12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is</a:t>
            </a:r>
            <a:r>
              <a:rPr sz="1100" spc="12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used</a:t>
            </a:r>
            <a:r>
              <a:rPr sz="1100" spc="114"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to</a:t>
            </a:r>
            <a:r>
              <a:rPr sz="1100" spc="12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guide</a:t>
            </a:r>
            <a:r>
              <a:rPr sz="1100" spc="12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attention,</a:t>
            </a:r>
            <a:r>
              <a:rPr sz="1100" spc="114"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create</a:t>
            </a:r>
            <a:r>
              <a:rPr sz="1100" spc="12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structure,</a:t>
            </a:r>
            <a:r>
              <a:rPr sz="1100" spc="120" dirty="0">
                <a:solidFill>
                  <a:srgbClr val="666666"/>
                </a:solidFill>
                <a:latin typeface="Inter" panose="02000503000000020004" pitchFamily="2" charset="0"/>
                <a:ea typeface="Inter" panose="02000503000000020004" pitchFamily="2" charset="0"/>
                <a:cs typeface="Tahoma"/>
              </a:rPr>
              <a:t> </a:t>
            </a:r>
            <a:r>
              <a:rPr sz="1100" spc="-25" dirty="0">
                <a:solidFill>
                  <a:srgbClr val="666666"/>
                </a:solidFill>
                <a:latin typeface="Inter" panose="02000503000000020004" pitchFamily="2" charset="0"/>
                <a:ea typeface="Inter" panose="02000503000000020004" pitchFamily="2" charset="0"/>
                <a:cs typeface="Tahoma"/>
              </a:rPr>
              <a:t>and </a:t>
            </a:r>
            <a:r>
              <a:rPr sz="1100" dirty="0">
                <a:solidFill>
                  <a:srgbClr val="666666"/>
                </a:solidFill>
                <a:latin typeface="Inter" panose="02000503000000020004" pitchFamily="2" charset="0"/>
                <a:ea typeface="Inter" panose="02000503000000020004" pitchFamily="2" charset="0"/>
                <a:cs typeface="Tahoma"/>
              </a:rPr>
              <a:t>reinforce</a:t>
            </a:r>
            <a:r>
              <a:rPr sz="1100" spc="21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brand</a:t>
            </a:r>
            <a:r>
              <a:rPr sz="1100" spc="21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recognition</a:t>
            </a:r>
            <a:r>
              <a:rPr sz="1100" spc="215"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across</a:t>
            </a:r>
            <a:r>
              <a:rPr sz="1100" spc="21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communications.</a:t>
            </a:r>
            <a:r>
              <a:rPr sz="1100" spc="215"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It</a:t>
            </a:r>
            <a:r>
              <a:rPr sz="1100" spc="21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should</a:t>
            </a:r>
            <a:r>
              <a:rPr sz="1100" spc="215" dirty="0">
                <a:solidFill>
                  <a:srgbClr val="666666"/>
                </a:solidFill>
                <a:latin typeface="Inter" panose="02000503000000020004" pitchFamily="2" charset="0"/>
                <a:ea typeface="Inter" panose="02000503000000020004" pitchFamily="2" charset="0"/>
                <a:cs typeface="Tahoma"/>
              </a:rPr>
              <a:t> </a:t>
            </a:r>
            <a:r>
              <a:rPr sz="1100" spc="25" dirty="0">
                <a:solidFill>
                  <a:srgbClr val="666666"/>
                </a:solidFill>
                <a:latin typeface="Inter" panose="02000503000000020004" pitchFamily="2" charset="0"/>
                <a:ea typeface="Inter" panose="02000503000000020004" pitchFamily="2" charset="0"/>
                <a:cs typeface="Tahoma"/>
              </a:rPr>
              <a:t>be </a:t>
            </a:r>
            <a:r>
              <a:rPr sz="1100" spc="20" dirty="0">
                <a:solidFill>
                  <a:srgbClr val="666666"/>
                </a:solidFill>
                <a:latin typeface="Inter" panose="02000503000000020004" pitchFamily="2" charset="0"/>
                <a:ea typeface="Inter" panose="02000503000000020004" pitchFamily="2" charset="0"/>
                <a:cs typeface="Tahoma"/>
              </a:rPr>
              <a:t>applied</a:t>
            </a:r>
            <a:r>
              <a:rPr sz="1100" spc="5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consistently,</a:t>
            </a:r>
            <a:r>
              <a:rPr sz="1100" spc="5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with</a:t>
            </a:r>
            <a:r>
              <a:rPr sz="1100" spc="55"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clean</a:t>
            </a:r>
            <a:r>
              <a:rPr sz="1100" spc="5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proportions</a:t>
            </a:r>
            <a:r>
              <a:rPr sz="1100" spc="5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and</a:t>
            </a:r>
            <a:r>
              <a:rPr sz="1100" spc="5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ample</a:t>
            </a:r>
            <a:r>
              <a:rPr sz="1100" spc="5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white </a:t>
            </a:r>
            <a:r>
              <a:rPr sz="1100" spc="20" dirty="0">
                <a:solidFill>
                  <a:srgbClr val="666666"/>
                </a:solidFill>
                <a:latin typeface="Inter" panose="02000503000000020004" pitchFamily="2" charset="0"/>
                <a:ea typeface="Inter" panose="02000503000000020004" pitchFamily="2" charset="0"/>
                <a:cs typeface="Tahoma"/>
              </a:rPr>
              <a:t>space,</a:t>
            </a:r>
            <a:r>
              <a:rPr sz="1100" spc="4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without</a:t>
            </a:r>
            <a:r>
              <a:rPr sz="1100" spc="4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overpowering</a:t>
            </a:r>
            <a:r>
              <a:rPr sz="1100" spc="4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the</a:t>
            </a:r>
            <a:r>
              <a:rPr sz="1100" spc="4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main</a:t>
            </a:r>
            <a:r>
              <a:rPr sz="1100" spc="4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content.</a:t>
            </a:r>
            <a:r>
              <a:rPr sz="1100" spc="45"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The</a:t>
            </a:r>
            <a:r>
              <a:rPr sz="1100" spc="4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graphic </a:t>
            </a:r>
            <a:r>
              <a:rPr sz="1100" dirty="0">
                <a:solidFill>
                  <a:srgbClr val="666666"/>
                </a:solidFill>
                <a:latin typeface="Inter" panose="02000503000000020004" pitchFamily="2" charset="0"/>
                <a:ea typeface="Inter" panose="02000503000000020004" pitchFamily="2" charset="0"/>
                <a:cs typeface="Tahoma"/>
              </a:rPr>
              <a:t>element</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may</a:t>
            </a:r>
            <a:r>
              <a:rPr sz="1100" spc="90"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be</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used</a:t>
            </a:r>
            <a:r>
              <a:rPr sz="1100" spc="90"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as</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a</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container,</a:t>
            </a:r>
            <a:r>
              <a:rPr sz="1100" spc="9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highlight,</a:t>
            </a:r>
            <a:r>
              <a:rPr sz="1100" spc="95"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or</a:t>
            </a:r>
            <a:r>
              <a:rPr sz="1100" spc="9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subtle </a:t>
            </a:r>
            <a:r>
              <a:rPr sz="1100" spc="20" dirty="0">
                <a:solidFill>
                  <a:srgbClr val="666666"/>
                </a:solidFill>
                <a:latin typeface="Inter" panose="02000503000000020004" pitchFamily="2" charset="0"/>
                <a:ea typeface="Inter" panose="02000503000000020004" pitchFamily="2" charset="0"/>
                <a:cs typeface="Tahoma"/>
              </a:rPr>
              <a:t>background</a:t>
            </a:r>
            <a:r>
              <a:rPr sz="1100" spc="9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accent,</a:t>
            </a:r>
            <a:r>
              <a:rPr sz="1100" spc="9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always</a:t>
            </a:r>
            <a:r>
              <a:rPr sz="1100" spc="95"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supporting</a:t>
            </a:r>
            <a:r>
              <a:rPr sz="1100" spc="90" dirty="0">
                <a:solidFill>
                  <a:srgbClr val="666666"/>
                </a:solidFill>
                <a:latin typeface="Inter" panose="02000503000000020004" pitchFamily="2" charset="0"/>
                <a:ea typeface="Inter" panose="02000503000000020004" pitchFamily="2" charset="0"/>
                <a:cs typeface="Tahoma"/>
              </a:rPr>
              <a:t> </a:t>
            </a:r>
            <a:r>
              <a:rPr sz="1100" spc="20" dirty="0">
                <a:solidFill>
                  <a:srgbClr val="666666"/>
                </a:solidFill>
                <a:latin typeface="Inter" panose="02000503000000020004" pitchFamily="2" charset="0"/>
                <a:ea typeface="Inter" panose="02000503000000020004" pitchFamily="2" charset="0"/>
                <a:cs typeface="Tahoma"/>
              </a:rPr>
              <a:t>the</a:t>
            </a:r>
            <a:r>
              <a:rPr sz="1100" spc="95" dirty="0">
                <a:solidFill>
                  <a:srgbClr val="666666"/>
                </a:solidFill>
                <a:latin typeface="Inter" panose="02000503000000020004" pitchFamily="2" charset="0"/>
                <a:ea typeface="Inter" panose="02000503000000020004" pitchFamily="2" charset="0"/>
                <a:cs typeface="Tahoma"/>
              </a:rPr>
              <a:t> </a:t>
            </a:r>
            <a:r>
              <a:rPr sz="1100" spc="50" dirty="0">
                <a:solidFill>
                  <a:srgbClr val="666666"/>
                </a:solidFill>
                <a:latin typeface="Inter" panose="02000503000000020004" pitchFamily="2" charset="0"/>
                <a:ea typeface="Inter" panose="02000503000000020004" pitchFamily="2" charset="0"/>
                <a:cs typeface="Tahoma"/>
              </a:rPr>
              <a:t>message</a:t>
            </a:r>
            <a:r>
              <a:rPr sz="1100" spc="9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while </a:t>
            </a:r>
            <a:r>
              <a:rPr sz="1100" spc="10" dirty="0">
                <a:solidFill>
                  <a:srgbClr val="666666"/>
                </a:solidFill>
                <a:latin typeface="Inter" panose="02000503000000020004" pitchFamily="2" charset="0"/>
                <a:ea typeface="Inter" panose="02000503000000020004" pitchFamily="2" charset="0"/>
                <a:cs typeface="Tahoma"/>
              </a:rPr>
              <a:t>maintaining</a:t>
            </a:r>
            <a:r>
              <a:rPr sz="1100" spc="9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a</a:t>
            </a:r>
            <a:r>
              <a:rPr sz="1100" spc="9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modern,</a:t>
            </a:r>
            <a:r>
              <a:rPr sz="1100" spc="9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confident,</a:t>
            </a:r>
            <a:r>
              <a:rPr sz="1100" spc="9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and</a:t>
            </a:r>
            <a:r>
              <a:rPr sz="1100" spc="9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human</a:t>
            </a:r>
            <a:r>
              <a:rPr sz="1100" spc="95"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visual</a:t>
            </a:r>
            <a:r>
              <a:rPr sz="1100" spc="9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language </a:t>
            </a:r>
            <a:r>
              <a:rPr sz="1100" dirty="0">
                <a:solidFill>
                  <a:srgbClr val="666666"/>
                </a:solidFill>
                <a:latin typeface="Inter" panose="02000503000000020004" pitchFamily="2" charset="0"/>
                <a:ea typeface="Inter" panose="02000503000000020004" pitchFamily="2" charset="0"/>
                <a:cs typeface="Tahoma"/>
              </a:rPr>
              <a:t>aligned</a:t>
            </a:r>
            <a:r>
              <a:rPr sz="1100" spc="65"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with</a:t>
            </a:r>
            <a:r>
              <a:rPr sz="1100" spc="70"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the</a:t>
            </a:r>
            <a:r>
              <a:rPr sz="1100" spc="65" dirty="0">
                <a:solidFill>
                  <a:srgbClr val="666666"/>
                </a:solidFill>
                <a:latin typeface="Inter" panose="02000503000000020004" pitchFamily="2" charset="0"/>
                <a:ea typeface="Inter" panose="02000503000000020004" pitchFamily="2" charset="0"/>
                <a:cs typeface="Tahoma"/>
              </a:rPr>
              <a:t> </a:t>
            </a:r>
            <a:r>
              <a:rPr sz="1100" dirty="0">
                <a:solidFill>
                  <a:srgbClr val="666666"/>
                </a:solidFill>
                <a:latin typeface="Inter" panose="02000503000000020004" pitchFamily="2" charset="0"/>
                <a:ea typeface="Inter" panose="02000503000000020004" pitchFamily="2" charset="0"/>
                <a:cs typeface="Tahoma"/>
              </a:rPr>
              <a:t>BRI</a:t>
            </a:r>
            <a:r>
              <a:rPr sz="1100" spc="70" dirty="0">
                <a:solidFill>
                  <a:srgbClr val="666666"/>
                </a:solidFill>
                <a:latin typeface="Inter" panose="02000503000000020004" pitchFamily="2" charset="0"/>
                <a:ea typeface="Inter" panose="02000503000000020004" pitchFamily="2" charset="0"/>
                <a:cs typeface="Tahoma"/>
              </a:rPr>
              <a:t> </a:t>
            </a:r>
            <a:r>
              <a:rPr sz="1100" spc="-10" dirty="0">
                <a:solidFill>
                  <a:srgbClr val="666666"/>
                </a:solidFill>
                <a:latin typeface="Inter" panose="02000503000000020004" pitchFamily="2" charset="0"/>
                <a:ea typeface="Inter" panose="02000503000000020004" pitchFamily="2" charset="0"/>
                <a:cs typeface="Tahoma"/>
              </a:rPr>
              <a:t>brand.</a:t>
            </a:r>
            <a:endParaRPr sz="1100" dirty="0">
              <a:latin typeface="Inter" panose="02000503000000020004" pitchFamily="2" charset="0"/>
              <a:ea typeface="Inter" panose="02000503000000020004" pitchFamily="2" charset="0"/>
              <a:cs typeface="Tahoma"/>
            </a:endParaRPr>
          </a:p>
        </p:txBody>
      </p:sp>
      <p:grpSp>
        <p:nvGrpSpPr>
          <p:cNvPr id="34" name="Group 33">
            <a:extLst>
              <a:ext uri="{FF2B5EF4-FFF2-40B4-BE49-F238E27FC236}">
                <a16:creationId xmlns:a16="http://schemas.microsoft.com/office/drawing/2014/main" id="{191F6F2B-2A9E-3FD7-D6F4-CF9EB1B2FD7D}"/>
              </a:ext>
            </a:extLst>
          </p:cNvPr>
          <p:cNvGrpSpPr/>
          <p:nvPr/>
        </p:nvGrpSpPr>
        <p:grpSpPr>
          <a:xfrm>
            <a:off x="5867400" y="3933488"/>
            <a:ext cx="10003307" cy="2420024"/>
            <a:chOff x="5160493" y="2095500"/>
            <a:chExt cx="10003307" cy="2420024"/>
          </a:xfrm>
        </p:grpSpPr>
        <p:grpSp>
          <p:nvGrpSpPr>
            <p:cNvPr id="2" name="object 2">
              <a:extLst>
                <a:ext uri="{FF2B5EF4-FFF2-40B4-BE49-F238E27FC236}">
                  <a16:creationId xmlns:a16="http://schemas.microsoft.com/office/drawing/2014/main" id="{DC2D7204-6E25-C030-6445-EF7D0F293DB5}"/>
                </a:ext>
              </a:extLst>
            </p:cNvPr>
            <p:cNvGrpSpPr/>
            <p:nvPr/>
          </p:nvGrpSpPr>
          <p:grpSpPr>
            <a:xfrm>
              <a:off x="9079133" y="2171700"/>
              <a:ext cx="2210435" cy="2210435"/>
              <a:chOff x="11303691" y="4758651"/>
              <a:chExt cx="2210435" cy="2210435"/>
            </a:xfrm>
          </p:grpSpPr>
          <p:sp>
            <p:nvSpPr>
              <p:cNvPr id="3" name="object 3">
                <a:extLst>
                  <a:ext uri="{FF2B5EF4-FFF2-40B4-BE49-F238E27FC236}">
                    <a16:creationId xmlns:a16="http://schemas.microsoft.com/office/drawing/2014/main" id="{7FE23FE5-2173-1228-9314-0DF154EEAB10}"/>
                  </a:ext>
                </a:extLst>
              </p:cNvPr>
              <p:cNvSpPr/>
              <p:nvPr/>
            </p:nvSpPr>
            <p:spPr>
              <a:xfrm>
                <a:off x="11303691" y="4758654"/>
                <a:ext cx="2210435" cy="2210435"/>
              </a:xfrm>
              <a:custGeom>
                <a:avLst/>
                <a:gdLst/>
                <a:ahLst/>
                <a:cxnLst/>
                <a:rect l="l" t="t" r="r" b="b"/>
                <a:pathLst>
                  <a:path w="2210434" h="2210434">
                    <a:moveTo>
                      <a:pt x="1884843" y="0"/>
                    </a:moveTo>
                    <a:lnTo>
                      <a:pt x="325257" y="0"/>
                    </a:lnTo>
                    <a:lnTo>
                      <a:pt x="277194" y="3526"/>
                    </a:lnTo>
                    <a:lnTo>
                      <a:pt x="231320" y="13770"/>
                    </a:lnTo>
                    <a:lnTo>
                      <a:pt x="188139" y="30229"/>
                    </a:lnTo>
                    <a:lnTo>
                      <a:pt x="148154" y="52399"/>
                    </a:lnTo>
                    <a:lnTo>
                      <a:pt x="111867" y="79778"/>
                    </a:lnTo>
                    <a:lnTo>
                      <a:pt x="79782" y="111862"/>
                    </a:lnTo>
                    <a:lnTo>
                      <a:pt x="52402" y="148149"/>
                    </a:lnTo>
                    <a:lnTo>
                      <a:pt x="30231" y="188135"/>
                    </a:lnTo>
                    <a:lnTo>
                      <a:pt x="13771" y="231317"/>
                    </a:lnTo>
                    <a:lnTo>
                      <a:pt x="3526" y="277192"/>
                    </a:lnTo>
                    <a:lnTo>
                      <a:pt x="0" y="325257"/>
                    </a:lnTo>
                    <a:lnTo>
                      <a:pt x="0" y="1884832"/>
                    </a:lnTo>
                    <a:lnTo>
                      <a:pt x="3526" y="1932895"/>
                    </a:lnTo>
                    <a:lnTo>
                      <a:pt x="13771" y="1978768"/>
                    </a:lnTo>
                    <a:lnTo>
                      <a:pt x="30231" y="2021950"/>
                    </a:lnTo>
                    <a:lnTo>
                      <a:pt x="52402" y="2061935"/>
                    </a:lnTo>
                    <a:lnTo>
                      <a:pt x="79782" y="2098222"/>
                    </a:lnTo>
                    <a:lnTo>
                      <a:pt x="111867" y="2130307"/>
                    </a:lnTo>
                    <a:lnTo>
                      <a:pt x="148154" y="2157687"/>
                    </a:lnTo>
                    <a:lnTo>
                      <a:pt x="188139" y="2179858"/>
                    </a:lnTo>
                    <a:lnTo>
                      <a:pt x="231320" y="2196318"/>
                    </a:lnTo>
                    <a:lnTo>
                      <a:pt x="277194" y="2206563"/>
                    </a:lnTo>
                    <a:lnTo>
                      <a:pt x="325257" y="2210089"/>
                    </a:lnTo>
                    <a:lnTo>
                      <a:pt x="1884843" y="2210089"/>
                    </a:lnTo>
                    <a:lnTo>
                      <a:pt x="1932905" y="2206563"/>
                    </a:lnTo>
                    <a:lnTo>
                      <a:pt x="1978779" y="2196318"/>
                    </a:lnTo>
                    <a:lnTo>
                      <a:pt x="2021960" y="2179858"/>
                    </a:lnTo>
                    <a:lnTo>
                      <a:pt x="2061946" y="2157687"/>
                    </a:lnTo>
                    <a:lnTo>
                      <a:pt x="2098233" y="2130307"/>
                    </a:lnTo>
                    <a:lnTo>
                      <a:pt x="2130317" y="2098222"/>
                    </a:lnTo>
                    <a:lnTo>
                      <a:pt x="2157697" y="2061935"/>
                    </a:lnTo>
                    <a:lnTo>
                      <a:pt x="2179868" y="2021950"/>
                    </a:lnTo>
                    <a:lnTo>
                      <a:pt x="2196328" y="1978768"/>
                    </a:lnTo>
                    <a:lnTo>
                      <a:pt x="2201300" y="1956505"/>
                    </a:lnTo>
                    <a:lnTo>
                      <a:pt x="325257" y="1956505"/>
                    </a:lnTo>
                    <a:lnTo>
                      <a:pt x="297360" y="1950872"/>
                    </a:lnTo>
                    <a:lnTo>
                      <a:pt x="274578" y="1935511"/>
                    </a:lnTo>
                    <a:lnTo>
                      <a:pt x="259216" y="1912729"/>
                    </a:lnTo>
                    <a:lnTo>
                      <a:pt x="253583" y="1884832"/>
                    </a:lnTo>
                    <a:lnTo>
                      <a:pt x="253583" y="325257"/>
                    </a:lnTo>
                    <a:lnTo>
                      <a:pt x="259211" y="297380"/>
                    </a:lnTo>
                    <a:lnTo>
                      <a:pt x="274562" y="274592"/>
                    </a:lnTo>
                    <a:lnTo>
                      <a:pt x="297347" y="259215"/>
                    </a:lnTo>
                    <a:lnTo>
                      <a:pt x="325257" y="253573"/>
                    </a:lnTo>
                    <a:lnTo>
                      <a:pt x="2201298" y="253573"/>
                    </a:lnTo>
                    <a:lnTo>
                      <a:pt x="2196328" y="231317"/>
                    </a:lnTo>
                    <a:lnTo>
                      <a:pt x="2179868" y="188135"/>
                    </a:lnTo>
                    <a:lnTo>
                      <a:pt x="2157697" y="148149"/>
                    </a:lnTo>
                    <a:lnTo>
                      <a:pt x="2130317" y="111862"/>
                    </a:lnTo>
                    <a:lnTo>
                      <a:pt x="2098233" y="79778"/>
                    </a:lnTo>
                    <a:lnTo>
                      <a:pt x="2061946" y="52399"/>
                    </a:lnTo>
                    <a:lnTo>
                      <a:pt x="2021960" y="30229"/>
                    </a:lnTo>
                    <a:lnTo>
                      <a:pt x="1978779" y="13770"/>
                    </a:lnTo>
                    <a:lnTo>
                      <a:pt x="1932905" y="3526"/>
                    </a:lnTo>
                    <a:lnTo>
                      <a:pt x="1884843" y="0"/>
                    </a:lnTo>
                    <a:close/>
                  </a:path>
                  <a:path w="2210434" h="2210434">
                    <a:moveTo>
                      <a:pt x="985163" y="253573"/>
                    </a:moveTo>
                    <a:lnTo>
                      <a:pt x="536695" y="253573"/>
                    </a:lnTo>
                    <a:lnTo>
                      <a:pt x="536727" y="254735"/>
                    </a:lnTo>
                    <a:lnTo>
                      <a:pt x="585284" y="257901"/>
                    </a:lnTo>
                    <a:lnTo>
                      <a:pt x="631753" y="269927"/>
                    </a:lnTo>
                    <a:lnTo>
                      <a:pt x="675068" y="290418"/>
                    </a:lnTo>
                    <a:lnTo>
                      <a:pt x="714166" y="318974"/>
                    </a:lnTo>
                    <a:lnTo>
                      <a:pt x="755147" y="364774"/>
                    </a:lnTo>
                    <a:lnTo>
                      <a:pt x="777118" y="402745"/>
                    </a:lnTo>
                    <a:lnTo>
                      <a:pt x="791642" y="443075"/>
                    </a:lnTo>
                    <a:lnTo>
                      <a:pt x="798727" y="485072"/>
                    </a:lnTo>
                    <a:lnTo>
                      <a:pt x="798477" y="516583"/>
                    </a:lnTo>
                    <a:lnTo>
                      <a:pt x="790625" y="571298"/>
                    </a:lnTo>
                    <a:lnTo>
                      <a:pt x="775457" y="614144"/>
                    </a:lnTo>
                    <a:lnTo>
                      <a:pt x="752893" y="655889"/>
                    </a:lnTo>
                    <a:lnTo>
                      <a:pt x="722942" y="695842"/>
                    </a:lnTo>
                    <a:lnTo>
                      <a:pt x="389956" y="1061800"/>
                    </a:lnTo>
                    <a:lnTo>
                      <a:pt x="377411" y="1082208"/>
                    </a:lnTo>
                    <a:lnTo>
                      <a:pt x="373229" y="1105044"/>
                    </a:lnTo>
                    <a:lnTo>
                      <a:pt x="377411" y="1127881"/>
                    </a:lnTo>
                    <a:lnTo>
                      <a:pt x="389956" y="1148289"/>
                    </a:lnTo>
                    <a:lnTo>
                      <a:pt x="720522" y="1511618"/>
                    </a:lnTo>
                    <a:lnTo>
                      <a:pt x="723894" y="1515189"/>
                    </a:lnTo>
                    <a:lnTo>
                      <a:pt x="754066" y="1553626"/>
                    </a:lnTo>
                    <a:lnTo>
                      <a:pt x="776761" y="1594409"/>
                    </a:lnTo>
                    <a:lnTo>
                      <a:pt x="791973" y="1636761"/>
                    </a:lnTo>
                    <a:lnTo>
                      <a:pt x="799694" y="1679903"/>
                    </a:lnTo>
                    <a:lnTo>
                      <a:pt x="799918" y="1723056"/>
                    </a:lnTo>
                    <a:lnTo>
                      <a:pt x="792638" y="1765442"/>
                    </a:lnTo>
                    <a:lnTo>
                      <a:pt x="777847" y="1806282"/>
                    </a:lnTo>
                    <a:lnTo>
                      <a:pt x="755538" y="1844799"/>
                    </a:lnTo>
                    <a:lnTo>
                      <a:pt x="725705" y="1880215"/>
                    </a:lnTo>
                    <a:lnTo>
                      <a:pt x="675050" y="1919665"/>
                    </a:lnTo>
                    <a:lnTo>
                      <a:pt x="631750" y="1940184"/>
                    </a:lnTo>
                    <a:lnTo>
                      <a:pt x="585293" y="1952217"/>
                    </a:lnTo>
                    <a:lnTo>
                      <a:pt x="536727" y="1955343"/>
                    </a:lnTo>
                    <a:lnTo>
                      <a:pt x="536695" y="1956505"/>
                    </a:lnTo>
                    <a:lnTo>
                      <a:pt x="985069" y="1956505"/>
                    </a:lnTo>
                    <a:lnTo>
                      <a:pt x="1007243" y="1914637"/>
                    </a:lnTo>
                    <a:lnTo>
                      <a:pt x="1025167" y="1871370"/>
                    </a:lnTo>
                    <a:lnTo>
                      <a:pt x="1038840" y="1826972"/>
                    </a:lnTo>
                    <a:lnTo>
                      <a:pt x="1048262" y="1781714"/>
                    </a:lnTo>
                    <a:lnTo>
                      <a:pt x="1053429" y="1735865"/>
                    </a:lnTo>
                    <a:lnTo>
                      <a:pt x="1054341" y="1689694"/>
                    </a:lnTo>
                    <a:lnTo>
                      <a:pt x="1050996" y="1643470"/>
                    </a:lnTo>
                    <a:lnTo>
                      <a:pt x="1043393" y="1597464"/>
                    </a:lnTo>
                    <a:lnTo>
                      <a:pt x="1031530" y="1551944"/>
                    </a:lnTo>
                    <a:lnTo>
                      <a:pt x="1015406" y="1507180"/>
                    </a:lnTo>
                    <a:lnTo>
                      <a:pt x="995019" y="1463441"/>
                    </a:lnTo>
                    <a:lnTo>
                      <a:pt x="970367" y="1420996"/>
                    </a:lnTo>
                    <a:lnTo>
                      <a:pt x="941450" y="1380116"/>
                    </a:lnTo>
                    <a:lnTo>
                      <a:pt x="908265" y="1341069"/>
                    </a:lnTo>
                    <a:lnTo>
                      <a:pt x="693444" y="1105044"/>
                    </a:lnTo>
                    <a:lnTo>
                      <a:pt x="905910" y="871523"/>
                    </a:lnTo>
                    <a:lnTo>
                      <a:pt x="942947" y="826680"/>
                    </a:lnTo>
                    <a:lnTo>
                      <a:pt x="971362" y="785057"/>
                    </a:lnTo>
                    <a:lnTo>
                      <a:pt x="995574" y="742140"/>
                    </a:lnTo>
                    <a:lnTo>
                      <a:pt x="1015586" y="698170"/>
                    </a:lnTo>
                    <a:lnTo>
                      <a:pt x="1031400" y="653389"/>
                    </a:lnTo>
                    <a:lnTo>
                      <a:pt x="1043017" y="608037"/>
                    </a:lnTo>
                    <a:lnTo>
                      <a:pt x="1050441" y="562354"/>
                    </a:lnTo>
                    <a:lnTo>
                      <a:pt x="1053674" y="516583"/>
                    </a:lnTo>
                    <a:lnTo>
                      <a:pt x="1052716" y="470963"/>
                    </a:lnTo>
                    <a:lnTo>
                      <a:pt x="1047572" y="425736"/>
                    </a:lnTo>
                    <a:lnTo>
                      <a:pt x="1038242" y="381142"/>
                    </a:lnTo>
                    <a:lnTo>
                      <a:pt x="1024729" y="337424"/>
                    </a:lnTo>
                    <a:lnTo>
                      <a:pt x="1007036" y="294820"/>
                    </a:lnTo>
                    <a:lnTo>
                      <a:pt x="985163" y="253573"/>
                    </a:lnTo>
                    <a:close/>
                  </a:path>
                  <a:path w="2210434" h="2210434">
                    <a:moveTo>
                      <a:pt x="1667362" y="253573"/>
                    </a:moveTo>
                    <a:lnTo>
                      <a:pt x="1218905" y="253573"/>
                    </a:lnTo>
                    <a:lnTo>
                      <a:pt x="1218936" y="254735"/>
                    </a:lnTo>
                    <a:lnTo>
                      <a:pt x="1267529" y="257901"/>
                    </a:lnTo>
                    <a:lnTo>
                      <a:pt x="1313994" y="269927"/>
                    </a:lnTo>
                    <a:lnTo>
                      <a:pt x="1357289" y="290418"/>
                    </a:lnTo>
                    <a:lnTo>
                      <a:pt x="1396376" y="318974"/>
                    </a:lnTo>
                    <a:lnTo>
                      <a:pt x="1437354" y="364774"/>
                    </a:lnTo>
                    <a:lnTo>
                      <a:pt x="1459326" y="402745"/>
                    </a:lnTo>
                    <a:lnTo>
                      <a:pt x="1473849" y="443075"/>
                    </a:lnTo>
                    <a:lnTo>
                      <a:pt x="1480935" y="485072"/>
                    </a:lnTo>
                    <a:lnTo>
                      <a:pt x="1480684" y="516583"/>
                    </a:lnTo>
                    <a:lnTo>
                      <a:pt x="1480592" y="528043"/>
                    </a:lnTo>
                    <a:lnTo>
                      <a:pt x="1472832" y="571298"/>
                    </a:lnTo>
                    <a:lnTo>
                      <a:pt x="1457663" y="614144"/>
                    </a:lnTo>
                    <a:lnTo>
                      <a:pt x="1435096" y="655889"/>
                    </a:lnTo>
                    <a:lnTo>
                      <a:pt x="1405140" y="695842"/>
                    </a:lnTo>
                    <a:lnTo>
                      <a:pt x="1075967" y="1065391"/>
                    </a:lnTo>
                    <a:lnTo>
                      <a:pt x="1063619" y="1085978"/>
                    </a:lnTo>
                    <a:lnTo>
                      <a:pt x="1059695" y="1108903"/>
                    </a:lnTo>
                    <a:lnTo>
                      <a:pt x="1064166" y="1131726"/>
                    </a:lnTo>
                    <a:lnTo>
                      <a:pt x="1077003" y="1152006"/>
                    </a:lnTo>
                    <a:lnTo>
                      <a:pt x="1828928" y="1956505"/>
                    </a:lnTo>
                    <a:lnTo>
                      <a:pt x="2201300" y="1956505"/>
                    </a:lnTo>
                    <a:lnTo>
                      <a:pt x="2206573" y="1932895"/>
                    </a:lnTo>
                    <a:lnTo>
                      <a:pt x="2210100" y="1884832"/>
                    </a:lnTo>
                    <a:lnTo>
                      <a:pt x="2210100" y="1717581"/>
                    </a:lnTo>
                    <a:lnTo>
                      <a:pt x="1956516" y="1717581"/>
                    </a:lnTo>
                    <a:lnTo>
                      <a:pt x="1379413" y="1100919"/>
                    </a:lnTo>
                    <a:lnTo>
                      <a:pt x="1588108" y="871523"/>
                    </a:lnTo>
                    <a:lnTo>
                      <a:pt x="1592527" y="866769"/>
                    </a:lnTo>
                    <a:lnTo>
                      <a:pt x="1625146" y="826680"/>
                    </a:lnTo>
                    <a:lnTo>
                      <a:pt x="1653561" y="785057"/>
                    </a:lnTo>
                    <a:lnTo>
                      <a:pt x="1677773" y="742140"/>
                    </a:lnTo>
                    <a:lnTo>
                      <a:pt x="1697785" y="698170"/>
                    </a:lnTo>
                    <a:lnTo>
                      <a:pt x="1713599" y="653389"/>
                    </a:lnTo>
                    <a:lnTo>
                      <a:pt x="1725216" y="608037"/>
                    </a:lnTo>
                    <a:lnTo>
                      <a:pt x="1732640" y="562354"/>
                    </a:lnTo>
                    <a:lnTo>
                      <a:pt x="1735873" y="516583"/>
                    </a:lnTo>
                    <a:lnTo>
                      <a:pt x="1734916" y="470963"/>
                    </a:lnTo>
                    <a:lnTo>
                      <a:pt x="1729771" y="425736"/>
                    </a:lnTo>
                    <a:lnTo>
                      <a:pt x="1720441" y="381142"/>
                    </a:lnTo>
                    <a:lnTo>
                      <a:pt x="1706929" y="337424"/>
                    </a:lnTo>
                    <a:lnTo>
                      <a:pt x="1689235" y="294820"/>
                    </a:lnTo>
                    <a:lnTo>
                      <a:pt x="1667362" y="253573"/>
                    </a:lnTo>
                    <a:close/>
                  </a:path>
                  <a:path w="2210434" h="2210434">
                    <a:moveTo>
                      <a:pt x="2201298" y="253573"/>
                    </a:moveTo>
                    <a:lnTo>
                      <a:pt x="1884843" y="253573"/>
                    </a:lnTo>
                    <a:lnTo>
                      <a:pt x="1912713" y="259215"/>
                    </a:lnTo>
                    <a:lnTo>
                      <a:pt x="1935498" y="274592"/>
                    </a:lnTo>
                    <a:lnTo>
                      <a:pt x="1950874" y="297380"/>
                    </a:lnTo>
                    <a:lnTo>
                      <a:pt x="1956516" y="325257"/>
                    </a:lnTo>
                    <a:lnTo>
                      <a:pt x="1956516" y="1717581"/>
                    </a:lnTo>
                    <a:lnTo>
                      <a:pt x="2210100" y="1717581"/>
                    </a:lnTo>
                    <a:lnTo>
                      <a:pt x="2210100" y="325257"/>
                    </a:lnTo>
                    <a:lnTo>
                      <a:pt x="2206573" y="277192"/>
                    </a:lnTo>
                    <a:lnTo>
                      <a:pt x="2201298" y="253573"/>
                    </a:lnTo>
                    <a:close/>
                  </a:path>
                </a:pathLst>
              </a:custGeom>
              <a:solidFill>
                <a:srgbClr val="E6E7E8"/>
              </a:solidFill>
            </p:spPr>
            <p:txBody>
              <a:bodyPr wrap="square" lIns="0" tIns="0" rIns="0" bIns="0" rtlCol="0"/>
              <a:lstStyle/>
              <a:p>
                <a:endParaRPr/>
              </a:p>
            </p:txBody>
          </p:sp>
          <p:sp>
            <p:nvSpPr>
              <p:cNvPr id="4" name="object 4">
                <a:extLst>
                  <a:ext uri="{FF2B5EF4-FFF2-40B4-BE49-F238E27FC236}">
                    <a16:creationId xmlns:a16="http://schemas.microsoft.com/office/drawing/2014/main" id="{25DF5A7E-BB98-1DCF-26F2-1D5129F9119D}"/>
                  </a:ext>
                </a:extLst>
              </p:cNvPr>
              <p:cNvSpPr/>
              <p:nvPr/>
            </p:nvSpPr>
            <p:spPr>
              <a:xfrm>
                <a:off x="11303695" y="4758651"/>
                <a:ext cx="2210435" cy="2210435"/>
              </a:xfrm>
              <a:custGeom>
                <a:avLst/>
                <a:gdLst/>
                <a:ahLst/>
                <a:cxnLst/>
                <a:rect l="l" t="t" r="r" b="b"/>
                <a:pathLst>
                  <a:path w="2210434" h="2210434">
                    <a:moveTo>
                      <a:pt x="1878414" y="0"/>
                    </a:moveTo>
                    <a:lnTo>
                      <a:pt x="283268" y="0"/>
                    </a:lnTo>
                    <a:lnTo>
                      <a:pt x="235545" y="4623"/>
                    </a:lnTo>
                    <a:lnTo>
                      <a:pt x="190927" y="17880"/>
                    </a:lnTo>
                    <a:lnTo>
                      <a:pt x="149867" y="38852"/>
                    </a:lnTo>
                    <a:lnTo>
                      <a:pt x="112816" y="66618"/>
                    </a:lnTo>
                    <a:lnTo>
                      <a:pt x="80226" y="100261"/>
                    </a:lnTo>
                    <a:lnTo>
                      <a:pt x="52549" y="138860"/>
                    </a:lnTo>
                    <a:lnTo>
                      <a:pt x="30236" y="181495"/>
                    </a:lnTo>
                    <a:lnTo>
                      <a:pt x="13739" y="227248"/>
                    </a:lnTo>
                    <a:lnTo>
                      <a:pt x="3510" y="275199"/>
                    </a:lnTo>
                    <a:lnTo>
                      <a:pt x="0" y="324429"/>
                    </a:lnTo>
                    <a:lnTo>
                      <a:pt x="0" y="1880026"/>
                    </a:lnTo>
                    <a:lnTo>
                      <a:pt x="6744" y="1946019"/>
                    </a:lnTo>
                    <a:lnTo>
                      <a:pt x="26030" y="2007425"/>
                    </a:lnTo>
                    <a:lnTo>
                      <a:pt x="47978" y="2050327"/>
                    </a:lnTo>
                    <a:lnTo>
                      <a:pt x="75697" y="2089335"/>
                    </a:lnTo>
                    <a:lnTo>
                      <a:pt x="108624" y="2123886"/>
                    </a:lnTo>
                    <a:lnTo>
                      <a:pt x="146197" y="2153418"/>
                    </a:lnTo>
                    <a:lnTo>
                      <a:pt x="187852" y="2177367"/>
                    </a:lnTo>
                    <a:lnTo>
                      <a:pt x="233027" y="2195171"/>
                    </a:lnTo>
                    <a:lnTo>
                      <a:pt x="281159" y="2206266"/>
                    </a:lnTo>
                    <a:lnTo>
                      <a:pt x="331686" y="2210089"/>
                    </a:lnTo>
                    <a:lnTo>
                      <a:pt x="1878414" y="2210089"/>
                    </a:lnTo>
                    <a:lnTo>
                      <a:pt x="1927795" y="2206430"/>
                    </a:lnTo>
                    <a:lnTo>
                      <a:pt x="1974885" y="2195805"/>
                    </a:lnTo>
                    <a:lnTo>
                      <a:pt x="2019164" y="2178742"/>
                    </a:lnTo>
                    <a:lnTo>
                      <a:pt x="2060113" y="2155772"/>
                    </a:lnTo>
                    <a:lnTo>
                      <a:pt x="2097214" y="2127421"/>
                    </a:lnTo>
                    <a:lnTo>
                      <a:pt x="2129948" y="2094221"/>
                    </a:lnTo>
                    <a:lnTo>
                      <a:pt x="2157795" y="2056698"/>
                    </a:lnTo>
                    <a:lnTo>
                      <a:pt x="2180237" y="2015383"/>
                    </a:lnTo>
                    <a:lnTo>
                      <a:pt x="2182184" y="2015383"/>
                    </a:lnTo>
                    <a:lnTo>
                      <a:pt x="2180938" y="2013928"/>
                    </a:lnTo>
                    <a:lnTo>
                      <a:pt x="2193330" y="1982078"/>
                    </a:lnTo>
                    <a:lnTo>
                      <a:pt x="2199596" y="1959259"/>
                    </a:lnTo>
                    <a:lnTo>
                      <a:pt x="331152" y="1959259"/>
                    </a:lnTo>
                    <a:lnTo>
                      <a:pt x="302583" y="1953490"/>
                    </a:lnTo>
                    <a:lnTo>
                      <a:pt x="279251" y="1937759"/>
                    </a:lnTo>
                    <a:lnTo>
                      <a:pt x="263520" y="1914427"/>
                    </a:lnTo>
                    <a:lnTo>
                      <a:pt x="257751" y="1885858"/>
                    </a:lnTo>
                    <a:lnTo>
                      <a:pt x="257751" y="331152"/>
                    </a:lnTo>
                    <a:lnTo>
                      <a:pt x="263520" y="302583"/>
                    </a:lnTo>
                    <a:lnTo>
                      <a:pt x="279251" y="279251"/>
                    </a:lnTo>
                    <a:lnTo>
                      <a:pt x="302583" y="263520"/>
                    </a:lnTo>
                    <a:lnTo>
                      <a:pt x="331152" y="257751"/>
                    </a:lnTo>
                    <a:lnTo>
                      <a:pt x="2200930" y="257751"/>
                    </a:lnTo>
                    <a:lnTo>
                      <a:pt x="2196046" y="235884"/>
                    </a:lnTo>
                    <a:lnTo>
                      <a:pt x="2179262" y="191850"/>
                    </a:lnTo>
                    <a:lnTo>
                      <a:pt x="2156654" y="151075"/>
                    </a:lnTo>
                    <a:lnTo>
                      <a:pt x="2128734" y="114072"/>
                    </a:lnTo>
                    <a:lnTo>
                      <a:pt x="2096016" y="81355"/>
                    </a:lnTo>
                    <a:lnTo>
                      <a:pt x="2059014" y="53435"/>
                    </a:lnTo>
                    <a:lnTo>
                      <a:pt x="2018239" y="30827"/>
                    </a:lnTo>
                    <a:lnTo>
                      <a:pt x="1974205" y="14042"/>
                    </a:lnTo>
                    <a:lnTo>
                      <a:pt x="1927426" y="3596"/>
                    </a:lnTo>
                    <a:lnTo>
                      <a:pt x="1878414" y="0"/>
                    </a:lnTo>
                    <a:close/>
                  </a:path>
                  <a:path w="2210434" h="2210434">
                    <a:moveTo>
                      <a:pt x="2200930" y="257751"/>
                    </a:moveTo>
                    <a:lnTo>
                      <a:pt x="1885858" y="257751"/>
                    </a:lnTo>
                    <a:lnTo>
                      <a:pt x="1914431" y="263520"/>
                    </a:lnTo>
                    <a:lnTo>
                      <a:pt x="1937762" y="279251"/>
                    </a:lnTo>
                    <a:lnTo>
                      <a:pt x="1953492" y="302583"/>
                    </a:lnTo>
                    <a:lnTo>
                      <a:pt x="1959259" y="331152"/>
                    </a:lnTo>
                    <a:lnTo>
                      <a:pt x="1959259" y="1885858"/>
                    </a:lnTo>
                    <a:lnTo>
                      <a:pt x="1937762" y="1937759"/>
                    </a:lnTo>
                    <a:lnTo>
                      <a:pt x="1885858" y="1959259"/>
                    </a:lnTo>
                    <a:lnTo>
                      <a:pt x="2199596" y="1959259"/>
                    </a:lnTo>
                    <a:lnTo>
                      <a:pt x="2208101" y="1914427"/>
                    </a:lnTo>
                    <a:lnTo>
                      <a:pt x="2210051" y="331152"/>
                    </a:lnTo>
                    <a:lnTo>
                      <a:pt x="2206493" y="282663"/>
                    </a:lnTo>
                    <a:lnTo>
                      <a:pt x="2200930" y="257751"/>
                    </a:lnTo>
                    <a:close/>
                  </a:path>
                </a:pathLst>
              </a:custGeom>
              <a:solidFill>
                <a:srgbClr val="0856C3"/>
              </a:solidFill>
            </p:spPr>
            <p:txBody>
              <a:bodyPr wrap="square" lIns="0" tIns="0" rIns="0" bIns="0" rtlCol="0"/>
              <a:lstStyle/>
              <a:p>
                <a:endParaRPr/>
              </a:p>
            </p:txBody>
          </p:sp>
        </p:grpSp>
        <p:sp>
          <p:nvSpPr>
            <p:cNvPr id="29" name="object 6">
              <a:extLst>
                <a:ext uri="{FF2B5EF4-FFF2-40B4-BE49-F238E27FC236}">
                  <a16:creationId xmlns:a16="http://schemas.microsoft.com/office/drawing/2014/main" id="{326C6731-D984-2509-7AA1-1089261EBBC3}"/>
                </a:ext>
              </a:extLst>
            </p:cNvPr>
            <p:cNvSpPr/>
            <p:nvPr/>
          </p:nvSpPr>
          <p:spPr>
            <a:xfrm>
              <a:off x="12953365" y="2171705"/>
              <a:ext cx="2210435" cy="2210435"/>
            </a:xfrm>
            <a:custGeom>
              <a:avLst/>
              <a:gdLst/>
              <a:ahLst/>
              <a:cxnLst/>
              <a:rect l="l" t="t" r="r" b="b"/>
              <a:pathLst>
                <a:path w="2210434" h="2210434">
                  <a:moveTo>
                    <a:pt x="1878414" y="0"/>
                  </a:moveTo>
                  <a:lnTo>
                    <a:pt x="283268" y="0"/>
                  </a:lnTo>
                  <a:lnTo>
                    <a:pt x="235545" y="4623"/>
                  </a:lnTo>
                  <a:lnTo>
                    <a:pt x="190927" y="17880"/>
                  </a:lnTo>
                  <a:lnTo>
                    <a:pt x="149867" y="38851"/>
                  </a:lnTo>
                  <a:lnTo>
                    <a:pt x="112816" y="66618"/>
                  </a:lnTo>
                  <a:lnTo>
                    <a:pt x="80226" y="100260"/>
                  </a:lnTo>
                  <a:lnTo>
                    <a:pt x="52549" y="138857"/>
                  </a:lnTo>
                  <a:lnTo>
                    <a:pt x="30236" y="181492"/>
                  </a:lnTo>
                  <a:lnTo>
                    <a:pt x="13739" y="227243"/>
                  </a:lnTo>
                  <a:lnTo>
                    <a:pt x="3510" y="275192"/>
                  </a:lnTo>
                  <a:lnTo>
                    <a:pt x="0" y="324419"/>
                  </a:lnTo>
                  <a:lnTo>
                    <a:pt x="0" y="1880026"/>
                  </a:lnTo>
                  <a:lnTo>
                    <a:pt x="6744" y="1946017"/>
                  </a:lnTo>
                  <a:lnTo>
                    <a:pt x="26030" y="2007415"/>
                  </a:lnTo>
                  <a:lnTo>
                    <a:pt x="47978" y="2050317"/>
                  </a:lnTo>
                  <a:lnTo>
                    <a:pt x="75697" y="2089325"/>
                  </a:lnTo>
                  <a:lnTo>
                    <a:pt x="108624" y="2123876"/>
                  </a:lnTo>
                  <a:lnTo>
                    <a:pt x="146197" y="2153408"/>
                  </a:lnTo>
                  <a:lnTo>
                    <a:pt x="187852" y="2177357"/>
                  </a:lnTo>
                  <a:lnTo>
                    <a:pt x="233027" y="2195160"/>
                  </a:lnTo>
                  <a:lnTo>
                    <a:pt x="281159" y="2206255"/>
                  </a:lnTo>
                  <a:lnTo>
                    <a:pt x="331686" y="2210079"/>
                  </a:lnTo>
                  <a:lnTo>
                    <a:pt x="1878414" y="2210079"/>
                  </a:lnTo>
                  <a:lnTo>
                    <a:pt x="1927795" y="2206420"/>
                  </a:lnTo>
                  <a:lnTo>
                    <a:pt x="1974885" y="2195794"/>
                  </a:lnTo>
                  <a:lnTo>
                    <a:pt x="2019164" y="2178732"/>
                  </a:lnTo>
                  <a:lnTo>
                    <a:pt x="2056614" y="2157724"/>
                  </a:lnTo>
                  <a:lnTo>
                    <a:pt x="331686" y="2157724"/>
                  </a:lnTo>
                  <a:lnTo>
                    <a:pt x="284283" y="2153710"/>
                  </a:lnTo>
                  <a:lnTo>
                    <a:pt x="239089" y="2142020"/>
                  </a:lnTo>
                  <a:lnTo>
                    <a:pt x="196901" y="2123178"/>
                  </a:lnTo>
                  <a:lnTo>
                    <a:pt x="158518" y="2097712"/>
                  </a:lnTo>
                  <a:lnTo>
                    <a:pt x="124737" y="2066148"/>
                  </a:lnTo>
                  <a:lnTo>
                    <a:pt x="96357" y="2029011"/>
                  </a:lnTo>
                  <a:lnTo>
                    <a:pt x="74175" y="1986829"/>
                  </a:lnTo>
                  <a:lnTo>
                    <a:pt x="57921" y="1934951"/>
                  </a:lnTo>
                  <a:lnTo>
                    <a:pt x="52354" y="1880026"/>
                  </a:lnTo>
                  <a:lnTo>
                    <a:pt x="52354" y="324419"/>
                  </a:lnTo>
                  <a:lnTo>
                    <a:pt x="56909" y="272747"/>
                  </a:lnTo>
                  <a:lnTo>
                    <a:pt x="70177" y="222633"/>
                  </a:lnTo>
                  <a:lnTo>
                    <a:pt x="91558" y="175748"/>
                  </a:lnTo>
                  <a:lnTo>
                    <a:pt x="120457" y="133765"/>
                  </a:lnTo>
                  <a:lnTo>
                    <a:pt x="155722" y="98896"/>
                  </a:lnTo>
                  <a:lnTo>
                    <a:pt x="195278" y="73372"/>
                  </a:lnTo>
                  <a:lnTo>
                    <a:pt x="238126" y="57691"/>
                  </a:lnTo>
                  <a:lnTo>
                    <a:pt x="283268" y="52354"/>
                  </a:lnTo>
                  <a:lnTo>
                    <a:pt x="2057069" y="52354"/>
                  </a:lnTo>
                  <a:lnTo>
                    <a:pt x="2018239" y="30825"/>
                  </a:lnTo>
                  <a:lnTo>
                    <a:pt x="1974205" y="14042"/>
                  </a:lnTo>
                  <a:lnTo>
                    <a:pt x="1927426" y="3596"/>
                  </a:lnTo>
                  <a:lnTo>
                    <a:pt x="1878414" y="0"/>
                  </a:lnTo>
                  <a:close/>
                </a:path>
                <a:path w="2210434" h="2210434">
                  <a:moveTo>
                    <a:pt x="2057069" y="52354"/>
                  </a:moveTo>
                  <a:lnTo>
                    <a:pt x="1878414" y="52354"/>
                  </a:lnTo>
                  <a:lnTo>
                    <a:pt x="1923660" y="56016"/>
                  </a:lnTo>
                  <a:lnTo>
                    <a:pt x="1966608" y="66618"/>
                  </a:lnTo>
                  <a:lnTo>
                    <a:pt x="2006668" y="83576"/>
                  </a:lnTo>
                  <a:lnTo>
                    <a:pt x="2043270" y="106315"/>
                  </a:lnTo>
                  <a:lnTo>
                    <a:pt x="2075830" y="134255"/>
                  </a:lnTo>
                  <a:lnTo>
                    <a:pt x="2103770" y="166815"/>
                  </a:lnTo>
                  <a:lnTo>
                    <a:pt x="2126511" y="203416"/>
                  </a:lnTo>
                  <a:lnTo>
                    <a:pt x="2143471" y="243480"/>
                  </a:lnTo>
                  <a:lnTo>
                    <a:pt x="2154072" y="286426"/>
                  </a:lnTo>
                  <a:lnTo>
                    <a:pt x="2157735" y="331675"/>
                  </a:lnTo>
                  <a:lnTo>
                    <a:pt x="2157652" y="1880026"/>
                  </a:lnTo>
                  <a:lnTo>
                    <a:pt x="2151964" y="1934613"/>
                  </a:lnTo>
                  <a:lnTo>
                    <a:pt x="2134552" y="1989363"/>
                  </a:lnTo>
                  <a:lnTo>
                    <a:pt x="2109957" y="2034168"/>
                  </a:lnTo>
                  <a:lnTo>
                    <a:pt x="2081461" y="2069799"/>
                  </a:lnTo>
                  <a:lnTo>
                    <a:pt x="2047874" y="2100095"/>
                  </a:lnTo>
                  <a:lnTo>
                    <a:pt x="2009986" y="2124544"/>
                  </a:lnTo>
                  <a:lnTo>
                    <a:pt x="1968587" y="2142638"/>
                  </a:lnTo>
                  <a:lnTo>
                    <a:pt x="1924466" y="2153868"/>
                  </a:lnTo>
                  <a:lnTo>
                    <a:pt x="1878414" y="2157724"/>
                  </a:lnTo>
                  <a:lnTo>
                    <a:pt x="2056614" y="2157724"/>
                  </a:lnTo>
                  <a:lnTo>
                    <a:pt x="2097214" y="2127411"/>
                  </a:lnTo>
                  <a:lnTo>
                    <a:pt x="2129948" y="2094210"/>
                  </a:lnTo>
                  <a:lnTo>
                    <a:pt x="2157795" y="2056688"/>
                  </a:lnTo>
                  <a:lnTo>
                    <a:pt x="2180237" y="2015373"/>
                  </a:lnTo>
                  <a:lnTo>
                    <a:pt x="2182184" y="2015373"/>
                  </a:lnTo>
                  <a:lnTo>
                    <a:pt x="2180938" y="2013928"/>
                  </a:lnTo>
                  <a:lnTo>
                    <a:pt x="2193330" y="1982077"/>
                  </a:lnTo>
                  <a:lnTo>
                    <a:pt x="2202480" y="1948757"/>
                  </a:lnTo>
                  <a:lnTo>
                    <a:pt x="2208147" y="1914141"/>
                  </a:lnTo>
                  <a:lnTo>
                    <a:pt x="2210001" y="1880026"/>
                  </a:lnTo>
                  <a:lnTo>
                    <a:pt x="2210089" y="331675"/>
                  </a:lnTo>
                  <a:lnTo>
                    <a:pt x="2206493" y="282661"/>
                  </a:lnTo>
                  <a:lnTo>
                    <a:pt x="2196046" y="235880"/>
                  </a:lnTo>
                  <a:lnTo>
                    <a:pt x="2179262" y="191845"/>
                  </a:lnTo>
                  <a:lnTo>
                    <a:pt x="2156654" y="151071"/>
                  </a:lnTo>
                  <a:lnTo>
                    <a:pt x="2128734" y="114068"/>
                  </a:lnTo>
                  <a:lnTo>
                    <a:pt x="2096016" y="81351"/>
                  </a:lnTo>
                  <a:lnTo>
                    <a:pt x="2059014" y="53432"/>
                  </a:lnTo>
                  <a:lnTo>
                    <a:pt x="2057069" y="52354"/>
                  </a:lnTo>
                  <a:close/>
                </a:path>
              </a:pathLst>
            </a:custGeom>
            <a:solidFill>
              <a:srgbClr val="0856C3"/>
            </a:solidFill>
          </p:spPr>
          <p:txBody>
            <a:bodyPr wrap="square" lIns="0" tIns="0" rIns="0" bIns="0" rtlCol="0"/>
            <a:lstStyle/>
            <a:p>
              <a:endParaRPr/>
            </a:p>
          </p:txBody>
        </p:sp>
        <p:pic>
          <p:nvPicPr>
            <p:cNvPr id="33" name="Picture 32">
              <a:extLst>
                <a:ext uri="{FF2B5EF4-FFF2-40B4-BE49-F238E27FC236}">
                  <a16:creationId xmlns:a16="http://schemas.microsoft.com/office/drawing/2014/main" id="{7753C949-12BD-22C1-905C-EF5671B4A841}"/>
                </a:ext>
              </a:extLst>
            </p:cNvPr>
            <p:cNvPicPr>
              <a:picLocks noChangeAspect="1"/>
            </p:cNvPicPr>
            <p:nvPr/>
          </p:nvPicPr>
          <p:blipFill>
            <a:blip r:embed="rId4" cstate="print">
              <a:extLst>
                <a:ext uri="{28A0092B-C50C-407E-A947-70E740481C1C}">
                  <a14:useLocalDpi xmlns:a14="http://schemas.microsoft.com/office/drawing/2010/main" val="0"/>
                </a:ext>
              </a:extLst>
            </a:blip>
            <a:srcRect l="24278" t="26540" r="55583" b="36787"/>
            <a:stretch>
              <a:fillRect/>
            </a:stretch>
          </p:blipFill>
          <p:spPr>
            <a:xfrm>
              <a:off x="5160493" y="2095500"/>
              <a:ext cx="2362199" cy="2420024"/>
            </a:xfrm>
            <a:prstGeom prst="rect">
              <a:avLst/>
            </a:prstGeom>
          </p:spPr>
        </p:pic>
      </p:grpSp>
    </p:spTree>
    <p:extLst>
      <p:ext uri="{BB962C8B-B14F-4D97-AF65-F5344CB8AC3E}">
        <p14:creationId xmlns:p14="http://schemas.microsoft.com/office/powerpoint/2010/main" val="2185992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8BCEA-5FEB-062B-932C-5B40E62DA51E}"/>
            </a:ext>
          </a:extLst>
        </p:cNvPr>
        <p:cNvGrpSpPr/>
        <p:nvPr/>
      </p:nvGrpSpPr>
      <p:grpSpPr>
        <a:xfrm>
          <a:off x="0" y="0"/>
          <a:ext cx="0" cy="0"/>
          <a:chOff x="0" y="0"/>
          <a:chExt cx="0" cy="0"/>
        </a:xfrm>
      </p:grpSpPr>
      <p:sp>
        <p:nvSpPr>
          <p:cNvPr id="16" name="Freeform 16">
            <a:extLst>
              <a:ext uri="{FF2B5EF4-FFF2-40B4-BE49-F238E27FC236}">
                <a16:creationId xmlns:a16="http://schemas.microsoft.com/office/drawing/2014/main" id="{C25D60D7-C63F-7A6A-566B-75585617ECDB}"/>
              </a:ext>
            </a:extLst>
          </p:cNvPr>
          <p:cNvSpPr/>
          <p:nvPr/>
        </p:nvSpPr>
        <p:spPr>
          <a:xfrm>
            <a:off x="16423733" y="305291"/>
            <a:ext cx="1430575" cy="711529"/>
          </a:xfrm>
          <a:custGeom>
            <a:avLst/>
            <a:gdLst/>
            <a:ahLst/>
            <a:cxnLst/>
            <a:rect l="l" t="t" r="r" b="b"/>
            <a:pathLst>
              <a:path w="1430575" h="711529">
                <a:moveTo>
                  <a:pt x="0" y="0"/>
                </a:moveTo>
                <a:lnTo>
                  <a:pt x="1430575" y="0"/>
                </a:lnTo>
                <a:lnTo>
                  <a:pt x="1430575" y="711528"/>
                </a:lnTo>
                <a:lnTo>
                  <a:pt x="0" y="711528"/>
                </a:lnTo>
                <a:lnTo>
                  <a:pt x="0" y="0"/>
                </a:lnTo>
                <a:close/>
              </a:path>
            </a:pathLst>
          </a:custGeom>
          <a:blipFill>
            <a:blip r:embed="rId2"/>
            <a:stretch>
              <a:fillRect l="-46231" t="-59150" r="-49783" b="-62530"/>
            </a:stretch>
          </a:blipFill>
        </p:spPr>
      </p:sp>
      <p:pic>
        <p:nvPicPr>
          <p:cNvPr id="17" name="Picture 16">
            <a:extLst>
              <a:ext uri="{FF2B5EF4-FFF2-40B4-BE49-F238E27FC236}">
                <a16:creationId xmlns:a16="http://schemas.microsoft.com/office/drawing/2014/main" id="{E4BF0643-B97B-CDD3-4590-11DCFC958D90}"/>
              </a:ext>
            </a:extLst>
          </p:cNvPr>
          <p:cNvPicPr>
            <a:picLocks noChangeAspect="1"/>
          </p:cNvPicPr>
          <p:nvPr/>
        </p:nvPicPr>
        <p:blipFill>
          <a:blip r:embed="rId3" cstate="print">
            <a:extLst>
              <a:ext uri="{28A0092B-C50C-407E-A947-70E740481C1C}">
                <a14:useLocalDpi xmlns:a14="http://schemas.microsoft.com/office/drawing/2010/main" val="0"/>
              </a:ext>
            </a:extLst>
          </a:blip>
          <a:srcRect t="27716" b="26196"/>
          <a:stretch>
            <a:fillRect/>
          </a:stretch>
        </p:blipFill>
        <p:spPr>
          <a:xfrm>
            <a:off x="304800" y="342900"/>
            <a:ext cx="2245267" cy="582066"/>
          </a:xfrm>
          <a:prstGeom prst="rect">
            <a:avLst/>
          </a:prstGeom>
        </p:spPr>
      </p:pic>
      <p:sp>
        <p:nvSpPr>
          <p:cNvPr id="30" name="TextBox 29">
            <a:extLst>
              <a:ext uri="{FF2B5EF4-FFF2-40B4-BE49-F238E27FC236}">
                <a16:creationId xmlns:a16="http://schemas.microsoft.com/office/drawing/2014/main" id="{3C731A2D-3562-AC1D-CF28-29EF6BA479BE}"/>
              </a:ext>
            </a:extLst>
          </p:cNvPr>
          <p:cNvSpPr txBox="1"/>
          <p:nvPr/>
        </p:nvSpPr>
        <p:spPr>
          <a:xfrm>
            <a:off x="17297400" y="9269968"/>
            <a:ext cx="284052" cy="369332"/>
          </a:xfrm>
          <a:prstGeom prst="rect">
            <a:avLst/>
          </a:prstGeom>
          <a:noFill/>
        </p:spPr>
        <p:txBody>
          <a:bodyPr wrap="none" rtlCol="0">
            <a:spAutoFit/>
          </a:bodyPr>
          <a:lstStyle/>
          <a:p>
            <a:fld id="{AA068656-7F57-4BF5-868B-B3B588B9A888}" type="slidenum">
              <a:rPr lang="en-US" b="1" smtClean="0">
                <a:latin typeface="Inter" panose="02000503000000020004" pitchFamily="2" charset="0"/>
                <a:ea typeface="Inter" panose="02000503000000020004" pitchFamily="2" charset="0"/>
              </a:rPr>
              <a:t>20</a:t>
            </a:fld>
            <a:endParaRPr lang="en-US" b="1" dirty="0">
              <a:latin typeface="Inter" panose="02000503000000020004" pitchFamily="2" charset="0"/>
              <a:ea typeface="Inter" panose="02000503000000020004" pitchFamily="2" charset="0"/>
            </a:endParaRPr>
          </a:p>
        </p:txBody>
      </p:sp>
      <p:sp>
        <p:nvSpPr>
          <p:cNvPr id="7" name="object 4">
            <a:extLst>
              <a:ext uri="{FF2B5EF4-FFF2-40B4-BE49-F238E27FC236}">
                <a16:creationId xmlns:a16="http://schemas.microsoft.com/office/drawing/2014/main" id="{90AF01B7-EEB3-3DA4-3827-0F8838FFE189}"/>
              </a:ext>
            </a:extLst>
          </p:cNvPr>
          <p:cNvSpPr txBox="1"/>
          <p:nvPr/>
        </p:nvSpPr>
        <p:spPr>
          <a:xfrm>
            <a:off x="1318902" y="1899166"/>
            <a:ext cx="3963352" cy="6074292"/>
          </a:xfrm>
          <a:prstGeom prst="rect">
            <a:avLst/>
          </a:prstGeom>
        </p:spPr>
        <p:txBody>
          <a:bodyPr vert="horz" wrap="square" lIns="0" tIns="12700" rIns="0" bIns="0" rtlCol="0">
            <a:spAutoFit/>
          </a:bodyPr>
          <a:lstStyle/>
          <a:p>
            <a:pPr>
              <a:lnSpc>
                <a:spcPct val="150000"/>
              </a:lnSpc>
            </a:pPr>
            <a:r>
              <a:rPr lang="en-US" sz="1200" b="1" dirty="0">
                <a:solidFill>
                  <a:srgbClr val="0957C3"/>
                </a:solidFill>
                <a:latin typeface="Inter" panose="02000503000000020004" pitchFamily="2" charset="0"/>
                <a:ea typeface="Inter" panose="02000503000000020004" pitchFamily="2" charset="0"/>
              </a:rPr>
              <a:t>Warna Kotak</a:t>
            </a:r>
          </a:p>
          <a:p>
            <a:pPr marL="171450" indent="-171450">
              <a:lnSpc>
                <a:spcPct val="150000"/>
              </a:lnSpc>
              <a:buFont typeface="Arial" panose="020B0604020202020204" pitchFamily="34" charset="0"/>
              <a:buChar char="•"/>
            </a:pPr>
            <a:r>
              <a:rPr lang="en-US" sz="1200" b="1" dirty="0">
                <a:solidFill>
                  <a:srgbClr val="0957C3"/>
                </a:solidFill>
                <a:latin typeface="Inter" panose="02000503000000020004" pitchFamily="2" charset="0"/>
                <a:ea typeface="Inter" panose="02000503000000020004" pitchFamily="2" charset="0"/>
              </a:rPr>
              <a:t>Putih</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dapat</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digunakan</a:t>
            </a:r>
            <a:r>
              <a:rPr lang="en-US" sz="1200" dirty="0">
                <a:solidFill>
                  <a:srgbClr val="0957C3"/>
                </a:solidFill>
                <a:latin typeface="Inter" panose="02000503000000020004" pitchFamily="2" charset="0"/>
                <a:ea typeface="Inter" panose="02000503000000020004" pitchFamily="2" charset="0"/>
              </a:rPr>
              <a:t> pada </a:t>
            </a:r>
            <a:r>
              <a:rPr lang="en-US" sz="1200" dirty="0" err="1">
                <a:solidFill>
                  <a:srgbClr val="0957C3"/>
                </a:solidFill>
                <a:latin typeface="Inter" panose="02000503000000020004" pitchFamily="2" charset="0"/>
                <a:ea typeface="Inter" panose="02000503000000020004" pitchFamily="2" charset="0"/>
              </a:rPr>
              <a:t>latar</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terang</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maupun</a:t>
            </a:r>
            <a:r>
              <a:rPr lang="en-US" sz="1200" dirty="0">
                <a:solidFill>
                  <a:srgbClr val="0957C3"/>
                </a:solidFill>
                <a:latin typeface="Inter" panose="02000503000000020004" pitchFamily="2" charset="0"/>
                <a:ea typeface="Inter" panose="02000503000000020004" pitchFamily="2" charset="0"/>
              </a:rPr>
              <a:t> medium </a:t>
            </a:r>
          </a:p>
          <a:p>
            <a:pPr marL="171450" indent="-171450">
              <a:lnSpc>
                <a:spcPct val="150000"/>
              </a:lnSpc>
              <a:buFont typeface="Arial" panose="020B0604020202020204" pitchFamily="34" charset="0"/>
              <a:buChar char="•"/>
            </a:pPr>
            <a:r>
              <a:rPr lang="en-US" sz="1200" b="1" dirty="0">
                <a:solidFill>
                  <a:srgbClr val="0957C3"/>
                </a:solidFill>
                <a:latin typeface="Inter" panose="02000503000000020004" pitchFamily="2" charset="0"/>
                <a:ea typeface="Inter" panose="02000503000000020004" pitchFamily="2" charset="0"/>
              </a:rPr>
              <a:t>Nusantara Blue</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direkomendasikan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untuk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latar</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terang</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atau</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putih</a:t>
            </a:r>
            <a:r>
              <a:rPr lang="en-US" sz="1200" dirty="0">
                <a:solidFill>
                  <a:srgbClr val="0957C3"/>
                </a:solidFill>
                <a:latin typeface="Inter" panose="02000503000000020004" pitchFamily="2" charset="0"/>
                <a:ea typeface="Inter" panose="02000503000000020004" pitchFamily="2" charset="0"/>
              </a:rPr>
              <a:t>.</a:t>
            </a:r>
          </a:p>
          <a:p>
            <a:pPr marL="171450" indent="-171450">
              <a:lnSpc>
                <a:spcPct val="150000"/>
              </a:lnSpc>
              <a:buFont typeface="Arial" panose="020B0604020202020204" pitchFamily="34" charset="0"/>
              <a:buChar char="•"/>
            </a:pPr>
            <a:r>
              <a:rPr lang="en-US" sz="1200" b="1" dirty="0">
                <a:solidFill>
                  <a:srgbClr val="0957C3"/>
                </a:solidFill>
                <a:latin typeface="Inter" panose="02000503000000020004" pitchFamily="2" charset="0"/>
                <a:ea typeface="Inter" panose="02000503000000020004" pitchFamily="2" charset="0"/>
              </a:rPr>
              <a:t>Mentari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digunakan</a:t>
            </a:r>
            <a:r>
              <a:rPr lang="en-US" sz="1200" dirty="0">
                <a:solidFill>
                  <a:srgbClr val="0957C3"/>
                </a:solidFill>
                <a:latin typeface="Inter" panose="02000503000000020004" pitchFamily="2" charset="0"/>
                <a:ea typeface="Inter" panose="02000503000000020004" pitchFamily="2" charset="0"/>
              </a:rPr>
              <a:t> pada </a:t>
            </a:r>
            <a:r>
              <a:rPr lang="en-US" sz="1200" dirty="0" err="1">
                <a:solidFill>
                  <a:srgbClr val="0957C3"/>
                </a:solidFill>
                <a:latin typeface="Inter" panose="02000503000000020004" pitchFamily="2" charset="0"/>
                <a:ea typeface="Inter" panose="02000503000000020004" pitchFamily="2" charset="0"/>
              </a:rPr>
              <a:t>latar</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terang</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atau</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sebagai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bidang</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dengan</a:t>
            </a:r>
            <a:r>
              <a:rPr lang="en-US" sz="1200" dirty="0">
                <a:solidFill>
                  <a:srgbClr val="0957C3"/>
                </a:solidFill>
                <a:latin typeface="Inter" panose="02000503000000020004" pitchFamily="2" charset="0"/>
                <a:ea typeface="Inter" panose="02000503000000020004" pitchFamily="2" charset="0"/>
              </a:rPr>
              <a:t> outline yang </a:t>
            </a:r>
            <a:r>
              <a:rPr lang="en-US" sz="1200" dirty="0" err="1">
                <a:solidFill>
                  <a:srgbClr val="0957C3"/>
                </a:solidFill>
                <a:latin typeface="Inter" panose="02000503000000020004" pitchFamily="2" charset="0"/>
                <a:ea typeface="Inter" panose="02000503000000020004" pitchFamily="2" charset="0"/>
              </a:rPr>
              <a:t>lebih</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gelap</a:t>
            </a:r>
            <a:r>
              <a:rPr lang="en-US" sz="1200" dirty="0">
                <a:solidFill>
                  <a:srgbClr val="0957C3"/>
                </a:solidFill>
                <a:latin typeface="Inter" panose="02000503000000020004" pitchFamily="2" charset="0"/>
                <a:ea typeface="Inter" panose="02000503000000020004" pitchFamily="2" charset="0"/>
              </a:rPr>
              <a:t> agar </a:t>
            </a:r>
            <a:r>
              <a:rPr lang="en-US" sz="1200" dirty="0" err="1">
                <a:solidFill>
                  <a:srgbClr val="0957C3"/>
                </a:solidFill>
                <a:latin typeface="Inter" panose="02000503000000020004" pitchFamily="2" charset="0"/>
                <a:ea typeface="Inter" panose="02000503000000020004" pitchFamily="2" charset="0"/>
              </a:rPr>
              <a:t>tetap</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terbaca</a:t>
            </a:r>
            <a:r>
              <a:rPr lang="en-US" sz="1200" dirty="0">
                <a:solidFill>
                  <a:srgbClr val="0957C3"/>
                </a:solidFill>
                <a:latin typeface="Inter" panose="02000503000000020004" pitchFamily="2" charset="0"/>
                <a:ea typeface="Inter" panose="02000503000000020004" pitchFamily="2" charset="0"/>
              </a:rPr>
              <a:t>.</a:t>
            </a:r>
          </a:p>
          <a:p>
            <a:pPr marL="171450" indent="-171450">
              <a:lnSpc>
                <a:spcPct val="150000"/>
              </a:lnSpc>
              <a:buFont typeface="Arial" panose="020B0604020202020204" pitchFamily="34" charset="0"/>
              <a:buChar char="•"/>
            </a:pPr>
            <a:r>
              <a:rPr lang="en-US" sz="1200" b="1" dirty="0">
                <a:solidFill>
                  <a:srgbClr val="0957C3"/>
                </a:solidFill>
                <a:latin typeface="Inter" panose="02000503000000020004" pitchFamily="2" charset="0"/>
                <a:ea typeface="Inter" panose="02000503000000020004" pitchFamily="2" charset="0"/>
              </a:rPr>
              <a:t>Putih </a:t>
            </a:r>
            <a:r>
              <a:rPr lang="en-US" sz="1200" dirty="0" err="1">
                <a:solidFill>
                  <a:srgbClr val="0957C3"/>
                </a:solidFill>
                <a:latin typeface="Inter" panose="02000503000000020004" pitchFamily="2" charset="0"/>
                <a:ea typeface="Inter" panose="02000503000000020004" pitchFamily="2" charset="0"/>
              </a:rPr>
              <a:t>dapat</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digunakan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untuk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latar</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hitam</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hanya</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untuk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penggunaan</a:t>
            </a:r>
            <a:r>
              <a:rPr lang="en-US" sz="1200" dirty="0">
                <a:solidFill>
                  <a:srgbClr val="0957C3"/>
                </a:solidFill>
                <a:latin typeface="Inter" panose="02000503000000020004" pitchFamily="2" charset="0"/>
                <a:ea typeface="Inter" panose="02000503000000020004" pitchFamily="2" charset="0"/>
              </a:rPr>
              <a:t> </a:t>
            </a:r>
            <a:r>
              <a:rPr lang="en-US" sz="1200" b="1" dirty="0">
                <a:solidFill>
                  <a:srgbClr val="0957C3"/>
                </a:solidFill>
                <a:latin typeface="Inter" panose="02000503000000020004" pitchFamily="2" charset="0"/>
                <a:ea typeface="Inter" panose="02000503000000020004" pitchFamily="2" charset="0"/>
              </a:rPr>
              <a:t>BRI Private</a:t>
            </a:r>
          </a:p>
          <a:p>
            <a:pPr marL="171450" indent="-171450">
              <a:lnSpc>
                <a:spcPct val="150000"/>
              </a:lnSpc>
              <a:buFont typeface="Arial" panose="020B0604020202020204" pitchFamily="34" charset="0"/>
              <a:buChar char="•"/>
            </a:pPr>
            <a:r>
              <a:rPr lang="en-US" sz="1200" b="1" dirty="0">
                <a:solidFill>
                  <a:srgbClr val="0957C3"/>
                </a:solidFill>
                <a:latin typeface="Inter" panose="02000503000000020004" pitchFamily="2" charset="0"/>
                <a:ea typeface="Inter" panose="02000503000000020004" pitchFamily="2" charset="0"/>
              </a:rPr>
              <a:t>Gold </a:t>
            </a:r>
            <a:r>
              <a:rPr lang="en-US" sz="1200" dirty="0" err="1">
                <a:solidFill>
                  <a:srgbClr val="0957C3"/>
                </a:solidFill>
                <a:latin typeface="Inter" panose="02000503000000020004" pitchFamily="2" charset="0"/>
                <a:ea typeface="Inter" panose="02000503000000020004" pitchFamily="2" charset="0"/>
              </a:rPr>
              <a:t>digunakan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untuk</a:t>
            </a:r>
            <a:r>
              <a:rPr lang="en-US" sz="1200" dirty="0">
                <a:solidFill>
                  <a:srgbClr val="0957C3"/>
                </a:solidFill>
                <a:latin typeface="Inter" panose="02000503000000020004" pitchFamily="2" charset="0"/>
                <a:ea typeface="Inter" panose="02000503000000020004" pitchFamily="2" charset="0"/>
              </a:rPr>
              <a:t> visual </a:t>
            </a:r>
            <a:r>
              <a:rPr lang="en-US" sz="1200" dirty="0" err="1">
                <a:solidFill>
                  <a:srgbClr val="0957C3"/>
                </a:solidFill>
                <a:latin typeface="Inter" panose="02000503000000020004" pitchFamily="2" charset="0"/>
                <a:ea typeface="Inter" panose="02000503000000020004" pitchFamily="2" charset="0"/>
              </a:rPr>
              <a:t>prioritas</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dengan</a:t>
            </a:r>
            <a:r>
              <a:rPr lang="en-US" sz="1200" dirty="0">
                <a:solidFill>
                  <a:srgbClr val="0957C3"/>
                </a:solidFill>
                <a:latin typeface="Inter" panose="02000503000000020004" pitchFamily="2" charset="0"/>
                <a:ea typeface="Inter" panose="02000503000000020004" pitchFamily="2" charset="0"/>
              </a:rPr>
              <a:t> model dan </a:t>
            </a:r>
            <a:r>
              <a:rPr lang="en-US" sz="1200" dirty="0" err="1">
                <a:solidFill>
                  <a:srgbClr val="0957C3"/>
                </a:solidFill>
                <a:latin typeface="Inter" panose="02000503000000020004" pitchFamily="2" charset="0"/>
                <a:ea typeface="Inter" panose="02000503000000020004" pitchFamily="2" charset="0"/>
              </a:rPr>
              <a:t>tidak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dapat</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digunakan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untuk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warna</a:t>
            </a:r>
            <a:r>
              <a:rPr lang="en-US" sz="1200" dirty="0">
                <a:solidFill>
                  <a:srgbClr val="0957C3"/>
                </a:solidFill>
                <a:latin typeface="Inter" panose="02000503000000020004" pitchFamily="2" charset="0"/>
                <a:ea typeface="Inter" panose="02000503000000020004" pitchFamily="2" charset="0"/>
              </a:rPr>
              <a:t> solid</a:t>
            </a:r>
          </a:p>
          <a:p>
            <a:pPr>
              <a:lnSpc>
                <a:spcPct val="150000"/>
              </a:lnSpc>
            </a:pPr>
            <a:r>
              <a:rPr lang="en-US" sz="1200" b="1" dirty="0" err="1">
                <a:solidFill>
                  <a:srgbClr val="0957C3"/>
                </a:solidFill>
                <a:latin typeface="Inter" panose="02000503000000020004" pitchFamily="2" charset="0"/>
                <a:ea typeface="Inter" panose="02000503000000020004" pitchFamily="2" charset="0"/>
              </a:rPr>
              <a:t>Konsistensi</a:t>
            </a:r>
            <a:r>
              <a:rPr lang="en-US" sz="1200" b="1" dirty="0">
                <a:solidFill>
                  <a:srgbClr val="0957C3"/>
                </a:solidFill>
                <a:latin typeface="Inter" panose="02000503000000020004" pitchFamily="2" charset="0"/>
                <a:ea typeface="Inter" panose="02000503000000020004" pitchFamily="2" charset="0"/>
              </a:rPr>
              <a:t> Visual</a:t>
            </a:r>
          </a:p>
          <a:p>
            <a:pPr marL="171450" indent="-171450">
              <a:lnSpc>
                <a:spcPct val="150000"/>
              </a:lnSpc>
              <a:buFont typeface="Arial" panose="020B0604020202020204" pitchFamily="34" charset="0"/>
              <a:buChar char="•"/>
            </a:pPr>
            <a:r>
              <a:rPr lang="en-US" sz="1200" dirty="0" err="1">
                <a:solidFill>
                  <a:srgbClr val="0957C3"/>
                </a:solidFill>
                <a:latin typeface="Inter" panose="02000503000000020004" pitchFamily="2" charset="0"/>
                <a:ea typeface="Inter" panose="02000503000000020004" pitchFamily="2" charset="0"/>
              </a:rPr>
              <a:t>Pastikan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kontras</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warna</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cukup</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untuk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menjaga</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kejelasan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bentuk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bingkai</a:t>
            </a:r>
            <a:r>
              <a:rPr lang="en-US" sz="1200" dirty="0">
                <a:solidFill>
                  <a:srgbClr val="0957C3"/>
                </a:solidFill>
                <a:latin typeface="Inter" panose="02000503000000020004" pitchFamily="2" charset="0"/>
                <a:ea typeface="Inter" panose="02000503000000020004" pitchFamily="2" charset="0"/>
              </a:rPr>
              <a:t>.</a:t>
            </a:r>
          </a:p>
          <a:p>
            <a:pPr marL="171450" indent="-171450">
              <a:lnSpc>
                <a:spcPct val="150000"/>
              </a:lnSpc>
              <a:buFont typeface="Arial" panose="020B0604020202020204" pitchFamily="34" charset="0"/>
              <a:buChar char="•"/>
            </a:pPr>
            <a:r>
              <a:rPr lang="en-US" sz="1200" dirty="0" err="1">
                <a:solidFill>
                  <a:srgbClr val="0957C3"/>
                </a:solidFill>
                <a:latin typeface="Inter" panose="02000503000000020004" pitchFamily="2" charset="0"/>
                <a:ea typeface="Inter" panose="02000503000000020004" pitchFamily="2" charset="0"/>
              </a:rPr>
              <a:t>Jangan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mencampurkan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palet</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ini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dengan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warna</a:t>
            </a:r>
            <a:r>
              <a:rPr lang="en-US" sz="1200" dirty="0">
                <a:solidFill>
                  <a:srgbClr val="0957C3"/>
                </a:solidFill>
                <a:latin typeface="Inter" panose="02000503000000020004" pitchFamily="2" charset="0"/>
                <a:ea typeface="Inter" panose="02000503000000020004" pitchFamily="2" charset="0"/>
              </a:rPr>
              <a:t> di </a:t>
            </a:r>
            <a:r>
              <a:rPr lang="en-US" sz="1200" dirty="0" err="1">
                <a:solidFill>
                  <a:srgbClr val="0957C3"/>
                </a:solidFill>
                <a:latin typeface="Inter" panose="02000503000000020004" pitchFamily="2" charset="0"/>
                <a:ea typeface="Inter" panose="02000503000000020004" pitchFamily="2" charset="0"/>
              </a:rPr>
              <a:t>luar</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sistem</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biru</a:t>
            </a:r>
            <a:r>
              <a:rPr lang="en-US" sz="1200" dirty="0">
                <a:solidFill>
                  <a:srgbClr val="0957C3"/>
                </a:solidFill>
                <a:latin typeface="Inter" panose="02000503000000020004" pitchFamily="2" charset="0"/>
                <a:ea typeface="Inter" panose="02000503000000020004" pitchFamily="2" charset="0"/>
              </a:rPr>
              <a:t> yang </a:t>
            </a:r>
            <a:r>
              <a:rPr lang="en-US" sz="1200" dirty="0" err="1">
                <a:solidFill>
                  <a:srgbClr val="0957C3"/>
                </a:solidFill>
                <a:latin typeface="Inter" panose="02000503000000020004" pitchFamily="2" charset="0"/>
                <a:ea typeface="Inter" panose="02000503000000020004" pitchFamily="2" charset="0"/>
              </a:rPr>
              <a:t>telah</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ditetapkan</a:t>
            </a:r>
            <a:r>
              <a:rPr lang="en-US" sz="1200" dirty="0">
                <a:solidFill>
                  <a:srgbClr val="0957C3"/>
                </a:solidFill>
                <a:latin typeface="Inter" panose="02000503000000020004" pitchFamily="2" charset="0"/>
                <a:ea typeface="Inter" panose="02000503000000020004" pitchFamily="2" charset="0"/>
              </a:rPr>
              <a:t>.</a:t>
            </a:r>
          </a:p>
          <a:p>
            <a:pPr marL="171450" indent="-171450">
              <a:lnSpc>
                <a:spcPct val="150000"/>
              </a:lnSpc>
              <a:buFont typeface="Arial" panose="020B0604020202020204" pitchFamily="34" charset="0"/>
              <a:buChar char="•"/>
            </a:pPr>
            <a:r>
              <a:rPr lang="en-US" sz="1200" dirty="0" err="1">
                <a:solidFill>
                  <a:srgbClr val="0957C3"/>
                </a:solidFill>
                <a:latin typeface="Inter" panose="02000503000000020004" pitchFamily="2" charset="0"/>
                <a:ea typeface="Inter" panose="02000503000000020004" pitchFamily="2" charset="0"/>
              </a:rPr>
              <a:t>Hindari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perubahan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saturasi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atau</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kecerahan</a:t>
            </a:r>
            <a:r>
              <a:rPr lang="en-US" sz="1200" dirty="0">
                <a:solidFill>
                  <a:srgbClr val="0957C3"/>
                </a:solidFill>
                <a:latin typeface="Inter" panose="02000503000000020004" pitchFamily="2" charset="0"/>
                <a:ea typeface="Inter" panose="02000503000000020004" pitchFamily="2" charset="0"/>
              </a:rPr>
              <a:t> di </a:t>
            </a:r>
            <a:r>
              <a:rPr lang="en-US" sz="1200" dirty="0" err="1">
                <a:solidFill>
                  <a:srgbClr val="0957C3"/>
                </a:solidFill>
                <a:latin typeface="Inter" panose="02000503000000020004" pitchFamily="2" charset="0"/>
                <a:ea typeface="Inter" panose="02000503000000020004" pitchFamily="2" charset="0"/>
              </a:rPr>
              <a:t>luar</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variasi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resmi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palet</a:t>
            </a:r>
            <a:r>
              <a:rPr lang="en-US" sz="1200" dirty="0">
                <a:solidFill>
                  <a:srgbClr val="0957C3"/>
                </a:solidFill>
                <a:latin typeface="Inter" panose="02000503000000020004" pitchFamily="2" charset="0"/>
                <a:ea typeface="Inter" panose="02000503000000020004" pitchFamily="2" charset="0"/>
              </a:rPr>
              <a:t>.</a:t>
            </a:r>
          </a:p>
          <a:p>
            <a:pPr marL="171450" indent="-171450">
              <a:lnSpc>
                <a:spcPct val="150000"/>
              </a:lnSpc>
              <a:buFont typeface="Arial" panose="020B0604020202020204" pitchFamily="34" charset="0"/>
              <a:buChar char="•"/>
            </a:pPr>
            <a:r>
              <a:rPr lang="en-US" sz="1200" dirty="0" err="1">
                <a:solidFill>
                  <a:srgbClr val="0957C3"/>
                </a:solidFill>
                <a:latin typeface="Inter" panose="02000503000000020004" pitchFamily="2" charset="0"/>
                <a:ea typeface="Inter" panose="02000503000000020004" pitchFamily="2" charset="0"/>
              </a:rPr>
              <a:t>Jangan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mengubah</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kotak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menjadi</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bergradasi</a:t>
            </a:r>
            <a:r>
              <a:rPr lang="en-US" sz="1200" dirty="0">
                <a:solidFill>
                  <a:srgbClr val="0957C3"/>
                </a:solidFill>
                <a:latin typeface="Inter" panose="02000503000000020004" pitchFamily="2" charset="0"/>
                <a:ea typeface="Inter" panose="02000503000000020004" pitchFamily="2" charset="0"/>
              </a:rPr>
              <a:t> dan </a:t>
            </a:r>
            <a:r>
              <a:rPr lang="en-US" sz="1200" dirty="0" err="1">
                <a:solidFill>
                  <a:srgbClr val="0957C3"/>
                </a:solidFill>
                <a:latin typeface="Inter" panose="02000503000000020004" pitchFamily="2" charset="0"/>
                <a:ea typeface="Inter" panose="02000503000000020004" pitchFamily="2" charset="0"/>
              </a:rPr>
              <a:t>lebih</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dari</a:t>
            </a:r>
            <a:r>
              <a:rPr lang="en-US" sz="1200" dirty="0">
                <a:solidFill>
                  <a:srgbClr val="0957C3"/>
                </a:solidFill>
                <a:latin typeface="Inter" panose="02000503000000020004" pitchFamily="2" charset="0"/>
                <a:ea typeface="Inter" panose="02000503000000020004" pitchFamily="2" charset="0"/>
              </a:rPr>
              <a:t> 1 </a:t>
            </a:r>
            <a:r>
              <a:rPr lang="en-US" sz="1200" dirty="0" err="1">
                <a:solidFill>
                  <a:srgbClr val="0957C3"/>
                </a:solidFill>
                <a:latin typeface="Inter" panose="02000503000000020004" pitchFamily="2" charset="0"/>
                <a:ea typeface="Inter" panose="02000503000000020004" pitchFamily="2" charset="0"/>
              </a:rPr>
              <a:t>karena</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penggunaan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kotak</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ditujukan</a:t>
            </a:r>
            <a:r>
              <a:rPr lang="en-US" sz="1200" dirty="0">
                <a:solidFill>
                  <a:srgbClr val="0957C3"/>
                </a:solidFill>
                <a:latin typeface="Inter" panose="02000503000000020004" pitchFamily="2" charset="0"/>
                <a:ea typeface="Inter" panose="02000503000000020004" pitchFamily="2" charset="0"/>
              </a:rPr>
              <a:t> </a:t>
            </a:r>
            <a:r>
              <a:rPr lang="en-US" sz="1200" dirty="0" err="1">
                <a:solidFill>
                  <a:srgbClr val="0957C3"/>
                </a:solidFill>
                <a:latin typeface="Inter" panose="02000503000000020004" pitchFamily="2" charset="0"/>
                <a:ea typeface="Inter" panose="02000503000000020004" pitchFamily="2" charset="0"/>
              </a:rPr>
              <a:t>sebagai</a:t>
            </a:r>
            <a:r>
              <a:rPr lang="en-US" sz="1200" dirty="0">
                <a:solidFill>
                  <a:srgbClr val="0957C3"/>
                </a:solidFill>
                <a:latin typeface="Inter" panose="02000503000000020004" pitchFamily="2" charset="0"/>
                <a:ea typeface="Inter" panose="02000503000000020004" pitchFamily="2" charset="0"/>
              </a:rPr>
              <a:t> focus </a:t>
            </a:r>
            <a:r>
              <a:rPr lang="en-US" sz="1200" dirty="0" err="1">
                <a:solidFill>
                  <a:srgbClr val="0957C3"/>
                </a:solidFill>
                <a:latin typeface="Inter" panose="02000503000000020004" pitchFamily="2" charset="0"/>
                <a:ea typeface="Inter" panose="02000503000000020004" pitchFamily="2" charset="0"/>
              </a:rPr>
              <a:t>dalam</a:t>
            </a:r>
            <a:r>
              <a:rPr lang="en-US" sz="1200" dirty="0">
                <a:solidFill>
                  <a:srgbClr val="0957C3"/>
                </a:solidFill>
                <a:latin typeface="Inter" panose="02000503000000020004" pitchFamily="2" charset="0"/>
                <a:ea typeface="Inter" panose="02000503000000020004" pitchFamily="2" charset="0"/>
              </a:rPr>
              <a:t> visual</a:t>
            </a:r>
          </a:p>
        </p:txBody>
      </p:sp>
      <p:sp>
        <p:nvSpPr>
          <p:cNvPr id="6" name="Rectangle: Rounded Corners 5">
            <a:extLst>
              <a:ext uri="{FF2B5EF4-FFF2-40B4-BE49-F238E27FC236}">
                <a16:creationId xmlns:a16="http://schemas.microsoft.com/office/drawing/2014/main" id="{3E591A37-17AD-C421-7A3B-1CE438494B80}"/>
              </a:ext>
            </a:extLst>
          </p:cNvPr>
          <p:cNvSpPr/>
          <p:nvPr/>
        </p:nvSpPr>
        <p:spPr>
          <a:xfrm>
            <a:off x="5644440" y="2211566"/>
            <a:ext cx="7199134" cy="7199134"/>
          </a:xfrm>
          <a:prstGeom prst="roundRect">
            <a:avLst>
              <a:gd name="adj" fmla="val 4631"/>
            </a:avLst>
          </a:prstGeom>
          <a:noFill/>
          <a:ln>
            <a:solidFill>
              <a:srgbClr val="0957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15874B06-945D-52FB-1E2E-7DA894528F9E}"/>
              </a:ext>
            </a:extLst>
          </p:cNvPr>
          <p:cNvSpPr/>
          <p:nvPr/>
        </p:nvSpPr>
        <p:spPr>
          <a:xfrm>
            <a:off x="12948299" y="2211566"/>
            <a:ext cx="2391005" cy="2855734"/>
          </a:xfrm>
          <a:prstGeom prst="roundRect">
            <a:avLst>
              <a:gd name="adj" fmla="val 12769"/>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81E364B-CAE7-BD81-0BB1-BE76DA6E5F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65147" y="4873180"/>
            <a:ext cx="2097484" cy="2097484"/>
          </a:xfrm>
          <a:prstGeom prst="rect">
            <a:avLst/>
          </a:prstGeom>
          <a:solidFill>
            <a:srgbClr val="0957C3"/>
          </a:solidFill>
          <a:ln>
            <a:solidFill>
              <a:srgbClr val="0957C3"/>
            </a:solidFill>
          </a:ln>
        </p:spPr>
      </p:pic>
      <p:pic>
        <p:nvPicPr>
          <p:cNvPr id="9" name="Picture 8">
            <a:extLst>
              <a:ext uri="{FF2B5EF4-FFF2-40B4-BE49-F238E27FC236}">
                <a16:creationId xmlns:a16="http://schemas.microsoft.com/office/drawing/2014/main" id="{8484F91F-456A-96A0-D4A9-2DB2EA0E2F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47745" y="6969392"/>
            <a:ext cx="2097484" cy="2097484"/>
          </a:xfrm>
          <a:prstGeom prst="rect">
            <a:avLst/>
          </a:prstGeom>
          <a:noFill/>
        </p:spPr>
      </p:pic>
      <p:pic>
        <p:nvPicPr>
          <p:cNvPr id="10" name="Picture 9">
            <a:extLst>
              <a:ext uri="{FF2B5EF4-FFF2-40B4-BE49-F238E27FC236}">
                <a16:creationId xmlns:a16="http://schemas.microsoft.com/office/drawing/2014/main" id="{E356669E-B75C-D8FF-0F0E-A474DEDF1D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47745" y="2776162"/>
            <a:ext cx="2097950" cy="2097484"/>
          </a:xfrm>
          <a:prstGeom prst="rect">
            <a:avLst/>
          </a:prstGeom>
          <a:solidFill>
            <a:srgbClr val="0957C3"/>
          </a:solidFill>
        </p:spPr>
      </p:pic>
      <p:pic>
        <p:nvPicPr>
          <p:cNvPr id="11" name="Picture 10">
            <a:extLst>
              <a:ext uri="{FF2B5EF4-FFF2-40B4-BE49-F238E27FC236}">
                <a16:creationId xmlns:a16="http://schemas.microsoft.com/office/drawing/2014/main" id="{40B8B88A-A97D-7131-6B7D-21ECFA17B1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42043" y="2776162"/>
            <a:ext cx="2097484" cy="2097018"/>
          </a:xfrm>
          <a:prstGeom prst="rect">
            <a:avLst/>
          </a:prstGeom>
          <a:solidFill>
            <a:srgbClr val="2F7EE2"/>
          </a:solidFill>
        </p:spPr>
      </p:pic>
      <p:pic>
        <p:nvPicPr>
          <p:cNvPr id="12" name="Picture 11">
            <a:extLst>
              <a:ext uri="{FF2B5EF4-FFF2-40B4-BE49-F238E27FC236}">
                <a16:creationId xmlns:a16="http://schemas.microsoft.com/office/drawing/2014/main" id="{BEE47A60-C8B1-BDB6-307F-5486E58F7EC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35873" y="2776628"/>
            <a:ext cx="2097484" cy="2097018"/>
          </a:xfrm>
          <a:prstGeom prst="rect">
            <a:avLst/>
          </a:prstGeom>
          <a:solidFill>
            <a:srgbClr val="71C5E8"/>
          </a:solidFill>
        </p:spPr>
      </p:pic>
      <p:pic>
        <p:nvPicPr>
          <p:cNvPr id="13" name="Picture 12">
            <a:extLst>
              <a:ext uri="{FF2B5EF4-FFF2-40B4-BE49-F238E27FC236}">
                <a16:creationId xmlns:a16="http://schemas.microsoft.com/office/drawing/2014/main" id="{FBC8E7C9-1C09-C66D-4086-63222F7518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40990" y="4872840"/>
            <a:ext cx="2099589" cy="2099589"/>
          </a:xfrm>
          <a:prstGeom prst="rect">
            <a:avLst/>
          </a:prstGeom>
          <a:solidFill>
            <a:srgbClr val="2F7EE2"/>
          </a:solidFill>
        </p:spPr>
      </p:pic>
      <p:pic>
        <p:nvPicPr>
          <p:cNvPr id="14" name="Picture 13">
            <a:extLst>
              <a:ext uri="{FF2B5EF4-FFF2-40B4-BE49-F238E27FC236}">
                <a16:creationId xmlns:a16="http://schemas.microsoft.com/office/drawing/2014/main" id="{669B9AF3-4FFE-FBA4-1385-A83A7F5A42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35873" y="4873309"/>
            <a:ext cx="2097484" cy="2097484"/>
          </a:xfrm>
          <a:prstGeom prst="rect">
            <a:avLst/>
          </a:prstGeom>
          <a:noFill/>
        </p:spPr>
      </p:pic>
      <p:pic>
        <p:nvPicPr>
          <p:cNvPr id="15" name="Picture 14">
            <a:extLst>
              <a:ext uri="{FF2B5EF4-FFF2-40B4-BE49-F238E27FC236}">
                <a16:creationId xmlns:a16="http://schemas.microsoft.com/office/drawing/2014/main" id="{AA23D86C-6FB0-4A10-E579-E2F2330829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41701" y="6967285"/>
            <a:ext cx="2099591" cy="2099591"/>
          </a:xfrm>
          <a:prstGeom prst="rect">
            <a:avLst/>
          </a:prstGeom>
          <a:solidFill>
            <a:srgbClr val="2F7EE2"/>
          </a:solidFill>
        </p:spPr>
      </p:pic>
      <p:pic>
        <p:nvPicPr>
          <p:cNvPr id="18" name="Picture 17">
            <a:extLst>
              <a:ext uri="{FF2B5EF4-FFF2-40B4-BE49-F238E27FC236}">
                <a16:creationId xmlns:a16="http://schemas.microsoft.com/office/drawing/2014/main" id="{35A4EAD9-ED6A-CD19-D5A7-536CF6D1D8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35873" y="6968338"/>
            <a:ext cx="2097484" cy="2097484"/>
          </a:xfrm>
          <a:prstGeom prst="rect">
            <a:avLst/>
          </a:prstGeom>
          <a:solidFill>
            <a:srgbClr val="71C5E8"/>
          </a:solidFill>
        </p:spPr>
      </p:pic>
      <p:pic>
        <p:nvPicPr>
          <p:cNvPr id="19" name="Picture 18">
            <a:extLst>
              <a:ext uri="{FF2B5EF4-FFF2-40B4-BE49-F238E27FC236}">
                <a16:creationId xmlns:a16="http://schemas.microsoft.com/office/drawing/2014/main" id="{0F6FFDDC-4A35-F27A-32BF-60A729ED4DC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107133" y="2774654"/>
            <a:ext cx="2097484" cy="2097018"/>
          </a:xfrm>
          <a:prstGeom prst="rect">
            <a:avLst/>
          </a:prstGeom>
          <a:solidFill>
            <a:schemeClr val="accent5"/>
          </a:solidFill>
        </p:spPr>
      </p:pic>
      <p:pic>
        <p:nvPicPr>
          <p:cNvPr id="20" name="Picture 19">
            <a:extLst>
              <a:ext uri="{FF2B5EF4-FFF2-40B4-BE49-F238E27FC236}">
                <a16:creationId xmlns:a16="http://schemas.microsoft.com/office/drawing/2014/main" id="{57647140-0A78-C1B7-7937-CF406BB5F493}"/>
              </a:ext>
            </a:extLst>
          </p:cNvPr>
          <p:cNvPicPr>
            <a:picLocks noChangeAspect="1"/>
          </p:cNvPicPr>
          <p:nvPr/>
        </p:nvPicPr>
        <p:blipFill>
          <a:blip r:embed="rId7" cstate="print">
            <a:extLst>
              <a:ext uri="{28A0092B-C50C-407E-A947-70E740481C1C}">
                <a14:useLocalDpi xmlns:a14="http://schemas.microsoft.com/office/drawing/2010/main" val="0"/>
              </a:ext>
            </a:extLst>
          </a:blip>
          <a:srcRect l="11452" t="11584" r="34142" b="49908"/>
          <a:stretch>
            <a:fillRect/>
          </a:stretch>
        </p:blipFill>
        <p:spPr>
          <a:xfrm>
            <a:off x="15586556" y="2769632"/>
            <a:ext cx="2097484" cy="2102040"/>
          </a:xfrm>
          <a:prstGeom prst="rect">
            <a:avLst/>
          </a:prstGeom>
          <a:ln w="76200">
            <a:noFill/>
          </a:ln>
        </p:spPr>
      </p:pic>
      <p:sp>
        <p:nvSpPr>
          <p:cNvPr id="21" name="TextBox 20">
            <a:extLst>
              <a:ext uri="{FF2B5EF4-FFF2-40B4-BE49-F238E27FC236}">
                <a16:creationId xmlns:a16="http://schemas.microsoft.com/office/drawing/2014/main" id="{98139D88-69F4-A5B7-13C7-8EE899AB6212}"/>
              </a:ext>
            </a:extLst>
          </p:cNvPr>
          <p:cNvSpPr txBox="1"/>
          <p:nvPr/>
        </p:nvSpPr>
        <p:spPr>
          <a:xfrm>
            <a:off x="6347745" y="2405065"/>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Nusantara</a:t>
            </a:r>
            <a:endParaRPr lang="en-US" sz="1800" dirty="0">
              <a:latin typeface="Inter" panose="02000503000000020004" pitchFamily="2" charset="0"/>
              <a:ea typeface="Inter" panose="02000503000000020004" pitchFamily="2" charset="0"/>
              <a:cs typeface="Tahoma"/>
            </a:endParaRPr>
          </a:p>
        </p:txBody>
      </p:sp>
      <p:sp>
        <p:nvSpPr>
          <p:cNvPr id="22" name="TextBox 21">
            <a:extLst>
              <a:ext uri="{FF2B5EF4-FFF2-40B4-BE49-F238E27FC236}">
                <a16:creationId xmlns:a16="http://schemas.microsoft.com/office/drawing/2014/main" id="{DFBBEC92-D8CB-53D8-1E16-E0D05D43EC1F}"/>
              </a:ext>
            </a:extLst>
          </p:cNvPr>
          <p:cNvSpPr txBox="1"/>
          <p:nvPr/>
        </p:nvSpPr>
        <p:spPr>
          <a:xfrm>
            <a:off x="8420987" y="2418366"/>
            <a:ext cx="2114886" cy="369332"/>
          </a:xfrm>
          <a:prstGeom prst="rect">
            <a:avLst/>
          </a:prstGeom>
          <a:noFill/>
        </p:spPr>
        <p:txBody>
          <a:bodyPr wrap="square">
            <a:spAutoFit/>
          </a:bodyPr>
          <a:lstStyle/>
          <a:p>
            <a:pPr marL="12700" algn="ctr">
              <a:lnSpc>
                <a:spcPct val="100000"/>
              </a:lnSpc>
              <a:spcBef>
                <a:spcPts val="75"/>
              </a:spcBef>
            </a:pPr>
            <a:r>
              <a:rPr lang="en-US" sz="1800" spc="20" dirty="0" err="1">
                <a:solidFill>
                  <a:srgbClr val="0856C3"/>
                </a:solidFill>
                <a:latin typeface="Inter" panose="02000503000000020004" pitchFamily="2" charset="0"/>
                <a:ea typeface="Inter" panose="02000503000000020004" pitchFamily="2" charset="0"/>
                <a:cs typeface="Tahoma"/>
              </a:rPr>
              <a:t>Cakrawala</a:t>
            </a:r>
            <a:endParaRPr lang="en-US" sz="1800" dirty="0">
              <a:latin typeface="Inter" panose="02000503000000020004" pitchFamily="2" charset="0"/>
              <a:ea typeface="Inter" panose="02000503000000020004" pitchFamily="2" charset="0"/>
              <a:cs typeface="Tahoma"/>
            </a:endParaRPr>
          </a:p>
        </p:txBody>
      </p:sp>
      <p:sp>
        <p:nvSpPr>
          <p:cNvPr id="23" name="TextBox 22">
            <a:extLst>
              <a:ext uri="{FF2B5EF4-FFF2-40B4-BE49-F238E27FC236}">
                <a16:creationId xmlns:a16="http://schemas.microsoft.com/office/drawing/2014/main" id="{A24CF935-0D12-6A2A-730C-878C09A54A72}"/>
              </a:ext>
            </a:extLst>
          </p:cNvPr>
          <p:cNvSpPr txBox="1"/>
          <p:nvPr/>
        </p:nvSpPr>
        <p:spPr>
          <a:xfrm>
            <a:off x="10407429" y="2400300"/>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Mentari</a:t>
            </a:r>
            <a:endParaRPr lang="en-US" sz="1800" dirty="0">
              <a:latin typeface="Inter" panose="02000503000000020004" pitchFamily="2" charset="0"/>
              <a:ea typeface="Inter" panose="02000503000000020004" pitchFamily="2" charset="0"/>
              <a:cs typeface="Tahoma"/>
            </a:endParaRPr>
          </a:p>
        </p:txBody>
      </p:sp>
      <p:sp>
        <p:nvSpPr>
          <p:cNvPr id="24" name="TextBox 23">
            <a:extLst>
              <a:ext uri="{FF2B5EF4-FFF2-40B4-BE49-F238E27FC236}">
                <a16:creationId xmlns:a16="http://schemas.microsoft.com/office/drawing/2014/main" id="{221A6A9C-396B-4AE8-BD5C-A6AB63CEF00C}"/>
              </a:ext>
            </a:extLst>
          </p:cNvPr>
          <p:cNvSpPr txBox="1"/>
          <p:nvPr/>
        </p:nvSpPr>
        <p:spPr>
          <a:xfrm>
            <a:off x="13098432" y="2407762"/>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Hitam</a:t>
            </a:r>
            <a:endParaRPr lang="en-US" sz="1800" dirty="0">
              <a:latin typeface="Inter" panose="02000503000000020004" pitchFamily="2" charset="0"/>
              <a:ea typeface="Inter" panose="02000503000000020004" pitchFamily="2" charset="0"/>
              <a:cs typeface="Tahoma"/>
            </a:endParaRPr>
          </a:p>
        </p:txBody>
      </p:sp>
      <p:sp>
        <p:nvSpPr>
          <p:cNvPr id="25" name="TextBox 24">
            <a:extLst>
              <a:ext uri="{FF2B5EF4-FFF2-40B4-BE49-F238E27FC236}">
                <a16:creationId xmlns:a16="http://schemas.microsoft.com/office/drawing/2014/main" id="{7130BA1F-F3F1-1BE8-EEB3-F3F4C1304C8F}"/>
              </a:ext>
            </a:extLst>
          </p:cNvPr>
          <p:cNvSpPr txBox="1"/>
          <p:nvPr/>
        </p:nvSpPr>
        <p:spPr>
          <a:xfrm rot="16200000">
            <a:off x="5058755" y="3648939"/>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Putih</a:t>
            </a:r>
            <a:endParaRPr lang="en-US" sz="1800" dirty="0">
              <a:latin typeface="Inter" panose="02000503000000020004" pitchFamily="2" charset="0"/>
              <a:ea typeface="Inter" panose="02000503000000020004" pitchFamily="2" charset="0"/>
              <a:cs typeface="Tahoma"/>
            </a:endParaRPr>
          </a:p>
        </p:txBody>
      </p:sp>
      <p:sp>
        <p:nvSpPr>
          <p:cNvPr id="26" name="TextBox 25">
            <a:extLst>
              <a:ext uri="{FF2B5EF4-FFF2-40B4-BE49-F238E27FC236}">
                <a16:creationId xmlns:a16="http://schemas.microsoft.com/office/drawing/2014/main" id="{C5CBE135-9D6A-09A6-E537-47B692EB4BD9}"/>
              </a:ext>
            </a:extLst>
          </p:cNvPr>
          <p:cNvSpPr txBox="1"/>
          <p:nvPr/>
        </p:nvSpPr>
        <p:spPr>
          <a:xfrm rot="16200000">
            <a:off x="5085723" y="5703658"/>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Mentari</a:t>
            </a:r>
            <a:endParaRPr lang="en-US" sz="1800" dirty="0">
              <a:latin typeface="Inter" panose="02000503000000020004" pitchFamily="2" charset="0"/>
              <a:ea typeface="Inter" panose="02000503000000020004" pitchFamily="2" charset="0"/>
              <a:cs typeface="Tahoma"/>
            </a:endParaRPr>
          </a:p>
        </p:txBody>
      </p:sp>
      <p:sp>
        <p:nvSpPr>
          <p:cNvPr id="27" name="TextBox 26">
            <a:extLst>
              <a:ext uri="{FF2B5EF4-FFF2-40B4-BE49-F238E27FC236}">
                <a16:creationId xmlns:a16="http://schemas.microsoft.com/office/drawing/2014/main" id="{9590BDF1-A5AE-0D88-9DEF-EE730CA03DAF}"/>
              </a:ext>
            </a:extLst>
          </p:cNvPr>
          <p:cNvSpPr txBox="1"/>
          <p:nvPr/>
        </p:nvSpPr>
        <p:spPr>
          <a:xfrm rot="16200000">
            <a:off x="5058755" y="7783619"/>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Nusantara</a:t>
            </a:r>
            <a:endParaRPr lang="en-US" sz="1800" dirty="0">
              <a:latin typeface="Inter" panose="02000503000000020004" pitchFamily="2" charset="0"/>
              <a:ea typeface="Inter" panose="02000503000000020004" pitchFamily="2" charset="0"/>
              <a:cs typeface="Tahoma"/>
            </a:endParaRPr>
          </a:p>
        </p:txBody>
      </p:sp>
      <p:sp>
        <p:nvSpPr>
          <p:cNvPr id="28" name="TextBox 27">
            <a:extLst>
              <a:ext uri="{FF2B5EF4-FFF2-40B4-BE49-F238E27FC236}">
                <a16:creationId xmlns:a16="http://schemas.microsoft.com/office/drawing/2014/main" id="{F65E923C-122E-6444-F021-DB364F026BF1}"/>
              </a:ext>
            </a:extLst>
          </p:cNvPr>
          <p:cNvSpPr txBox="1"/>
          <p:nvPr/>
        </p:nvSpPr>
        <p:spPr>
          <a:xfrm>
            <a:off x="15415545" y="2400300"/>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Gold</a:t>
            </a:r>
            <a:endParaRPr lang="en-US" sz="1800" dirty="0">
              <a:latin typeface="Inter" panose="02000503000000020004" pitchFamily="2" charset="0"/>
              <a:ea typeface="Inter" panose="02000503000000020004" pitchFamily="2" charset="0"/>
              <a:cs typeface="Tahoma"/>
            </a:endParaRPr>
          </a:p>
        </p:txBody>
      </p:sp>
      <p:sp>
        <p:nvSpPr>
          <p:cNvPr id="31" name="Rectangle: Rounded Corners 30">
            <a:extLst>
              <a:ext uri="{FF2B5EF4-FFF2-40B4-BE49-F238E27FC236}">
                <a16:creationId xmlns:a16="http://schemas.microsoft.com/office/drawing/2014/main" id="{DEFE2F2C-92C0-EF5D-25C7-5A7DCBEC864B}"/>
              </a:ext>
            </a:extLst>
          </p:cNvPr>
          <p:cNvSpPr/>
          <p:nvPr/>
        </p:nvSpPr>
        <p:spPr>
          <a:xfrm>
            <a:off x="15439795" y="2211566"/>
            <a:ext cx="2391005" cy="2855734"/>
          </a:xfrm>
          <a:prstGeom prst="roundRect">
            <a:avLst>
              <a:gd name="adj" fmla="val 12769"/>
            </a:avLst>
          </a:prstGeom>
          <a:noFill/>
          <a:ln>
            <a:solidFill>
              <a:srgbClr val="CBAD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003DDDB-1AB8-F9FC-5099-51170112F008}"/>
              </a:ext>
            </a:extLst>
          </p:cNvPr>
          <p:cNvSpPr txBox="1"/>
          <p:nvPr/>
        </p:nvSpPr>
        <p:spPr>
          <a:xfrm>
            <a:off x="8396997" y="1803950"/>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Mass Product</a:t>
            </a:r>
            <a:endParaRPr lang="en-US" sz="1800" dirty="0">
              <a:latin typeface="Inter" panose="02000503000000020004" pitchFamily="2" charset="0"/>
              <a:ea typeface="Inter" panose="02000503000000020004" pitchFamily="2" charset="0"/>
              <a:cs typeface="Tahoma"/>
            </a:endParaRPr>
          </a:p>
        </p:txBody>
      </p:sp>
      <p:sp>
        <p:nvSpPr>
          <p:cNvPr id="36" name="TextBox 35">
            <a:extLst>
              <a:ext uri="{FF2B5EF4-FFF2-40B4-BE49-F238E27FC236}">
                <a16:creationId xmlns:a16="http://schemas.microsoft.com/office/drawing/2014/main" id="{50E49486-9F93-7CF3-3A57-19B41190FF75}"/>
              </a:ext>
            </a:extLst>
          </p:cNvPr>
          <p:cNvSpPr txBox="1"/>
          <p:nvPr/>
        </p:nvSpPr>
        <p:spPr>
          <a:xfrm>
            <a:off x="13098432" y="1803950"/>
            <a:ext cx="2114886" cy="369332"/>
          </a:xfrm>
          <a:prstGeom prst="rect">
            <a:avLst/>
          </a:prstGeom>
          <a:noFill/>
        </p:spPr>
        <p:txBody>
          <a:bodyPr wrap="square">
            <a:spAutoFit/>
          </a:bodyPr>
          <a:lstStyle/>
          <a:p>
            <a:pPr marL="12700" algn="ctr">
              <a:lnSpc>
                <a:spcPct val="100000"/>
              </a:lnSpc>
              <a:spcBef>
                <a:spcPts val="75"/>
              </a:spcBef>
            </a:pPr>
            <a:r>
              <a:rPr lang="en-US" sz="1800" spc="20" dirty="0">
                <a:solidFill>
                  <a:srgbClr val="0856C3"/>
                </a:solidFill>
                <a:latin typeface="Inter" panose="02000503000000020004" pitchFamily="2" charset="0"/>
                <a:ea typeface="Inter" panose="02000503000000020004" pitchFamily="2" charset="0"/>
                <a:cs typeface="Tahoma"/>
              </a:rPr>
              <a:t>Private</a:t>
            </a:r>
            <a:endParaRPr lang="en-US" sz="1800" dirty="0">
              <a:latin typeface="Inter" panose="02000503000000020004" pitchFamily="2" charset="0"/>
              <a:ea typeface="Inter" panose="02000503000000020004" pitchFamily="2" charset="0"/>
              <a:cs typeface="Tahoma"/>
            </a:endParaRPr>
          </a:p>
        </p:txBody>
      </p:sp>
      <p:sp>
        <p:nvSpPr>
          <p:cNvPr id="37" name="TextBox 36">
            <a:extLst>
              <a:ext uri="{FF2B5EF4-FFF2-40B4-BE49-F238E27FC236}">
                <a16:creationId xmlns:a16="http://schemas.microsoft.com/office/drawing/2014/main" id="{8C8112DD-BDEB-5C02-527B-F348C9E56D21}"/>
              </a:ext>
            </a:extLst>
          </p:cNvPr>
          <p:cNvSpPr txBox="1"/>
          <p:nvPr/>
        </p:nvSpPr>
        <p:spPr>
          <a:xfrm>
            <a:off x="15575504" y="1803950"/>
            <a:ext cx="2114886" cy="369332"/>
          </a:xfrm>
          <a:prstGeom prst="rect">
            <a:avLst/>
          </a:prstGeom>
          <a:noFill/>
        </p:spPr>
        <p:txBody>
          <a:bodyPr wrap="square">
            <a:spAutoFit/>
          </a:bodyPr>
          <a:lstStyle/>
          <a:p>
            <a:pPr marL="12700" algn="ctr">
              <a:lnSpc>
                <a:spcPct val="100000"/>
              </a:lnSpc>
              <a:spcBef>
                <a:spcPts val="75"/>
              </a:spcBef>
            </a:pPr>
            <a:r>
              <a:rPr lang="en-US" sz="1800" spc="20" dirty="0" err="1">
                <a:solidFill>
                  <a:srgbClr val="0856C3"/>
                </a:solidFill>
                <a:latin typeface="Inter" panose="02000503000000020004" pitchFamily="2" charset="0"/>
                <a:ea typeface="Inter" panose="02000503000000020004" pitchFamily="2" charset="0"/>
                <a:cs typeface="Tahoma"/>
              </a:rPr>
              <a:t>Prioritas</a:t>
            </a:r>
            <a:endParaRPr lang="en-US" sz="1800" dirty="0">
              <a:latin typeface="Inter" panose="02000503000000020004" pitchFamily="2" charset="0"/>
              <a:ea typeface="Inter" panose="02000503000000020004" pitchFamily="2" charset="0"/>
              <a:cs typeface="Tahoma"/>
            </a:endParaRPr>
          </a:p>
        </p:txBody>
      </p:sp>
      <p:sp>
        <p:nvSpPr>
          <p:cNvPr id="41" name="object 2" descr="$PPTXTitle">
            <a:extLst>
              <a:ext uri="{FF2B5EF4-FFF2-40B4-BE49-F238E27FC236}">
                <a16:creationId xmlns:a16="http://schemas.microsoft.com/office/drawing/2014/main" id="{6B1715C1-0546-70C5-B3CB-7F9DAC981F3D}"/>
              </a:ext>
            </a:extLst>
          </p:cNvPr>
          <p:cNvSpPr txBox="1">
            <a:spLocks/>
          </p:cNvSpPr>
          <p:nvPr/>
        </p:nvSpPr>
        <p:spPr>
          <a:xfrm>
            <a:off x="5509855" y="571500"/>
            <a:ext cx="7429743" cy="1195840"/>
          </a:xfrm>
          <a:prstGeom prst="rect">
            <a:avLst/>
          </a:prstGeom>
        </p:spPr>
        <p:txBody>
          <a:bodyPr vert="horz" wrap="square" lIns="0" tIns="89535" rIns="0" bIns="0" rtlCol="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2700" algn="l">
              <a:spcBef>
                <a:spcPts val="705"/>
              </a:spcBef>
            </a:pPr>
            <a:r>
              <a:rPr lang="nn-NO" b="1" spc="130" dirty="0">
                <a:latin typeface="Inter" panose="02000503000000020004" pitchFamily="2" charset="0"/>
                <a:ea typeface="Inter" panose="02000503000000020004" pitchFamily="2" charset="0"/>
              </a:rPr>
              <a:t>Variasi</a:t>
            </a:r>
            <a:r>
              <a:rPr lang="nn-NO" b="1" spc="-140" dirty="0">
                <a:latin typeface="Inter" panose="02000503000000020004" pitchFamily="2" charset="0"/>
                <a:ea typeface="Inter" panose="02000503000000020004" pitchFamily="2" charset="0"/>
              </a:rPr>
              <a:t> </a:t>
            </a:r>
            <a:r>
              <a:rPr lang="nn-NO" b="1" spc="135" dirty="0">
                <a:latin typeface="Inter" panose="02000503000000020004" pitchFamily="2" charset="0"/>
                <a:ea typeface="Inter" panose="02000503000000020004" pitchFamily="2" charset="0"/>
              </a:rPr>
              <a:t>Bingkai</a:t>
            </a:r>
            <a:r>
              <a:rPr lang="nn-NO" b="1" spc="-140" dirty="0">
                <a:latin typeface="Inter" panose="02000503000000020004" pitchFamily="2" charset="0"/>
                <a:ea typeface="Inter" panose="02000503000000020004" pitchFamily="2" charset="0"/>
              </a:rPr>
              <a:t> </a:t>
            </a:r>
            <a:r>
              <a:rPr lang="nn-NO" b="1" spc="170" dirty="0">
                <a:latin typeface="Inter" panose="02000503000000020004" pitchFamily="2" charset="0"/>
                <a:ea typeface="Inter" panose="02000503000000020004" pitchFamily="2" charset="0"/>
              </a:rPr>
              <a:t>Grafis</a:t>
            </a:r>
          </a:p>
          <a:p>
            <a:pPr marL="12700" algn="l">
              <a:spcBef>
                <a:spcPts val="400"/>
              </a:spcBef>
            </a:pPr>
            <a:r>
              <a:rPr lang="nn-NO" sz="2450" spc="120" dirty="0">
                <a:latin typeface="Inter" panose="02000503000000020004" pitchFamily="2" charset="0"/>
                <a:ea typeface="Inter" panose="02000503000000020004" pitchFamily="2" charset="0"/>
              </a:rPr>
              <a:t>Graphic</a:t>
            </a:r>
            <a:r>
              <a:rPr lang="nn-NO" sz="2450" spc="-75" dirty="0">
                <a:latin typeface="Inter" panose="02000503000000020004" pitchFamily="2" charset="0"/>
                <a:ea typeface="Inter" panose="02000503000000020004" pitchFamily="2" charset="0"/>
              </a:rPr>
              <a:t> </a:t>
            </a:r>
            <a:r>
              <a:rPr lang="nn-NO" sz="2450" spc="95" dirty="0">
                <a:latin typeface="Inter" panose="02000503000000020004" pitchFamily="2" charset="0"/>
                <a:ea typeface="Inter" panose="02000503000000020004" pitchFamily="2" charset="0"/>
              </a:rPr>
              <a:t>Frame</a:t>
            </a:r>
            <a:r>
              <a:rPr lang="nn-NO" sz="2450" spc="-70" dirty="0">
                <a:latin typeface="Inter" panose="02000503000000020004" pitchFamily="2" charset="0"/>
                <a:ea typeface="Inter" panose="02000503000000020004" pitchFamily="2" charset="0"/>
              </a:rPr>
              <a:t> </a:t>
            </a:r>
            <a:r>
              <a:rPr lang="nn-NO" sz="2450" spc="85" dirty="0">
                <a:latin typeface="Inter" panose="02000503000000020004" pitchFamily="2" charset="0"/>
                <a:ea typeface="Inter" panose="02000503000000020004" pitchFamily="2" charset="0"/>
              </a:rPr>
              <a:t>Variations</a:t>
            </a:r>
            <a:endParaRPr lang="nn-NO" sz="2450"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503033576"/>
      </p:ext>
    </p:extLst>
  </p:cSld>
  <p:clrMapOvr>
    <a:masterClrMapping/>
  </p:clrMapOvr>
</p:sld>
</file>

<file path=ppt/theme/theme1.xml><?xml version="1.0" encoding="utf-8"?>
<a:theme xmlns:a="http://schemas.openxmlformats.org/drawingml/2006/main" name="BRI Corporate">
  <a:themeElements>
    <a:clrScheme name="BRI Colour Palette">
      <a:dk1>
        <a:srgbClr val="0857C3"/>
      </a:dk1>
      <a:lt1>
        <a:sysClr val="window" lastClr="FFFFFF"/>
      </a:lt1>
      <a:dk2>
        <a:srgbClr val="0857C3"/>
      </a:dk2>
      <a:lt2>
        <a:srgbClr val="FFFFFF"/>
      </a:lt2>
      <a:accent1>
        <a:srgbClr val="0857C3"/>
      </a:accent1>
      <a:accent2>
        <a:srgbClr val="307FE2"/>
      </a:accent2>
      <a:accent3>
        <a:srgbClr val="71C5E8"/>
      </a:accent3>
      <a:accent4>
        <a:srgbClr val="FFFFFF"/>
      </a:accent4>
      <a:accent5>
        <a:srgbClr val="0B1116"/>
      </a:accent5>
      <a:accent6>
        <a:srgbClr val="CCAD95"/>
      </a:accent6>
      <a:hlink>
        <a:srgbClr val="0857C3"/>
      </a:hlink>
      <a:folHlink>
        <a:srgbClr val="307FE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RI Corporate" id="{7A67022A-B38B-485F-8EFB-0440F650E5D0}" vid="{90D3ACA2-7324-4AB6-9B91-77E818D97CA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6795979-244b-45d7-b043-ae27e60f46ee}" enabled="0" method="" siteId="{76795979-244b-45d7-b043-ae27e60f46ee}" removed="1"/>
</clbl:labelList>
</file>

<file path=docProps/app.xml><?xml version="1.0" encoding="utf-8"?>
<Properties xmlns="http://schemas.openxmlformats.org/officeDocument/2006/extended-properties" xmlns:vt="http://schemas.openxmlformats.org/officeDocument/2006/docPropsVTypes">
  <Template/>
  <TotalTime>271</TotalTime>
  <Words>2158</Words>
  <Application>Microsoft Office PowerPoint</Application>
  <PresentationFormat>Custom</PresentationFormat>
  <Paragraphs>262</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Inter Medium</vt:lpstr>
      <vt:lpstr>Inter Bold</vt:lpstr>
      <vt:lpstr>Verdana</vt:lpstr>
      <vt:lpstr>Tahoma</vt:lpstr>
      <vt:lpstr>Times New Roman</vt:lpstr>
      <vt:lpstr>Inter</vt:lpstr>
      <vt:lpstr>Calibri</vt:lpstr>
      <vt:lpstr>Inter SemiBold</vt:lpstr>
      <vt:lpstr>Inter Semi-Bold</vt:lpstr>
      <vt:lpstr>Arial</vt:lpstr>
      <vt:lpstr>BRI Corporate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BRI_Presentation Template</dc:title>
  <dc:creator>Muhammad Naufal Raputra</dc:creator>
  <cp:lastModifiedBy>Muhammad Naufal Raputra</cp:lastModifiedBy>
  <cp:revision>7</cp:revision>
  <dcterms:created xsi:type="dcterms:W3CDTF">2006-08-16T00:00:00Z</dcterms:created>
  <dcterms:modified xsi:type="dcterms:W3CDTF">2025-12-29T01:43:48Z</dcterms:modified>
  <dc:identifier>DAG5uK4dA3c</dc:identifier>
</cp:coreProperties>
</file>